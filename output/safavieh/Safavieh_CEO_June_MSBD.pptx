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5"/>
  </p:sldMasterIdLst>
  <p:notesMasterIdLst>
    <p:notesMasterId r:id="rId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</p:sldIdLst>
  <p:sldSz cy="5143500" cx="9144000"/>
  <p:notesSz cx="6858000" cy="9144000"/>
  <p:embeddedFontLst>
    <p:embeddedFont>
      <p:font typeface="Poppins"/>
      <p:regular r:id="rId53"/>
      <p:bold r:id="rId54"/>
      <p:italic r:id="rId55"/>
      <p:boldItalic r:id="rId56"/>
    </p:embeddedFont>
    <p:embeddedFont>
      <p:font typeface="Inter"/>
      <p:regular r:id="rId57"/>
      <p:bold r:id="rId58"/>
      <p:italic r:id="rId59"/>
      <p:boldItalic r:id="rId60"/>
    </p:embeddedFont>
    <p:embeddedFont>
      <p:font typeface="Poppins Light"/>
      <p:regular r:id="rId61"/>
      <p:bold r:id="rId62"/>
      <p:italic r:id="rId63"/>
      <p:boldItalic r:id="rId64"/>
    </p:embeddedFont>
    <p:embeddedFont>
      <p:font typeface="Poppins Medium"/>
      <p:regular r:id="rId65"/>
      <p:bold r:id="rId66"/>
      <p:italic r:id="rId67"/>
      <p:boldItalic r:id="rId68"/>
    </p:embeddedFont>
    <p:embeddedFont>
      <p:font typeface="Poppins SemiBold"/>
      <p:regular r:id="rId69"/>
      <p:bold r:id="rId70"/>
      <p:italic r:id="rId71"/>
      <p:boldItalic r:id="rId7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32">
          <p15:clr>
            <a:srgbClr val="00FFFF"/>
          </p15:clr>
        </p15:guide>
        <p15:guide id="2" pos="253">
          <p15:clr>
            <a:srgbClr val="00FFFF"/>
          </p15:clr>
        </p15:guide>
        <p15:guide id="3" pos="5516">
          <p15:clr>
            <a:srgbClr val="00FFFF"/>
          </p15:clr>
        </p15:guide>
        <p15:guide id="4" orient="horz" pos="648">
          <p15:clr>
            <a:srgbClr val="00FFFF"/>
          </p15:clr>
        </p15:guide>
        <p15:guide id="5" orient="horz" pos="2808">
          <p15:clr>
            <a:srgbClr val="00FFFF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A10E20-8E3F-4920-B6DC-949691AC5500}">
  <a:tblStyle styleId="{DBA10E20-8E3F-4920-B6DC-949691AC55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32" orient="horz"/>
        <p:guide pos="253"/>
        <p:guide pos="5516"/>
        <p:guide pos="648" orient="horz"/>
        <p:guide pos="2808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53" Type="http://schemas.openxmlformats.org/officeDocument/2006/relationships/font" Target="fonts/Poppins-regular.fntdata"/><Relationship Id="rId54" Type="http://schemas.openxmlformats.org/officeDocument/2006/relationships/font" Target="fonts/Poppins-bold.fntdata"/><Relationship Id="rId55" Type="http://schemas.openxmlformats.org/officeDocument/2006/relationships/font" Target="fonts/Poppins-italic.fntdata"/><Relationship Id="rId56" Type="http://schemas.openxmlformats.org/officeDocument/2006/relationships/font" Target="fonts/Poppins-boldItalic.fntdata"/><Relationship Id="rId57" Type="http://schemas.openxmlformats.org/officeDocument/2006/relationships/font" Target="fonts/Inter-regular.fntdata"/><Relationship Id="rId58" Type="http://schemas.openxmlformats.org/officeDocument/2006/relationships/font" Target="fonts/Inter-bold.fntdata"/><Relationship Id="rId59" Type="http://schemas.openxmlformats.org/officeDocument/2006/relationships/font" Target="fonts/Inter-italic.fntdata"/><Relationship Id="rId60" Type="http://schemas.openxmlformats.org/officeDocument/2006/relationships/font" Target="fonts/Inter-boldItalic.fntdata"/><Relationship Id="rId61" Type="http://schemas.openxmlformats.org/officeDocument/2006/relationships/font" Target="fonts/PoppinsLight-regular.fntdata"/><Relationship Id="rId62" Type="http://schemas.openxmlformats.org/officeDocument/2006/relationships/font" Target="fonts/PoppinsLight-bold.fntdata"/><Relationship Id="rId63" Type="http://schemas.openxmlformats.org/officeDocument/2006/relationships/font" Target="fonts/PoppinsLight-italic.fntdata"/><Relationship Id="rId64" Type="http://schemas.openxmlformats.org/officeDocument/2006/relationships/font" Target="fonts/PoppinsLight-boldItalic.fntdata"/><Relationship Id="rId65" Type="http://schemas.openxmlformats.org/officeDocument/2006/relationships/font" Target="fonts/PoppinsMedium-regular.fntdata"/><Relationship Id="rId66" Type="http://schemas.openxmlformats.org/officeDocument/2006/relationships/font" Target="fonts/PoppinsMedium-bold.fntdata"/><Relationship Id="rId67" Type="http://schemas.openxmlformats.org/officeDocument/2006/relationships/font" Target="fonts/PoppinsMedium-italic.fntdata"/><Relationship Id="rId68" Type="http://schemas.openxmlformats.org/officeDocument/2006/relationships/font" Target="fonts/PoppinsMedium-boldItalic.fntdata"/><Relationship Id="rId69" Type="http://schemas.openxmlformats.org/officeDocument/2006/relationships/font" Target="fonts/PoppinsSemiBold-regular.fntdata"/><Relationship Id="rId70" Type="http://schemas.openxmlformats.org/officeDocument/2006/relationships/font" Target="fonts/PoppinsSemiBold-bold.fntdata"/><Relationship Id="rId71" Type="http://schemas.openxmlformats.org/officeDocument/2006/relationships/font" Target="fonts/PoppinsSemiBold-italic.fntdata"/><Relationship Id="rId72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ard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3625" y="341635"/>
            <a:ext cx="1885872" cy="43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03625" y="1664123"/>
            <a:ext cx="7125900" cy="15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1pPr>
            <a:lvl2pPr lvl="1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2pPr>
            <a:lvl3pPr lvl="2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3pPr>
            <a:lvl4pPr lvl="3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4pPr>
            <a:lvl5pPr lvl="4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5pPr>
            <a:lvl6pPr lvl="5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6pPr>
            <a:lvl7pPr lvl="6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7pPr>
            <a:lvl8pPr lvl="7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8pPr>
            <a:lvl9pPr lvl="8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b="1" sz="5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8091025" y="4740850"/>
            <a:ext cx="991800" cy="3363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03625" y="4120575"/>
            <a:ext cx="7251600" cy="3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03625" y="3773025"/>
            <a:ext cx="7251600" cy="3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" type="secHead">
  <p:cSld name="SECTION_HEADER">
    <p:bg>
      <p:bgPr>
        <a:solidFill>
          <a:schemeClr val="accen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848025" y="4754625"/>
            <a:ext cx="296100" cy="299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8800775" y="4770375"/>
            <a:ext cx="343200" cy="26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" name="Google Shape;18;p3"/>
          <p:cNvSpPr txBox="1"/>
          <p:nvPr>
            <p:ph type="title"/>
          </p:nvPr>
        </p:nvSpPr>
        <p:spPr>
          <a:xfrm>
            <a:off x="403625" y="1664125"/>
            <a:ext cx="7123200" cy="15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subTitle"/>
          </p:nvPr>
        </p:nvSpPr>
        <p:spPr>
          <a:xfrm>
            <a:off x="403775" y="3776472"/>
            <a:ext cx="72513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2" type="title"/>
          </p:nvPr>
        </p:nvSpPr>
        <p:spPr>
          <a:xfrm>
            <a:off x="5696712" y="-118872"/>
            <a:ext cx="3575400" cy="5385900"/>
          </a:xfrm>
          <a:prstGeom prst="rect">
            <a:avLst/>
          </a:prstGeom>
        </p:spPr>
        <p:txBody>
          <a:bodyPr anchorCtr="0" anchor="b" bIns="0" lIns="0" spcFirstLastPara="1" rIns="365750" wrap="square" tIns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0"/>
              <a:buNone/>
              <a:defRPr sz="3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55800" y="60136"/>
            <a:ext cx="254899" cy="2484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951125" y="295825"/>
            <a:ext cx="3881100" cy="455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Poppins"/>
              <a:buChar char="●"/>
              <a:defRPr b="1" sz="1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317500" lvl="1" marL="914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Poppins"/>
              <a:buChar char="○"/>
              <a:defRPr>
                <a:latin typeface="Poppins"/>
                <a:ea typeface="Poppins"/>
                <a:cs typeface="Poppins"/>
                <a:sym typeface="Poppins"/>
              </a:defRPr>
            </a:lvl2pPr>
            <a:lvl3pPr indent="-304800" lvl="2" marL="1371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3pPr>
            <a:lvl4pPr indent="-304800" lvl="3" marL="18288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4pPr>
            <a:lvl5pPr indent="-304800" lvl="4" marL="22860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5pPr>
            <a:lvl6pPr indent="-304800" lvl="5" marL="27432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6pPr>
            <a:lvl7pPr indent="-304800" lvl="6" marL="3200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7pPr>
            <a:lvl8pPr indent="-304800" lvl="7" marL="3657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8pPr>
            <a:lvl9pPr indent="-304800" lvl="8" marL="4114800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25" name="Google Shape;2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50187" y="1208813"/>
            <a:ext cx="1675826" cy="1674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4"/>
          <p:cNvSpPr txBox="1"/>
          <p:nvPr/>
        </p:nvSpPr>
        <p:spPr>
          <a:xfrm>
            <a:off x="347550" y="3015650"/>
            <a:ext cx="38811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7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Contents</a:t>
            </a:r>
            <a:endParaRPr b="1" sz="47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TITLE_AND_BODY_1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4951125" y="295825"/>
            <a:ext cx="3881100" cy="455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Poppins"/>
              <a:buChar char="●"/>
              <a:defRPr b="1" sz="1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317500" lvl="1" marL="914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Poppins"/>
              <a:buChar char="○"/>
              <a:defRPr>
                <a:latin typeface="Poppins"/>
                <a:ea typeface="Poppins"/>
                <a:cs typeface="Poppins"/>
                <a:sym typeface="Poppins"/>
              </a:defRPr>
            </a:lvl2pPr>
            <a:lvl3pPr indent="-304800" lvl="2" marL="1371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3pPr>
            <a:lvl4pPr indent="-304800" lvl="3" marL="18288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4pPr>
            <a:lvl5pPr indent="-304800" lvl="4" marL="22860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5pPr>
            <a:lvl6pPr indent="-304800" lvl="5" marL="27432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6pPr>
            <a:lvl7pPr indent="-304800" lvl="6" marL="32004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●"/>
              <a:defRPr sz="1200">
                <a:latin typeface="Poppins"/>
                <a:ea typeface="Poppins"/>
                <a:cs typeface="Poppins"/>
                <a:sym typeface="Poppins"/>
              </a:defRPr>
            </a:lvl7pPr>
            <a:lvl8pPr indent="-304800" lvl="7" marL="3657600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Poppins"/>
              <a:buChar char="○"/>
              <a:defRPr sz="1200">
                <a:latin typeface="Poppins"/>
                <a:ea typeface="Poppins"/>
                <a:cs typeface="Poppins"/>
                <a:sym typeface="Poppins"/>
              </a:defRPr>
            </a:lvl8pPr>
            <a:lvl9pPr indent="-304800" lvl="8" marL="4114800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200"/>
              <a:buFont typeface="Poppins"/>
              <a:buChar char="■"/>
              <a:defRPr sz="1200"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50187" y="1208813"/>
            <a:ext cx="1675826" cy="167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/>
        </p:nvSpPr>
        <p:spPr>
          <a:xfrm>
            <a:off x="347550" y="3015650"/>
            <a:ext cx="38811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7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Agenda</a:t>
            </a:r>
            <a:endParaRPr b="1" sz="47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woColTx">
  <p:cSld name="TITLE_AND_TWO_COLUMNS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34" name="Google Shape;34;p6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6"/>
          <p:cNvSpPr txBox="1"/>
          <p:nvPr>
            <p:ph type="title"/>
          </p:nvPr>
        </p:nvSpPr>
        <p:spPr>
          <a:xfrm>
            <a:off x="81575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(1:3 Blank)" type="titleOnly">
  <p:cSld name="TITLE_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idx="1" type="body"/>
          </p:nvPr>
        </p:nvSpPr>
        <p:spPr>
          <a:xfrm>
            <a:off x="402325" y="1054925"/>
            <a:ext cx="1895100" cy="341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38" name="Google Shape;38;p7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39" name="Google Shape;39;p7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7"/>
          <p:cNvSpPr txBox="1"/>
          <p:nvPr>
            <p:ph type="title"/>
          </p:nvPr>
        </p:nvSpPr>
        <p:spPr>
          <a:xfrm>
            <a:off x="81575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43" name="Google Shape;43;p8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8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8"/>
          <p:cNvSpPr txBox="1"/>
          <p:nvPr>
            <p:ph idx="1" type="body"/>
          </p:nvPr>
        </p:nvSpPr>
        <p:spPr>
          <a:xfrm>
            <a:off x="402325" y="1054925"/>
            <a:ext cx="40452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46" name="Google Shape;46;p8"/>
          <p:cNvSpPr txBox="1"/>
          <p:nvPr>
            <p:ph idx="2" type="body"/>
          </p:nvPr>
        </p:nvSpPr>
        <p:spPr>
          <a:xfrm>
            <a:off x="4702700" y="1054925"/>
            <a:ext cx="40452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(Full width)">
  <p:cSld name="CUSTOM_8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/>
          <p:nvPr>
            <p:ph idx="1" type="body"/>
          </p:nvPr>
        </p:nvSpPr>
        <p:spPr>
          <a:xfrm>
            <a:off x="402325" y="751999"/>
            <a:ext cx="8346000" cy="3705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9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9"/>
          <p:cNvSpPr txBox="1"/>
          <p:nvPr>
            <p:ph type="title"/>
          </p:nvPr>
        </p:nvSpPr>
        <p:spPr>
          <a:xfrm>
            <a:off x="81575" y="0"/>
            <a:ext cx="8675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None/>
              <a:defRPr sz="2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  <p15:guide id="2" orient="horz" pos="66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">
  <p:cSld name="SECTION_TITLE_AND_DESCRIPTION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>
            <p:ph idx="1" type="body"/>
          </p:nvPr>
        </p:nvSpPr>
        <p:spPr>
          <a:xfrm>
            <a:off x="402325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10"/>
          <p:cNvSpPr txBox="1"/>
          <p:nvPr>
            <p:ph idx="2" type="body"/>
          </p:nvPr>
        </p:nvSpPr>
        <p:spPr>
          <a:xfrm>
            <a:off x="2552500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5" name="Google Shape;55;p10"/>
          <p:cNvSpPr txBox="1"/>
          <p:nvPr>
            <p:ph idx="3" type="body"/>
          </p:nvPr>
        </p:nvSpPr>
        <p:spPr>
          <a:xfrm>
            <a:off x="4702700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6" name="Google Shape;56;p10"/>
          <p:cNvSpPr txBox="1"/>
          <p:nvPr>
            <p:ph idx="4" type="body"/>
          </p:nvPr>
        </p:nvSpPr>
        <p:spPr>
          <a:xfrm>
            <a:off x="6852975" y="1054925"/>
            <a:ext cx="1895100" cy="34029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norm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7" name="Google Shape;57;p10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58" name="Google Shape;58;p10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0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– Images">
  <p:cSld name="SECTION_TITLE_AND_DESCRIPTION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/>
          <p:nvPr>
            <p:ph idx="1" type="body"/>
          </p:nvPr>
        </p:nvSpPr>
        <p:spPr>
          <a:xfrm>
            <a:off x="402325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2" name="Google Shape;62;p11"/>
          <p:cNvSpPr txBox="1"/>
          <p:nvPr>
            <p:ph idx="2" type="body"/>
          </p:nvPr>
        </p:nvSpPr>
        <p:spPr>
          <a:xfrm>
            <a:off x="2552500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3" name="Google Shape;63;p11"/>
          <p:cNvSpPr txBox="1"/>
          <p:nvPr>
            <p:ph idx="3" type="body"/>
          </p:nvPr>
        </p:nvSpPr>
        <p:spPr>
          <a:xfrm>
            <a:off x="4702700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4" name="Google Shape;64;p11"/>
          <p:cNvSpPr txBox="1"/>
          <p:nvPr>
            <p:ph idx="4" type="body"/>
          </p:nvPr>
        </p:nvSpPr>
        <p:spPr>
          <a:xfrm>
            <a:off x="6852975" y="2304075"/>
            <a:ext cx="1895100" cy="21537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5" name="Google Shape;65;p11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66" name="Google Shape;66;p11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1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8" name="Google Shape;68;p11"/>
          <p:cNvSpPr/>
          <p:nvPr>
            <p:ph idx="5" type="pic"/>
          </p:nvPr>
        </p:nvSpPr>
        <p:spPr>
          <a:xfrm>
            <a:off x="442250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1"/>
          <p:cNvSpPr/>
          <p:nvPr>
            <p:ph idx="6" type="pic"/>
          </p:nvPr>
        </p:nvSpPr>
        <p:spPr>
          <a:xfrm>
            <a:off x="2592488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1"/>
          <p:cNvSpPr/>
          <p:nvPr>
            <p:ph idx="7" type="pic"/>
          </p:nvPr>
        </p:nvSpPr>
        <p:spPr>
          <a:xfrm>
            <a:off x="4742688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1"/>
          <p:cNvSpPr/>
          <p:nvPr>
            <p:ph idx="8" type="pic"/>
          </p:nvPr>
        </p:nvSpPr>
        <p:spPr>
          <a:xfrm>
            <a:off x="6892888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– Topic Groups">
  <p:cSld name="SECTION_TITLE_AND_DESCRIPTION_1_1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idx="1" type="body"/>
          </p:nvPr>
        </p:nvSpPr>
        <p:spPr>
          <a:xfrm>
            <a:off x="402325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4" name="Google Shape;74;p12"/>
          <p:cNvSpPr txBox="1"/>
          <p:nvPr>
            <p:ph idx="2" type="body"/>
          </p:nvPr>
        </p:nvSpPr>
        <p:spPr>
          <a:xfrm>
            <a:off x="2552500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5" name="Google Shape;75;p12"/>
          <p:cNvSpPr txBox="1"/>
          <p:nvPr>
            <p:ph idx="3" type="body"/>
          </p:nvPr>
        </p:nvSpPr>
        <p:spPr>
          <a:xfrm>
            <a:off x="4702700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2"/>
          <p:cNvSpPr txBox="1"/>
          <p:nvPr>
            <p:ph idx="4" type="body"/>
          </p:nvPr>
        </p:nvSpPr>
        <p:spPr>
          <a:xfrm>
            <a:off x="6852975" y="2978800"/>
            <a:ext cx="1895100" cy="14790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7" name="Google Shape;77;p12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78" name="Google Shape;78;p12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2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>
            <p:ph idx="5" type="pic"/>
          </p:nvPr>
        </p:nvSpPr>
        <p:spPr>
          <a:xfrm>
            <a:off x="1559125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2"/>
          <p:cNvSpPr/>
          <p:nvPr>
            <p:ph idx="6" type="pic"/>
          </p:nvPr>
        </p:nvSpPr>
        <p:spPr>
          <a:xfrm>
            <a:off x="5769863" y="1054925"/>
            <a:ext cx="1815000" cy="1136700"/>
          </a:xfrm>
          <a:prstGeom prst="rect">
            <a:avLst/>
          </a:prstGeom>
          <a:noFill/>
          <a:ln>
            <a:noFill/>
          </a:ln>
        </p:spPr>
      </p:sp>
      <p:sp>
        <p:nvSpPr>
          <p:cNvPr id="82" name="Google Shape;82;p12"/>
          <p:cNvSpPr txBox="1"/>
          <p:nvPr>
            <p:ph idx="7" type="subTitle"/>
          </p:nvPr>
        </p:nvSpPr>
        <p:spPr>
          <a:xfrm>
            <a:off x="496075" y="2368025"/>
            <a:ext cx="3941100" cy="31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b="1"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8" type="subTitle"/>
          </p:nvPr>
        </p:nvSpPr>
        <p:spPr>
          <a:xfrm>
            <a:off x="4706825" y="2368025"/>
            <a:ext cx="3941100" cy="31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000"/>
              <a:buNone/>
              <a:defRPr b="1"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– Stats">
  <p:cSld name="SECTION_TITLE_AND_DESCRIPTION_1_1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402325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6" name="Google Shape;86;p13"/>
          <p:cNvSpPr txBox="1"/>
          <p:nvPr>
            <p:ph idx="2" type="body"/>
          </p:nvPr>
        </p:nvSpPr>
        <p:spPr>
          <a:xfrm>
            <a:off x="2552500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7" name="Google Shape;87;p13"/>
          <p:cNvSpPr txBox="1"/>
          <p:nvPr>
            <p:ph idx="3" type="body"/>
          </p:nvPr>
        </p:nvSpPr>
        <p:spPr>
          <a:xfrm>
            <a:off x="4702700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" name="Google Shape;88;p13"/>
          <p:cNvSpPr txBox="1"/>
          <p:nvPr>
            <p:ph idx="4" type="body"/>
          </p:nvPr>
        </p:nvSpPr>
        <p:spPr>
          <a:xfrm>
            <a:off x="6852975" y="2305600"/>
            <a:ext cx="1895100" cy="20259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9" name="Google Shape;89;p13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type="title"/>
          </p:nvPr>
        </p:nvSpPr>
        <p:spPr>
          <a:xfrm>
            <a:off x="81800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13"/>
          <p:cNvSpPr txBox="1"/>
          <p:nvPr>
            <p:ph idx="5" type="title"/>
          </p:nvPr>
        </p:nvSpPr>
        <p:spPr>
          <a:xfrm>
            <a:off x="400300" y="1609344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6" type="title"/>
          </p:nvPr>
        </p:nvSpPr>
        <p:spPr>
          <a:xfrm>
            <a:off x="4700763" y="1609350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  <p:sp>
        <p:nvSpPr>
          <p:cNvPr id="94" name="Google Shape;94;p13"/>
          <p:cNvSpPr txBox="1"/>
          <p:nvPr>
            <p:ph idx="7" type="title"/>
          </p:nvPr>
        </p:nvSpPr>
        <p:spPr>
          <a:xfrm>
            <a:off x="6849725" y="1609350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  <p:sp>
        <p:nvSpPr>
          <p:cNvPr id="95" name="Google Shape;95;p13"/>
          <p:cNvSpPr txBox="1"/>
          <p:nvPr>
            <p:ph idx="8" type="title"/>
          </p:nvPr>
        </p:nvSpPr>
        <p:spPr>
          <a:xfrm>
            <a:off x="2549913" y="1609350"/>
            <a:ext cx="1892700" cy="68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1pPr>
            <a:lvl2pPr lvl="1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2pPr>
            <a:lvl3pPr lvl="2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3pPr>
            <a:lvl4pPr lvl="3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4pPr>
            <a:lvl5pPr lvl="4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5pPr>
            <a:lvl6pPr lvl="5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6pPr>
            <a:lvl7pPr lvl="6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7pPr>
            <a:lvl8pPr lvl="7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8pPr>
            <a:lvl9pPr lvl="8">
              <a:spcBef>
                <a:spcPts val="0"/>
              </a:spcBef>
              <a:spcAft>
                <a:spcPts val="0"/>
              </a:spcAft>
              <a:buSzPts val="5100"/>
              <a:buNone/>
              <a:defRPr sz="51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08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d Card">
  <p:cSld name="TITLE_1">
    <p:bg>
      <p:bgPr>
        <a:solidFill>
          <a:schemeClr val="accen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4812" y="1963319"/>
            <a:ext cx="5334377" cy="12168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5"/>
          <p:cNvSpPr/>
          <p:nvPr/>
        </p:nvSpPr>
        <p:spPr>
          <a:xfrm>
            <a:off x="8258425" y="4850025"/>
            <a:ext cx="844500" cy="237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/Milestones">
  <p:cSld name="CUSTOM_3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6"/>
          <p:cNvSpPr/>
          <p:nvPr/>
        </p:nvSpPr>
        <p:spPr>
          <a:xfrm>
            <a:off x="0" y="3498800"/>
            <a:ext cx="9144000" cy="16446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" name="Google Shape;102;p16"/>
          <p:cNvSpPr txBox="1"/>
          <p:nvPr>
            <p:ph idx="1" type="body"/>
          </p:nvPr>
        </p:nvSpPr>
        <p:spPr>
          <a:xfrm>
            <a:off x="402325" y="1041047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3" name="Google Shape;103;p16"/>
          <p:cNvSpPr txBox="1"/>
          <p:nvPr>
            <p:ph idx="2" type="body"/>
          </p:nvPr>
        </p:nvSpPr>
        <p:spPr>
          <a:xfrm>
            <a:off x="2551375" y="1041037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cxnSp>
        <p:nvCxnSpPr>
          <p:cNvPr id="104" name="Google Shape;104;p16"/>
          <p:cNvCxnSpPr/>
          <p:nvPr/>
        </p:nvCxnSpPr>
        <p:spPr>
          <a:xfrm>
            <a:off x="1135875" y="4673050"/>
            <a:ext cx="70704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5" name="Google Shape;105;p16"/>
          <p:cNvSpPr txBox="1"/>
          <p:nvPr>
            <p:ph idx="3" type="body"/>
          </p:nvPr>
        </p:nvSpPr>
        <p:spPr>
          <a:xfrm>
            <a:off x="4700425" y="1052565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6" name="Google Shape;106;p16"/>
          <p:cNvSpPr txBox="1"/>
          <p:nvPr>
            <p:ph type="title"/>
          </p:nvPr>
        </p:nvSpPr>
        <p:spPr>
          <a:xfrm>
            <a:off x="4047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b="1" sz="1050"/>
            </a:lvl9pPr>
          </a:lstStyle>
          <a:p/>
        </p:txBody>
      </p:sp>
      <p:sp>
        <p:nvSpPr>
          <p:cNvPr id="107" name="Google Shape;107;p16"/>
          <p:cNvSpPr txBox="1"/>
          <p:nvPr>
            <p:ph idx="4" type="title"/>
          </p:nvPr>
        </p:nvSpPr>
        <p:spPr>
          <a:xfrm>
            <a:off x="404775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700"/>
              <a:buNone/>
              <a:defRPr b="1" sz="700"/>
            </a:lvl9pPr>
          </a:lstStyle>
          <a:p/>
        </p:txBody>
      </p:sp>
      <p:sp>
        <p:nvSpPr>
          <p:cNvPr id="108" name="Google Shape;108;p16"/>
          <p:cNvSpPr txBox="1"/>
          <p:nvPr>
            <p:ph idx="5" type="title"/>
          </p:nvPr>
        </p:nvSpPr>
        <p:spPr>
          <a:xfrm>
            <a:off x="57075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9" name="Google Shape;109;p16"/>
          <p:cNvSpPr txBox="1"/>
          <p:nvPr>
            <p:ph idx="6" type="title"/>
          </p:nvPr>
        </p:nvSpPr>
        <p:spPr>
          <a:xfrm>
            <a:off x="5707575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0" name="Google Shape;110;p16"/>
          <p:cNvSpPr txBox="1"/>
          <p:nvPr>
            <p:ph idx="7" type="title"/>
          </p:nvPr>
        </p:nvSpPr>
        <p:spPr>
          <a:xfrm>
            <a:off x="21723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1" name="Google Shape;111;p16"/>
          <p:cNvSpPr txBox="1"/>
          <p:nvPr>
            <p:ph idx="8" type="title"/>
          </p:nvPr>
        </p:nvSpPr>
        <p:spPr>
          <a:xfrm>
            <a:off x="2172363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2" name="Google Shape;112;p16"/>
          <p:cNvSpPr txBox="1"/>
          <p:nvPr>
            <p:ph idx="9" type="title"/>
          </p:nvPr>
        </p:nvSpPr>
        <p:spPr>
          <a:xfrm>
            <a:off x="39399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3" name="Google Shape;113;p16"/>
          <p:cNvSpPr txBox="1"/>
          <p:nvPr>
            <p:ph idx="13" type="title"/>
          </p:nvPr>
        </p:nvSpPr>
        <p:spPr>
          <a:xfrm>
            <a:off x="3939963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4" name="Google Shape;114;p16"/>
          <p:cNvSpPr txBox="1"/>
          <p:nvPr>
            <p:ph idx="14" type="body"/>
          </p:nvPr>
        </p:nvSpPr>
        <p:spPr>
          <a:xfrm>
            <a:off x="6852900" y="1052565"/>
            <a:ext cx="1895100" cy="1773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5" name="Google Shape;115;p16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16" name="Google Shape;116;p16"/>
          <p:cNvSpPr txBox="1"/>
          <p:nvPr>
            <p:ph idx="15" type="title"/>
          </p:nvPr>
        </p:nvSpPr>
        <p:spPr>
          <a:xfrm>
            <a:off x="81575" y="0"/>
            <a:ext cx="8657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17" name="Google Shape;117;p16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6"/>
          <p:cNvSpPr txBox="1"/>
          <p:nvPr>
            <p:ph idx="16" type="title"/>
          </p:nvPr>
        </p:nvSpPr>
        <p:spPr>
          <a:xfrm>
            <a:off x="7475175" y="3852925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50"/>
              <a:buNone/>
              <a:defRPr b="1" sz="105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9" name="Google Shape;119;p16"/>
          <p:cNvSpPr txBox="1"/>
          <p:nvPr>
            <p:ph idx="17" type="title"/>
          </p:nvPr>
        </p:nvSpPr>
        <p:spPr>
          <a:xfrm>
            <a:off x="7475175" y="4312438"/>
            <a:ext cx="1271700" cy="31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None/>
              <a:defRPr b="1" sz="700">
                <a:solidFill>
                  <a:schemeClr val="dk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itle">
  <p:cSld name="CUSTOM_2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idx="1" type="subTitle"/>
          </p:nvPr>
        </p:nvSpPr>
        <p:spPr>
          <a:xfrm>
            <a:off x="374550" y="915150"/>
            <a:ext cx="8394900" cy="317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122" name="Google Shape;122;p17"/>
          <p:cNvSpPr txBox="1"/>
          <p:nvPr>
            <p:ph type="title"/>
          </p:nvPr>
        </p:nvSpPr>
        <p:spPr>
          <a:xfrm>
            <a:off x="374550" y="493778"/>
            <a:ext cx="8394900" cy="296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cess Flow">
  <p:cSld name="CUSTOM_2_4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/>
          <p:cNvSpPr txBox="1"/>
          <p:nvPr>
            <p:ph idx="1" type="subTitle"/>
          </p:nvPr>
        </p:nvSpPr>
        <p:spPr>
          <a:xfrm>
            <a:off x="411300" y="553263"/>
            <a:ext cx="8321400" cy="31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125" name="Google Shape;125;p18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26" name="Google Shape;126;p18"/>
          <p:cNvSpPr txBox="1"/>
          <p:nvPr>
            <p:ph type="title"/>
          </p:nvPr>
        </p:nvSpPr>
        <p:spPr>
          <a:xfrm>
            <a:off x="81575" y="0"/>
            <a:ext cx="8657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7" name="Google Shape;127;p18"/>
          <p:cNvSpPr txBox="1"/>
          <p:nvPr>
            <p:ph idx="2" type="body"/>
          </p:nvPr>
        </p:nvSpPr>
        <p:spPr>
          <a:xfrm>
            <a:off x="569550" y="2038650"/>
            <a:ext cx="2328000" cy="24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8" name="Google Shape;128;p18"/>
          <p:cNvSpPr txBox="1"/>
          <p:nvPr>
            <p:ph idx="3" type="body"/>
          </p:nvPr>
        </p:nvSpPr>
        <p:spPr>
          <a:xfrm>
            <a:off x="6246399" y="2038650"/>
            <a:ext cx="2328000" cy="24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id="129" name="Google Shape;129;p18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8"/>
          <p:cNvSpPr txBox="1"/>
          <p:nvPr>
            <p:ph idx="4" type="body"/>
          </p:nvPr>
        </p:nvSpPr>
        <p:spPr>
          <a:xfrm>
            <a:off x="3407968" y="2038650"/>
            <a:ext cx="2328000" cy="241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Points">
  <p:cSld name="CUSTOM_2_3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idx="1" type="body"/>
          </p:nvPr>
        </p:nvSpPr>
        <p:spPr>
          <a:xfrm>
            <a:off x="569550" y="1054950"/>
            <a:ext cx="23280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3" name="Google Shape;133;p19"/>
          <p:cNvSpPr txBox="1"/>
          <p:nvPr>
            <p:ph idx="2" type="body"/>
          </p:nvPr>
        </p:nvSpPr>
        <p:spPr>
          <a:xfrm>
            <a:off x="3405375" y="1054950"/>
            <a:ext cx="23280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4" name="Google Shape;134;p19"/>
          <p:cNvSpPr txBox="1"/>
          <p:nvPr>
            <p:ph idx="3" type="body"/>
          </p:nvPr>
        </p:nvSpPr>
        <p:spPr>
          <a:xfrm>
            <a:off x="6246375" y="1054950"/>
            <a:ext cx="2328000" cy="330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5" name="Google Shape;135;p19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36" name="Google Shape;136;p19"/>
          <p:cNvSpPr txBox="1"/>
          <p:nvPr>
            <p:ph type="title"/>
          </p:nvPr>
        </p:nvSpPr>
        <p:spPr>
          <a:xfrm>
            <a:off x="81575" y="0"/>
            <a:ext cx="8657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9"/>
          <p:cNvSpPr txBox="1"/>
          <p:nvPr>
            <p:ph idx="4" type="subTitle"/>
          </p:nvPr>
        </p:nvSpPr>
        <p:spPr>
          <a:xfrm>
            <a:off x="411300" y="553275"/>
            <a:ext cx="8321400" cy="31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-width Graph">
  <p:cSld name="CUSTOM_2_3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41" name="Google Shape;141;p20"/>
          <p:cNvSpPr txBox="1"/>
          <p:nvPr>
            <p:ph type="title"/>
          </p:nvPr>
        </p:nvSpPr>
        <p:spPr>
          <a:xfrm>
            <a:off x="81575" y="0"/>
            <a:ext cx="86577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0"/>
          <p:cNvSpPr txBox="1"/>
          <p:nvPr>
            <p:ph idx="1" type="subTitle"/>
          </p:nvPr>
        </p:nvSpPr>
        <p:spPr>
          <a:xfrm>
            <a:off x="411300" y="662250"/>
            <a:ext cx="8321400" cy="31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"/>
              <a:buNone/>
              <a:defRPr b="1" sz="1200"/>
            </a:lvl9pPr>
          </a:lstStyle>
          <a:p/>
        </p:txBody>
      </p:sp>
      <p:sp>
        <p:nvSpPr>
          <p:cNvPr id="144" name="Google Shape;144;p20"/>
          <p:cNvSpPr/>
          <p:nvPr>
            <p:ph idx="2" type="pic"/>
          </p:nvPr>
        </p:nvSpPr>
        <p:spPr>
          <a:xfrm>
            <a:off x="401850" y="1143000"/>
            <a:ext cx="8340300" cy="3657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ft Purple Sidebar">
  <p:cSld name="CUSTOM_3_2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/>
          <p:nvPr/>
        </p:nvSpPr>
        <p:spPr>
          <a:xfrm>
            <a:off x="-4875" y="-4875"/>
            <a:ext cx="2286000" cy="51435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7" name="Google Shape;147;p21"/>
          <p:cNvSpPr txBox="1"/>
          <p:nvPr>
            <p:ph type="title"/>
          </p:nvPr>
        </p:nvSpPr>
        <p:spPr>
          <a:xfrm>
            <a:off x="347475" y="10333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00"/>
              <a:buNone/>
              <a:defRPr b="1" sz="1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1" type="body"/>
          </p:nvPr>
        </p:nvSpPr>
        <p:spPr>
          <a:xfrm>
            <a:off x="347525" y="1991675"/>
            <a:ext cx="1574100" cy="249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pic>
        <p:nvPicPr>
          <p:cNvPr id="149" name="Google Shape;14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:2 Columns">
  <p:cSld name="CUSTOM_6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idx="1" type="body"/>
          </p:nvPr>
        </p:nvSpPr>
        <p:spPr>
          <a:xfrm>
            <a:off x="402325" y="1054925"/>
            <a:ext cx="40452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2" name="Google Shape;152;p22"/>
          <p:cNvSpPr txBox="1"/>
          <p:nvPr>
            <p:ph idx="2" type="body"/>
          </p:nvPr>
        </p:nvSpPr>
        <p:spPr>
          <a:xfrm>
            <a:off x="4702700" y="1054925"/>
            <a:ext cx="18951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3" name="Google Shape;153;p22"/>
          <p:cNvSpPr txBox="1"/>
          <p:nvPr>
            <p:ph idx="3" type="body"/>
          </p:nvPr>
        </p:nvSpPr>
        <p:spPr>
          <a:xfrm>
            <a:off x="6852975" y="1054925"/>
            <a:ext cx="1895100" cy="340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54" name="Google Shape;154;p22"/>
          <p:cNvSpPr/>
          <p:nvPr/>
        </p:nvSpPr>
        <p:spPr>
          <a:xfrm>
            <a:off x="0" y="0"/>
            <a:ext cx="9144000" cy="368700"/>
          </a:xfrm>
          <a:prstGeom prst="rect">
            <a:avLst/>
          </a:prstGeom>
          <a:solidFill>
            <a:srgbClr val="7B189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155" name="Google Shape;155;p22"/>
          <p:cNvSpPr txBox="1"/>
          <p:nvPr>
            <p:ph type="title"/>
          </p:nvPr>
        </p:nvSpPr>
        <p:spPr>
          <a:xfrm>
            <a:off x="81725" y="0"/>
            <a:ext cx="8666400" cy="368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56" name="Google Shape;156;p22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 Right">
  <p:cSld name="CUSTOM_1_1_1_1_1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3"/>
          <p:cNvSpPr txBox="1"/>
          <p:nvPr>
            <p:ph type="title"/>
          </p:nvPr>
        </p:nvSpPr>
        <p:spPr>
          <a:xfrm>
            <a:off x="397175" y="493776"/>
            <a:ext cx="3727800" cy="60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 b="1"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9" name="Google Shape;159;p23"/>
          <p:cNvSpPr txBox="1"/>
          <p:nvPr>
            <p:ph idx="1" type="body"/>
          </p:nvPr>
        </p:nvSpPr>
        <p:spPr>
          <a:xfrm>
            <a:off x="402325" y="1248800"/>
            <a:ext cx="3722700" cy="320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60" name="Google Shape;160;p23"/>
          <p:cNvSpPr/>
          <p:nvPr>
            <p:ph idx="2" type="pic"/>
          </p:nvPr>
        </p:nvSpPr>
        <p:spPr>
          <a:xfrm>
            <a:off x="4589725" y="0"/>
            <a:ext cx="4576800" cy="5143500"/>
          </a:xfrm>
          <a:prstGeom prst="rect">
            <a:avLst/>
          </a:prstGeom>
          <a:noFill/>
          <a:ln>
            <a:noFill/>
          </a:ln>
        </p:spPr>
      </p:sp>
      <p:pic>
        <p:nvPicPr>
          <p:cNvPr id="161" name="Google Shape;161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ed Points (Up to 3)">
  <p:cSld name="CUSTOM_2_1_1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/>
          <p:nvPr/>
        </p:nvSpPr>
        <p:spPr>
          <a:xfrm>
            <a:off x="-16275" y="-6300"/>
            <a:ext cx="2297400" cy="51561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64" name="Google Shape;164;p24"/>
          <p:cNvSpPr txBox="1"/>
          <p:nvPr>
            <p:ph idx="1" type="body"/>
          </p:nvPr>
        </p:nvSpPr>
        <p:spPr>
          <a:xfrm>
            <a:off x="2648425" y="2364803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65" name="Google Shape;165;p24"/>
          <p:cNvSpPr txBox="1"/>
          <p:nvPr>
            <p:ph idx="2" type="body"/>
          </p:nvPr>
        </p:nvSpPr>
        <p:spPr>
          <a:xfrm>
            <a:off x="4763835" y="2364800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66" name="Google Shape;166;p24"/>
          <p:cNvSpPr txBox="1"/>
          <p:nvPr>
            <p:ph idx="3" type="body"/>
          </p:nvPr>
        </p:nvSpPr>
        <p:spPr>
          <a:xfrm>
            <a:off x="6879225" y="2364799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67" name="Google Shape;167;p24"/>
          <p:cNvSpPr txBox="1"/>
          <p:nvPr>
            <p:ph type="title"/>
          </p:nvPr>
        </p:nvSpPr>
        <p:spPr>
          <a:xfrm>
            <a:off x="2648441" y="2020824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8" name="Google Shape;168;p24"/>
          <p:cNvSpPr txBox="1"/>
          <p:nvPr>
            <p:ph idx="4" type="title"/>
          </p:nvPr>
        </p:nvSpPr>
        <p:spPr>
          <a:xfrm>
            <a:off x="4763827" y="2020824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9" name="Google Shape;169;p24"/>
          <p:cNvSpPr txBox="1"/>
          <p:nvPr>
            <p:ph idx="5" type="title"/>
          </p:nvPr>
        </p:nvSpPr>
        <p:spPr>
          <a:xfrm>
            <a:off x="6879227" y="2020824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70" name="Google Shape;170;p24"/>
          <p:cNvSpPr txBox="1"/>
          <p:nvPr>
            <p:ph idx="6" type="body"/>
          </p:nvPr>
        </p:nvSpPr>
        <p:spPr>
          <a:xfrm>
            <a:off x="347475" y="1991600"/>
            <a:ext cx="1574100" cy="202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sp>
        <p:nvSpPr>
          <p:cNvPr id="171" name="Google Shape;171;p24"/>
          <p:cNvSpPr txBox="1"/>
          <p:nvPr>
            <p:ph idx="7" type="title"/>
          </p:nvPr>
        </p:nvSpPr>
        <p:spPr>
          <a:xfrm>
            <a:off x="347475" y="10351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9pPr>
          </a:lstStyle>
          <a:p/>
        </p:txBody>
      </p:sp>
      <p:pic>
        <p:nvPicPr>
          <p:cNvPr id="172" name="Google Shape;17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652">
          <p15:clr>
            <a:srgbClr val="E46962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ed Points (Up to 6)">
  <p:cSld name="CUSTOM_2_1_1_1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5"/>
          <p:cNvSpPr/>
          <p:nvPr/>
        </p:nvSpPr>
        <p:spPr>
          <a:xfrm>
            <a:off x="-16275" y="-6300"/>
            <a:ext cx="2297400" cy="51561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75" name="Google Shape;175;p25"/>
          <p:cNvSpPr txBox="1"/>
          <p:nvPr>
            <p:ph idx="1" type="body"/>
          </p:nvPr>
        </p:nvSpPr>
        <p:spPr>
          <a:xfrm>
            <a:off x="2648425" y="1322387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6" name="Google Shape;176;p25"/>
          <p:cNvSpPr txBox="1"/>
          <p:nvPr>
            <p:ph idx="2" type="body"/>
          </p:nvPr>
        </p:nvSpPr>
        <p:spPr>
          <a:xfrm>
            <a:off x="4763835" y="132238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7" name="Google Shape;177;p25"/>
          <p:cNvSpPr txBox="1"/>
          <p:nvPr>
            <p:ph idx="3" type="body"/>
          </p:nvPr>
        </p:nvSpPr>
        <p:spPr>
          <a:xfrm>
            <a:off x="6879225" y="1322383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8" name="Google Shape;178;p25"/>
          <p:cNvSpPr txBox="1"/>
          <p:nvPr>
            <p:ph idx="4" type="body"/>
          </p:nvPr>
        </p:nvSpPr>
        <p:spPr>
          <a:xfrm>
            <a:off x="2648428" y="3443795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79" name="Google Shape;179;p25"/>
          <p:cNvSpPr txBox="1"/>
          <p:nvPr>
            <p:ph idx="5" type="body"/>
          </p:nvPr>
        </p:nvSpPr>
        <p:spPr>
          <a:xfrm>
            <a:off x="4763830" y="3443792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80" name="Google Shape;180;p25"/>
          <p:cNvSpPr txBox="1"/>
          <p:nvPr>
            <p:ph idx="6" type="body"/>
          </p:nvPr>
        </p:nvSpPr>
        <p:spPr>
          <a:xfrm>
            <a:off x="6879275" y="3443792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81" name="Google Shape;181;p25"/>
          <p:cNvSpPr txBox="1"/>
          <p:nvPr>
            <p:ph type="title"/>
          </p:nvPr>
        </p:nvSpPr>
        <p:spPr>
          <a:xfrm>
            <a:off x="2648441" y="978408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2" name="Google Shape;182;p25"/>
          <p:cNvSpPr txBox="1"/>
          <p:nvPr>
            <p:ph idx="7" type="title"/>
          </p:nvPr>
        </p:nvSpPr>
        <p:spPr>
          <a:xfrm>
            <a:off x="4763827" y="978408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3" name="Google Shape;183;p25"/>
          <p:cNvSpPr txBox="1"/>
          <p:nvPr>
            <p:ph idx="8" type="title"/>
          </p:nvPr>
        </p:nvSpPr>
        <p:spPr>
          <a:xfrm>
            <a:off x="6879227" y="978408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4" name="Google Shape;184;p25"/>
          <p:cNvSpPr txBox="1"/>
          <p:nvPr>
            <p:ph idx="9" type="title"/>
          </p:nvPr>
        </p:nvSpPr>
        <p:spPr>
          <a:xfrm>
            <a:off x="2648426" y="3099816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5" name="Google Shape;185;p25"/>
          <p:cNvSpPr txBox="1"/>
          <p:nvPr>
            <p:ph idx="13" type="title"/>
          </p:nvPr>
        </p:nvSpPr>
        <p:spPr>
          <a:xfrm>
            <a:off x="4763821" y="3099816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6" name="Google Shape;186;p25"/>
          <p:cNvSpPr txBox="1"/>
          <p:nvPr>
            <p:ph idx="14" type="title"/>
          </p:nvPr>
        </p:nvSpPr>
        <p:spPr>
          <a:xfrm>
            <a:off x="6879278" y="3099816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87" name="Google Shape;187;p25"/>
          <p:cNvSpPr txBox="1"/>
          <p:nvPr>
            <p:ph idx="15" type="body"/>
          </p:nvPr>
        </p:nvSpPr>
        <p:spPr>
          <a:xfrm>
            <a:off x="347475" y="1991600"/>
            <a:ext cx="1574100" cy="202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sp>
        <p:nvSpPr>
          <p:cNvPr id="188" name="Google Shape;188;p25"/>
          <p:cNvSpPr txBox="1"/>
          <p:nvPr>
            <p:ph idx="16" type="title"/>
          </p:nvPr>
        </p:nvSpPr>
        <p:spPr>
          <a:xfrm>
            <a:off x="347475" y="10351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9pPr>
          </a:lstStyle>
          <a:p/>
        </p:txBody>
      </p:sp>
      <p:pic>
        <p:nvPicPr>
          <p:cNvPr id="189" name="Google Shape;189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652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ed Points (Up to 9)">
  <p:cSld name="CUSTOM_2_1_1_1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6"/>
          <p:cNvSpPr/>
          <p:nvPr/>
        </p:nvSpPr>
        <p:spPr>
          <a:xfrm>
            <a:off x="-16275" y="-6300"/>
            <a:ext cx="2297400" cy="51561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92" name="Google Shape;192;p26"/>
          <p:cNvSpPr txBox="1"/>
          <p:nvPr>
            <p:ph idx="1" type="body"/>
          </p:nvPr>
        </p:nvSpPr>
        <p:spPr>
          <a:xfrm>
            <a:off x="2648425" y="1076898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3" name="Google Shape;193;p26"/>
          <p:cNvSpPr txBox="1"/>
          <p:nvPr>
            <p:ph idx="2" type="body"/>
          </p:nvPr>
        </p:nvSpPr>
        <p:spPr>
          <a:xfrm>
            <a:off x="4763835" y="10768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4" name="Google Shape;194;p26"/>
          <p:cNvSpPr txBox="1"/>
          <p:nvPr>
            <p:ph idx="3" type="body"/>
          </p:nvPr>
        </p:nvSpPr>
        <p:spPr>
          <a:xfrm>
            <a:off x="6879225" y="10768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5" name="Google Shape;195;p26"/>
          <p:cNvSpPr txBox="1"/>
          <p:nvPr>
            <p:ph idx="4" type="body"/>
          </p:nvPr>
        </p:nvSpPr>
        <p:spPr>
          <a:xfrm>
            <a:off x="2648428" y="2650148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6" name="Google Shape;196;p26"/>
          <p:cNvSpPr txBox="1"/>
          <p:nvPr>
            <p:ph idx="5" type="body"/>
          </p:nvPr>
        </p:nvSpPr>
        <p:spPr>
          <a:xfrm>
            <a:off x="4763830" y="265014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7" name="Google Shape;197;p26"/>
          <p:cNvSpPr txBox="1"/>
          <p:nvPr>
            <p:ph idx="6" type="body"/>
          </p:nvPr>
        </p:nvSpPr>
        <p:spPr>
          <a:xfrm>
            <a:off x="6879275" y="265014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198" name="Google Shape;198;p26"/>
          <p:cNvSpPr txBox="1"/>
          <p:nvPr>
            <p:ph type="title"/>
          </p:nvPr>
        </p:nvSpPr>
        <p:spPr>
          <a:xfrm>
            <a:off x="2648441" y="7329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9" name="Google Shape;199;p26"/>
          <p:cNvSpPr txBox="1"/>
          <p:nvPr>
            <p:ph idx="7" type="title"/>
          </p:nvPr>
        </p:nvSpPr>
        <p:spPr>
          <a:xfrm>
            <a:off x="4763827" y="7329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0" name="Google Shape;200;p26"/>
          <p:cNvSpPr txBox="1"/>
          <p:nvPr>
            <p:ph idx="8" type="title"/>
          </p:nvPr>
        </p:nvSpPr>
        <p:spPr>
          <a:xfrm>
            <a:off x="6879227" y="7329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1" name="Google Shape;201;p26"/>
          <p:cNvSpPr txBox="1"/>
          <p:nvPr>
            <p:ph idx="9" type="title"/>
          </p:nvPr>
        </p:nvSpPr>
        <p:spPr>
          <a:xfrm>
            <a:off x="2648426" y="230616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2" name="Google Shape;202;p26"/>
          <p:cNvSpPr txBox="1"/>
          <p:nvPr>
            <p:ph idx="13" type="title"/>
          </p:nvPr>
        </p:nvSpPr>
        <p:spPr>
          <a:xfrm>
            <a:off x="4763821" y="230616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3" name="Google Shape;203;p26"/>
          <p:cNvSpPr txBox="1"/>
          <p:nvPr>
            <p:ph idx="14" type="title"/>
          </p:nvPr>
        </p:nvSpPr>
        <p:spPr>
          <a:xfrm>
            <a:off x="6879278" y="230616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4" name="Google Shape;204;p26"/>
          <p:cNvSpPr txBox="1"/>
          <p:nvPr>
            <p:ph idx="15" type="body"/>
          </p:nvPr>
        </p:nvSpPr>
        <p:spPr>
          <a:xfrm>
            <a:off x="2648425" y="4223398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05" name="Google Shape;205;p26"/>
          <p:cNvSpPr txBox="1"/>
          <p:nvPr>
            <p:ph idx="16" type="body"/>
          </p:nvPr>
        </p:nvSpPr>
        <p:spPr>
          <a:xfrm>
            <a:off x="4763830" y="42233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06" name="Google Shape;206;p26"/>
          <p:cNvSpPr txBox="1"/>
          <p:nvPr>
            <p:ph idx="17" type="body"/>
          </p:nvPr>
        </p:nvSpPr>
        <p:spPr>
          <a:xfrm>
            <a:off x="6879275" y="4223394"/>
            <a:ext cx="1865400" cy="56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sp>
        <p:nvSpPr>
          <p:cNvPr id="207" name="Google Shape;207;p26"/>
          <p:cNvSpPr txBox="1"/>
          <p:nvPr>
            <p:ph idx="18" type="title"/>
          </p:nvPr>
        </p:nvSpPr>
        <p:spPr>
          <a:xfrm>
            <a:off x="4763821" y="38794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8" name="Google Shape;208;p26"/>
          <p:cNvSpPr txBox="1"/>
          <p:nvPr>
            <p:ph idx="19" type="title"/>
          </p:nvPr>
        </p:nvSpPr>
        <p:spPr>
          <a:xfrm>
            <a:off x="6879278" y="38794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9" name="Google Shape;209;p26"/>
          <p:cNvSpPr txBox="1"/>
          <p:nvPr>
            <p:ph idx="20" type="title"/>
          </p:nvPr>
        </p:nvSpPr>
        <p:spPr>
          <a:xfrm>
            <a:off x="2648441" y="3879419"/>
            <a:ext cx="1865400" cy="289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None/>
              <a:defRPr b="1"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10" name="Google Shape;210;p26"/>
          <p:cNvSpPr txBox="1"/>
          <p:nvPr>
            <p:ph idx="21" type="body"/>
          </p:nvPr>
        </p:nvSpPr>
        <p:spPr>
          <a:xfrm>
            <a:off x="347475" y="1991600"/>
            <a:ext cx="1574100" cy="2024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b="1"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b="1"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b="1" sz="1100"/>
            </a:lvl9pPr>
          </a:lstStyle>
          <a:p/>
        </p:txBody>
      </p:sp>
      <p:sp>
        <p:nvSpPr>
          <p:cNvPr id="211" name="Google Shape;211;p26"/>
          <p:cNvSpPr txBox="1"/>
          <p:nvPr>
            <p:ph idx="22" type="title"/>
          </p:nvPr>
        </p:nvSpPr>
        <p:spPr>
          <a:xfrm>
            <a:off x="347475" y="1035125"/>
            <a:ext cx="1574100" cy="875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900"/>
              <a:buNone/>
              <a:defRPr b="1" sz="1900">
                <a:solidFill>
                  <a:schemeClr val="accent3"/>
                </a:solidFill>
              </a:defRPr>
            </a:lvl9pPr>
          </a:lstStyle>
          <a:p/>
        </p:txBody>
      </p:sp>
      <p:pic>
        <p:nvPicPr>
          <p:cNvPr id="212" name="Google Shape;212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652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bsection Divider">
  <p:cSld name="TITLE_2">
    <p:bg>
      <p:bgPr>
        <a:solidFill>
          <a:schemeClr val="accen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/>
          <p:nvPr/>
        </p:nvSpPr>
        <p:spPr>
          <a:xfrm>
            <a:off x="8800775" y="4770375"/>
            <a:ext cx="343200" cy="26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5" name="Google Shape;215;p27"/>
          <p:cNvSpPr txBox="1"/>
          <p:nvPr>
            <p:ph type="title"/>
          </p:nvPr>
        </p:nvSpPr>
        <p:spPr>
          <a:xfrm>
            <a:off x="1081050" y="2337150"/>
            <a:ext cx="6981900" cy="46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/Big Statement">
  <p:cSld name="CUSTOM_9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8" name="Google Shape;21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8"/>
          <p:cNvSpPr txBox="1"/>
          <p:nvPr>
            <p:ph type="title"/>
          </p:nvPr>
        </p:nvSpPr>
        <p:spPr>
          <a:xfrm>
            <a:off x="395650" y="1496675"/>
            <a:ext cx="3730800" cy="148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1" type="subTitle"/>
          </p:nvPr>
        </p:nvSpPr>
        <p:spPr>
          <a:xfrm>
            <a:off x="395650" y="3388900"/>
            <a:ext cx="3730800" cy="58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1" name="Google Shape;221;p28"/>
          <p:cNvSpPr txBox="1"/>
          <p:nvPr>
            <p:ph idx="2" type="body"/>
          </p:nvPr>
        </p:nvSpPr>
        <p:spPr>
          <a:xfrm>
            <a:off x="4994100" y="1168200"/>
            <a:ext cx="3727800" cy="2807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2" name="Google Shape;222;p28"/>
          <p:cNvSpPr txBox="1"/>
          <p:nvPr/>
        </p:nvSpPr>
        <p:spPr>
          <a:xfrm>
            <a:off x="8588757" y="4753375"/>
            <a:ext cx="525600" cy="3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fld id="{00000000-1234-1234-1234-123412341234}" type="slidenum">
              <a:rPr lang="en" sz="8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‹#›</a:t>
            </a:fld>
            <a:endParaRPr sz="80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st Comparison">
  <p:cSld name="CUSTOM_10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9"/>
          <p:cNvSpPr/>
          <p:nvPr/>
        </p:nvSpPr>
        <p:spPr>
          <a:xfrm>
            <a:off x="0" y="0"/>
            <a:ext cx="4576800" cy="5150700"/>
          </a:xfrm>
          <a:prstGeom prst="rect">
            <a:avLst/>
          </a:prstGeom>
          <a:solidFill>
            <a:srgbClr val="FA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225" name="Google Shape;225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833363" y="56338"/>
            <a:ext cx="256033" cy="25603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9"/>
          <p:cNvSpPr txBox="1"/>
          <p:nvPr>
            <p:ph type="title"/>
          </p:nvPr>
        </p:nvSpPr>
        <p:spPr>
          <a:xfrm>
            <a:off x="395675" y="494375"/>
            <a:ext cx="3730800" cy="6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7" name="Google Shape;227;p29"/>
          <p:cNvSpPr txBox="1"/>
          <p:nvPr>
            <p:ph idx="1" type="body"/>
          </p:nvPr>
        </p:nvSpPr>
        <p:spPr>
          <a:xfrm>
            <a:off x="400325" y="1248650"/>
            <a:ext cx="3721500" cy="320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8" name="Google Shape;228;p29"/>
          <p:cNvSpPr txBox="1"/>
          <p:nvPr>
            <p:ph idx="2" type="title"/>
          </p:nvPr>
        </p:nvSpPr>
        <p:spPr>
          <a:xfrm>
            <a:off x="4984000" y="494375"/>
            <a:ext cx="3730800" cy="6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9" name="Google Shape;229;p29"/>
          <p:cNvSpPr txBox="1"/>
          <p:nvPr>
            <p:ph idx="3" type="body"/>
          </p:nvPr>
        </p:nvSpPr>
        <p:spPr>
          <a:xfrm>
            <a:off x="4984000" y="1248650"/>
            <a:ext cx="3721500" cy="320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sources">
  <p:cSld name="CUSTOM_11">
    <p:bg>
      <p:bgPr>
        <a:solidFill>
          <a:schemeClr val="accent1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0"/>
          <p:cNvSpPr txBox="1"/>
          <p:nvPr>
            <p:ph type="title"/>
          </p:nvPr>
        </p:nvSpPr>
        <p:spPr>
          <a:xfrm>
            <a:off x="374904" y="548640"/>
            <a:ext cx="8394300" cy="292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32" name="Google Shape;232;p30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30"/>
          <p:cNvSpPr txBox="1"/>
          <p:nvPr/>
        </p:nvSpPr>
        <p:spPr>
          <a:xfrm>
            <a:off x="8588757" y="4753375"/>
            <a:ext cx="525600" cy="3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fld id="{00000000-1234-1234-1234-123412341234}" type="slidenum">
              <a:rPr lang="en" sz="8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‹#›</a:t>
            </a:fld>
            <a:endParaRPr sz="800">
              <a:solidFill>
                <a:schemeClr val="lt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34" name="Google Shape;234;p30"/>
          <p:cNvSpPr txBox="1"/>
          <p:nvPr>
            <p:ph idx="1" type="body"/>
          </p:nvPr>
        </p:nvSpPr>
        <p:spPr>
          <a:xfrm>
            <a:off x="1527048" y="1271016"/>
            <a:ext cx="6090000" cy="3182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302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indent="-3302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indent="-3302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indent="-3302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indent="-3302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indent="-3302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indent="-3302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indent="-3302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indent="-3302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o Card">
  <p:cSld name="CUSTOM_11_1">
    <p:bg>
      <p:bgPr>
        <a:solidFill>
          <a:schemeClr val="accent1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31"/>
          <p:cNvPicPr preferRelativeResize="0"/>
          <p:nvPr/>
        </p:nvPicPr>
        <p:blipFill rotWithShape="1">
          <a:blip r:embed="rId2">
            <a:alphaModFix/>
          </a:blip>
          <a:srcRect b="21394" l="5653" r="78268" t="21296"/>
          <a:stretch/>
        </p:blipFill>
        <p:spPr>
          <a:xfrm>
            <a:off x="8833925" y="60136"/>
            <a:ext cx="254899" cy="248436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31"/>
          <p:cNvSpPr txBox="1"/>
          <p:nvPr>
            <p:ph type="title"/>
          </p:nvPr>
        </p:nvSpPr>
        <p:spPr>
          <a:xfrm>
            <a:off x="1100000" y="882450"/>
            <a:ext cx="6944100" cy="292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sz="3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8" name="Google Shape;238;p31"/>
          <p:cNvSpPr txBox="1"/>
          <p:nvPr>
            <p:ph idx="1" type="body"/>
          </p:nvPr>
        </p:nvSpPr>
        <p:spPr>
          <a:xfrm>
            <a:off x="1102849" y="1735850"/>
            <a:ext cx="3186900" cy="2295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indent="-419100" lvl="0" marL="457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●"/>
              <a:defRPr sz="3000">
                <a:solidFill>
                  <a:schemeClr val="lt1"/>
                </a:solidFill>
              </a:defRPr>
            </a:lvl1pPr>
            <a:lvl2pPr indent="-419100" lvl="1" marL="9144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○"/>
              <a:defRPr sz="3000">
                <a:solidFill>
                  <a:schemeClr val="lt1"/>
                </a:solidFill>
              </a:defRPr>
            </a:lvl2pPr>
            <a:lvl3pPr indent="-419100" lvl="2" marL="13716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■"/>
              <a:defRPr sz="3000">
                <a:solidFill>
                  <a:schemeClr val="lt1"/>
                </a:solidFill>
              </a:defRPr>
            </a:lvl3pPr>
            <a:lvl4pPr indent="-419100" lvl="3" marL="18288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●"/>
              <a:defRPr sz="3000">
                <a:solidFill>
                  <a:schemeClr val="lt1"/>
                </a:solidFill>
              </a:defRPr>
            </a:lvl4pPr>
            <a:lvl5pPr indent="-419100" lvl="4" marL="22860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○"/>
              <a:defRPr sz="3000">
                <a:solidFill>
                  <a:schemeClr val="lt1"/>
                </a:solidFill>
              </a:defRPr>
            </a:lvl5pPr>
            <a:lvl6pPr indent="-419100" lvl="5" marL="27432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■"/>
              <a:defRPr sz="3000">
                <a:solidFill>
                  <a:schemeClr val="lt1"/>
                </a:solidFill>
              </a:defRPr>
            </a:lvl6pPr>
            <a:lvl7pPr indent="-419100" lvl="6" marL="32004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●"/>
              <a:defRPr sz="3000">
                <a:solidFill>
                  <a:schemeClr val="lt1"/>
                </a:solidFill>
              </a:defRPr>
            </a:lvl7pPr>
            <a:lvl8pPr indent="-419100" lvl="7" marL="36576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○"/>
              <a:defRPr sz="3000">
                <a:solidFill>
                  <a:schemeClr val="lt1"/>
                </a:solidFill>
              </a:defRPr>
            </a:lvl8pPr>
            <a:lvl9pPr indent="-419100" lvl="8" marL="41148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Char char="■"/>
              <a:defRPr sz="3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9" name="Google Shape;239;p31"/>
          <p:cNvSpPr/>
          <p:nvPr/>
        </p:nvSpPr>
        <p:spPr>
          <a:xfrm>
            <a:off x="8803825" y="4762500"/>
            <a:ext cx="340200" cy="292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Poppins"/>
              <a:buNone/>
              <a:defRPr b="1" sz="28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oppins"/>
              <a:buChar char="●"/>
              <a:defRPr sz="1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●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●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○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oppins"/>
              <a:buChar char="■"/>
              <a:defRPr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8588757" y="4753375"/>
            <a:ext cx="525600" cy="3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fld id="{00000000-1234-1234-1234-123412341234}" type="slidenum">
              <a:rPr lang="en" sz="800">
                <a:solidFill>
                  <a:schemeClr val="dk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‹#›</a:t>
            </a:fld>
            <a:endParaRPr sz="800">
              <a:solidFill>
                <a:schemeClr val="dk2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Safavieh CEO In-Office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June MSBD performance · Badging simulation · Same-day induction</a:t>
            </a:r>
          </a:p>
          <a:p>
            <a:r>
              <a:t>Wayfair Small Parcel · July 2026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June 2026 MSBD · Rugs dropship · 73k ops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• 90% IFR in June — strong month; 68.3% same-day induction before 2pm (Mon–Fri)</a:t>
            </a:r>
          </a:p>
          <a:p>
            <a:pPr>
              <a:defRPr sz="1400"/>
            </a:pPr>
            <a:r>
              <a:t>• Badging sim models STATED speed — not actual induction timing</a:t>
            </a:r>
          </a:p>
          <a:p>
            <a:pPr>
              <a:defRPr sz="1400"/>
            </a:pPr>
            <a:r>
              <a:t>• Badging today: 0.5% 1-day · 9.5% 2-day · 42.5% 3-day · 84.7% fast</a:t>
            </a:r>
          </a:p>
          <a:p>
            <a:pPr>
              <a:defRPr sz="1400"/>
            </a:pPr>
            <a:r>
              <a:t>• Full policy (2pm + no cushion + weekend promise): 7.1% 1-day · 27.5% 2-day · 60.6% 3-day</a:t>
            </a:r>
          </a:p>
          <a:p>
            <a:pPr>
              <a:defRPr sz="1400"/>
            </a:pPr>
            <a:r>
              <a:t>• Weekend stated promise: all Fri/Sat placed (~17.9k) get −1 day — +7.3 pp at 3-day after policy</a:t>
            </a:r>
          </a:p>
          <a:p>
            <a:pPr>
              <a:defRPr sz="1400"/>
            </a:pPr>
            <a:r>
              <a:t>• 47% of Fri/Sat orders already ship Sat/Sun but are not promised that speed today</a:t>
            </a:r>
          </a:p>
          <a:p>
            <a:pPr>
              <a:defRPr sz="1400"/>
            </a:pPr>
            <a:r>
              <a:t>• Cutoff extension: IsBeforeCutoff=0 + before 2pm (toolkit) — 6,671 orders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Badging by speed tier — June vs full simulation</a:t>
            </a:r>
          </a:p>
        </p:txBody>
      </p:sp>
      <p:pic>
        <p:nvPicPr>
          <p:cNvPr id="3" name="Picture 2" descr="04_badging_tiers_current_vs_s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1571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Weekend shipping — incremental uplift by tier (after 2pm + no cushion)</a:t>
            </a:r>
          </a:p>
        </p:txBody>
      </p:sp>
      <p:pic>
        <p:nvPicPr>
          <p:cNvPr id="3" name="Picture 2" descr="08_weekend_incremental_by_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3536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• Simulation shaves 1 day from stated O2S for ALL Fri/Sat-placed orders (HVE order_dow 5–6)</a:t>
            </a:r>
          </a:p>
          <a:p>
            <a:pPr>
              <a:defRPr sz="1400"/>
            </a:pPr>
            <a:r>
              <a:t>• Not conditioned on actual induction day — this is what we promise customers</a:t>
            </a:r>
          </a:p>
          <a:p>
            <a:pPr>
              <a:defRPr sz="1400"/>
            </a:pPr>
            <a:r>
              <a:t>• 47% of Fri/Sat volume already ships Sat/Sun but is not promised that speed today</a:t>
            </a:r>
          </a:p>
          <a:p>
            <a:pPr>
              <a:defRPr sz="1400"/>
            </a:pPr>
            <a:r>
              <a:t>• ~17,881 Fri/Sat orders in June · incremental +5,333 at 3-day after cutoff/cushion policy</a:t>
            </a:r>
          </a:p>
          <a:p>
            <a:pPr>
              <a:defRPr sz="1400"/>
            </a:pPr>
            <a:r>
              <a:t>• Weekend incremental: +2.8 pp 1-day · +5.7 pp 2-day · +7.3 pp 3-day · +1.6 pp fast</a:t>
            </a:r>
          </a:p>
          <a:p>
            <a:pPr>
              <a:defRPr sz="1400"/>
            </a:pPr>
            <a:r>
              <a:t>• Ops must align: IFR + before-2pm induction prove delivery capability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IFR by warehouse (June MSBD)</a:t>
            </a:r>
          </a:p>
        </p:txBody>
      </p:sp>
      <p:pic>
        <p:nvPicPr>
          <p:cNvPr id="3" name="Picture 2" descr="01_ifr_by_ware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0793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Same-day induction before 2pm by warehouse</a:t>
            </a:r>
          </a:p>
        </p:txBody>
      </p:sp>
      <p:pic>
        <p:nvPicPr>
          <p:cNvPr id="3" name="Picture 2" descr="02_before_2pm_same_day_in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0622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IFR vs before-2pm induction</a:t>
            </a:r>
          </a:p>
        </p:txBody>
      </p:sp>
      <p:pic>
        <p:nvPicPr>
          <p:cNvPr id="3" name="Picture 2" descr="03_ifr_vs_before_2pm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65914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Total badging opportunity by tier</a:t>
            </a:r>
          </a:p>
        </p:txBody>
      </p:sp>
      <p:pic>
        <p:nvPicPr>
          <p:cNvPr id="3" name="Picture 2" descr="05_badging_opportunity_up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368407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3-day badge by warehouse</a:t>
            </a:r>
          </a:p>
        </p:txBody>
      </p:sp>
      <p:pic>
        <p:nvPicPr>
          <p:cNvPr id="3" name="Picture 2" descr="06_3d_badge_by_ware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94360"/>
            <a:ext cx="8503920" cy="50793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 questions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CEO conversation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• Prioritize 2pm + no cushion first — drives most 2- and 3-day badge lift</a:t>
            </a:r>
          </a:p>
          <a:p>
            <a:pPr>
              <a:defRPr sz="1400"/>
            </a:pPr>
            <a:r>
              <a:t>• Weekend stated promise affects all Fri/Sat volume — +5,333 orders at 3-day tier</a:t>
            </a:r>
          </a:p>
          <a:p>
            <a:pPr>
              <a:defRPr sz="1400"/>
            </a:pPr>
            <a:r>
              <a:t>• Can NJ/PA sites improve before-2pm induction (42–50% vs 94% Carlisle)?</a:t>
            </a:r>
          </a:p>
          <a:p>
            <a:pPr>
              <a:defRPr sz="1400"/>
            </a:pPr>
            <a:r>
              <a:t>• FedEx pickup schedule vs proposed 2pm window at each DC?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ayfair Presentation Template 2024">
  <a:themeElements>
    <a:clrScheme name="Simple Light">
      <a:dk1>
        <a:srgbClr val="363038"/>
      </a:dk1>
      <a:lt1>
        <a:srgbClr val="FFFFFF"/>
      </a:lt1>
      <a:dk2>
        <a:srgbClr val="363038"/>
      </a:dk2>
      <a:lt2>
        <a:srgbClr val="F6F0F0"/>
      </a:lt2>
      <a:accent1>
        <a:srgbClr val="7B189F"/>
      </a:accent1>
      <a:accent2>
        <a:srgbClr val="51006A"/>
      </a:accent2>
      <a:accent3>
        <a:srgbClr val="7B189F"/>
      </a:accent3>
      <a:accent4>
        <a:srgbClr val="FAF2FF"/>
      </a:accent4>
      <a:accent5>
        <a:srgbClr val="FAF2FF"/>
      </a:accent5>
      <a:accent6>
        <a:srgbClr val="FAF2FF"/>
      </a:accent6>
      <a:hlink>
        <a:srgbClr val="7B189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