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</p:sldIdLst>
  <p:sldSz cy="5143500" cx="9144000"/>
  <p:notesSz cx="6858000" cy="9144000"/>
  <p:embeddedFontLst>
    <p:embeddedFont>
      <p:font typeface="Poppins"/>
      <p:regular r:id="rId53"/>
      <p:bold r:id="rId54"/>
      <p:italic r:id="rId55"/>
      <p:boldItalic r:id="rId56"/>
    </p:embeddedFont>
    <p:embeddedFont>
      <p:font typeface="Inter"/>
      <p:regular r:id="rId57"/>
      <p:bold r:id="rId58"/>
      <p:italic r:id="rId59"/>
      <p:boldItalic r:id="rId60"/>
    </p:embeddedFont>
    <p:embeddedFont>
      <p:font typeface="Poppins Light"/>
      <p:regular r:id="rId61"/>
      <p:bold r:id="rId62"/>
      <p:italic r:id="rId63"/>
      <p:boldItalic r:id="rId64"/>
    </p:embeddedFont>
    <p:embeddedFont>
      <p:font typeface="Poppins Medium"/>
      <p:regular r:id="rId65"/>
      <p:bold r:id="rId66"/>
      <p:italic r:id="rId67"/>
      <p:boldItalic r:id="rId68"/>
    </p:embeddedFont>
    <p:embeddedFont>
      <p:font typeface="Poppins SemiBold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2">
          <p15:clr>
            <a:srgbClr val="00FFFF"/>
          </p15:clr>
        </p15:guide>
        <p15:guide id="2" pos="253">
          <p15:clr>
            <a:srgbClr val="00FFFF"/>
          </p15:clr>
        </p15:guide>
        <p15:guide id="3" pos="5516">
          <p15:clr>
            <a:srgbClr val="00FFFF"/>
          </p15:clr>
        </p15:guide>
        <p15:guide id="4" orient="horz" pos="648">
          <p15:clr>
            <a:srgbClr val="00FFFF"/>
          </p15:clr>
        </p15:guide>
        <p15:guide id="5" orient="horz" pos="2808">
          <p15:clr>
            <a:srgbClr val="00FFFF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A10E20-8E3F-4920-B6DC-949691AC5500}">
  <a:tblStyle styleId="{DBA10E20-8E3F-4920-B6DC-949691AC55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2" orient="horz"/>
        <p:guide pos="253"/>
        <p:guide pos="5516"/>
        <p:guide pos="648" orient="horz"/>
        <p:guide pos="2808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53" Type="http://schemas.openxmlformats.org/officeDocument/2006/relationships/font" Target="fonts/Poppins-regular.fntdata"/><Relationship Id="rId54" Type="http://schemas.openxmlformats.org/officeDocument/2006/relationships/font" Target="fonts/Poppins-bold.fntdata"/><Relationship Id="rId55" Type="http://schemas.openxmlformats.org/officeDocument/2006/relationships/font" Target="fonts/Poppins-italic.fntdata"/><Relationship Id="rId56" Type="http://schemas.openxmlformats.org/officeDocument/2006/relationships/font" Target="fonts/Poppins-boldItalic.fntdata"/><Relationship Id="rId57" Type="http://schemas.openxmlformats.org/officeDocument/2006/relationships/font" Target="fonts/Inter-regular.fntdata"/><Relationship Id="rId58" Type="http://schemas.openxmlformats.org/officeDocument/2006/relationships/font" Target="fonts/Inter-bold.fntdata"/><Relationship Id="rId59" Type="http://schemas.openxmlformats.org/officeDocument/2006/relationships/font" Target="fonts/Inter-italic.fntdata"/><Relationship Id="rId60" Type="http://schemas.openxmlformats.org/officeDocument/2006/relationships/font" Target="fonts/Inter-boldItalic.fntdata"/><Relationship Id="rId61" Type="http://schemas.openxmlformats.org/officeDocument/2006/relationships/font" Target="fonts/PoppinsLight-regular.fntdata"/><Relationship Id="rId62" Type="http://schemas.openxmlformats.org/officeDocument/2006/relationships/font" Target="fonts/PoppinsLight-bold.fntdata"/><Relationship Id="rId63" Type="http://schemas.openxmlformats.org/officeDocument/2006/relationships/font" Target="fonts/PoppinsLight-italic.fntdata"/><Relationship Id="rId64" Type="http://schemas.openxmlformats.org/officeDocument/2006/relationships/font" Target="fonts/PoppinsLight-boldItalic.fntdata"/><Relationship Id="rId65" Type="http://schemas.openxmlformats.org/officeDocument/2006/relationships/font" Target="fonts/PoppinsMedium-regular.fntdata"/><Relationship Id="rId66" Type="http://schemas.openxmlformats.org/officeDocument/2006/relationships/font" Target="fonts/PoppinsMedium-bold.fntdata"/><Relationship Id="rId67" Type="http://schemas.openxmlformats.org/officeDocument/2006/relationships/font" Target="fonts/PoppinsMedium-italic.fntdata"/><Relationship Id="rId68" Type="http://schemas.openxmlformats.org/officeDocument/2006/relationships/font" Target="fonts/PoppinsMedium-boldItalic.fntdata"/><Relationship Id="rId69" Type="http://schemas.openxmlformats.org/officeDocument/2006/relationships/font" Target="fonts/PoppinsSemiBold-regular.fntdata"/><Relationship Id="rId70" Type="http://schemas.openxmlformats.org/officeDocument/2006/relationships/font" Target="fonts/PoppinsSemiBold-bold.fntdata"/><Relationship Id="rId71" Type="http://schemas.openxmlformats.org/officeDocument/2006/relationships/font" Target="fonts/PoppinsSemiBold-italic.fntdata"/><Relationship Id="rId72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625" y="341635"/>
            <a:ext cx="1885872" cy="4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403625" y="1664123"/>
            <a:ext cx="7125900" cy="15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b="1" sz="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8091025" y="4740850"/>
            <a:ext cx="991800" cy="3363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03625" y="4120575"/>
            <a:ext cx="7251600" cy="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03625" y="3773025"/>
            <a:ext cx="7251600" cy="3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 type="secHead">
  <p:cSld name="SECTION_HEADER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48025" y="4754625"/>
            <a:ext cx="296100" cy="29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800775" y="4770375"/>
            <a:ext cx="343200" cy="26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03625" y="1664125"/>
            <a:ext cx="7123200" cy="1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03775" y="3776472"/>
            <a:ext cx="7251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5696712" y="-118872"/>
            <a:ext cx="3575400" cy="5385900"/>
          </a:xfrm>
          <a:prstGeom prst="rect">
            <a:avLst/>
          </a:prstGeom>
        </p:spPr>
        <p:txBody>
          <a:bodyPr anchorCtr="0" anchor="b" bIns="0" lIns="0" spcFirstLastPara="1" rIns="36575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0"/>
              <a:buNone/>
              <a:defRPr sz="3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55800" y="60136"/>
            <a:ext cx="254899" cy="24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951125" y="295825"/>
            <a:ext cx="3881100" cy="455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●"/>
              <a:defRPr b="1" sz="1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0187" y="1208813"/>
            <a:ext cx="1675826" cy="16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347550" y="3015650"/>
            <a:ext cx="3881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AND_BODY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951125" y="295825"/>
            <a:ext cx="3881100" cy="455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●"/>
              <a:defRPr b="1" sz="1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50187" y="1208813"/>
            <a:ext cx="1675826" cy="16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347550" y="3015650"/>
            <a:ext cx="3881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type="title"/>
          </p:nvPr>
        </p:nvSpPr>
        <p:spPr>
          <a:xfrm>
            <a:off x="81575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(1:3 Blank)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" type="body"/>
          </p:nvPr>
        </p:nvSpPr>
        <p:spPr>
          <a:xfrm>
            <a:off x="402325" y="1054925"/>
            <a:ext cx="18951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/>
          <p:nvPr>
            <p:ph type="title"/>
          </p:nvPr>
        </p:nvSpPr>
        <p:spPr>
          <a:xfrm>
            <a:off x="81575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43" name="Google Shape;43;p8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/>
          <p:nvPr>
            <p:ph type="title"/>
          </p:nvPr>
        </p:nvSpPr>
        <p:spPr>
          <a:xfrm>
            <a:off x="81800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402325" y="1054925"/>
            <a:ext cx="4045200" cy="3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4702700" y="1054925"/>
            <a:ext cx="4045200" cy="3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(Full width)">
  <p:cSld name="CUSTOM_8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" type="body"/>
          </p:nvPr>
        </p:nvSpPr>
        <p:spPr>
          <a:xfrm>
            <a:off x="402325" y="751999"/>
            <a:ext cx="8346000" cy="3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/>
          <p:nvPr>
            <p:ph type="title"/>
          </p:nvPr>
        </p:nvSpPr>
        <p:spPr>
          <a:xfrm>
            <a:off x="81575" y="0"/>
            <a:ext cx="86757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8">
          <p15:clr>
            <a:srgbClr val="E46962"/>
          </p15:clr>
        </p15:guide>
        <p15:guide id="2" orient="horz" pos="66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">
  <p:cSld name="SECTION_TITLE_AND_DESCRIPTI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402325" y="1054925"/>
            <a:ext cx="1895100" cy="3402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10"/>
          <p:cNvSpPr txBox="1"/>
          <p:nvPr>
            <p:ph idx="2" type="body"/>
          </p:nvPr>
        </p:nvSpPr>
        <p:spPr>
          <a:xfrm>
            <a:off x="2552500" y="1054925"/>
            <a:ext cx="1895100" cy="3402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10"/>
          <p:cNvSpPr txBox="1"/>
          <p:nvPr>
            <p:ph idx="3" type="body"/>
          </p:nvPr>
        </p:nvSpPr>
        <p:spPr>
          <a:xfrm>
            <a:off x="4702700" y="1054925"/>
            <a:ext cx="1895100" cy="3402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10"/>
          <p:cNvSpPr txBox="1"/>
          <p:nvPr>
            <p:ph idx="4" type="body"/>
          </p:nvPr>
        </p:nvSpPr>
        <p:spPr>
          <a:xfrm>
            <a:off x="6852975" y="1054925"/>
            <a:ext cx="1895100" cy="34029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" name="Google Shape;57;p10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58" name="Google Shape;58;p10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 txBox="1"/>
          <p:nvPr>
            <p:ph type="title"/>
          </p:nvPr>
        </p:nvSpPr>
        <p:spPr>
          <a:xfrm>
            <a:off x="81800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– Images">
  <p:cSld name="SECTION_TITLE_AND_DESCRIPTION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402325" y="2304075"/>
            <a:ext cx="1895100" cy="2153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2552500" y="2304075"/>
            <a:ext cx="1895100" cy="2153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" name="Google Shape;63;p11"/>
          <p:cNvSpPr txBox="1"/>
          <p:nvPr>
            <p:ph idx="3" type="body"/>
          </p:nvPr>
        </p:nvSpPr>
        <p:spPr>
          <a:xfrm>
            <a:off x="4702700" y="2304075"/>
            <a:ext cx="1895100" cy="2153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" name="Google Shape;64;p11"/>
          <p:cNvSpPr txBox="1"/>
          <p:nvPr>
            <p:ph idx="4" type="body"/>
          </p:nvPr>
        </p:nvSpPr>
        <p:spPr>
          <a:xfrm>
            <a:off x="6852975" y="2304075"/>
            <a:ext cx="1895100" cy="21537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p11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1"/>
          <p:cNvSpPr txBox="1"/>
          <p:nvPr>
            <p:ph type="title"/>
          </p:nvPr>
        </p:nvSpPr>
        <p:spPr>
          <a:xfrm>
            <a:off x="81800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1"/>
          <p:cNvSpPr/>
          <p:nvPr>
            <p:ph idx="5" type="pic"/>
          </p:nvPr>
        </p:nvSpPr>
        <p:spPr>
          <a:xfrm>
            <a:off x="442250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/>
          <p:nvPr>
            <p:ph idx="6" type="pic"/>
          </p:nvPr>
        </p:nvSpPr>
        <p:spPr>
          <a:xfrm>
            <a:off x="2592488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/>
          <p:nvPr>
            <p:ph idx="7" type="pic"/>
          </p:nvPr>
        </p:nvSpPr>
        <p:spPr>
          <a:xfrm>
            <a:off x="4742688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/>
          <p:nvPr>
            <p:ph idx="8" type="pic"/>
          </p:nvPr>
        </p:nvSpPr>
        <p:spPr>
          <a:xfrm>
            <a:off x="6892888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8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– Topic Groups">
  <p:cSld name="SECTION_TITLE_AND_DESCRIPTION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402325" y="2978800"/>
            <a:ext cx="1895100" cy="1479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2552500" y="2978800"/>
            <a:ext cx="1895100" cy="1479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2"/>
          <p:cNvSpPr txBox="1"/>
          <p:nvPr>
            <p:ph idx="3" type="body"/>
          </p:nvPr>
        </p:nvSpPr>
        <p:spPr>
          <a:xfrm>
            <a:off x="4702700" y="2978800"/>
            <a:ext cx="1895100" cy="1479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2"/>
          <p:cNvSpPr txBox="1"/>
          <p:nvPr>
            <p:ph idx="4" type="body"/>
          </p:nvPr>
        </p:nvSpPr>
        <p:spPr>
          <a:xfrm>
            <a:off x="6852975" y="2978800"/>
            <a:ext cx="1895100" cy="1479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2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2"/>
          <p:cNvSpPr txBox="1"/>
          <p:nvPr>
            <p:ph type="title"/>
          </p:nvPr>
        </p:nvSpPr>
        <p:spPr>
          <a:xfrm>
            <a:off x="81800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2"/>
          <p:cNvSpPr/>
          <p:nvPr>
            <p:ph idx="5" type="pic"/>
          </p:nvPr>
        </p:nvSpPr>
        <p:spPr>
          <a:xfrm>
            <a:off x="1559125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2"/>
          <p:cNvSpPr/>
          <p:nvPr>
            <p:ph idx="6" type="pic"/>
          </p:nvPr>
        </p:nvSpPr>
        <p:spPr>
          <a:xfrm>
            <a:off x="5769863" y="1054925"/>
            <a:ext cx="1815000" cy="11367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2"/>
          <p:cNvSpPr txBox="1"/>
          <p:nvPr>
            <p:ph idx="7" type="subTitle"/>
          </p:nvPr>
        </p:nvSpPr>
        <p:spPr>
          <a:xfrm>
            <a:off x="496075" y="2368025"/>
            <a:ext cx="3941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8" type="subTitle"/>
          </p:nvPr>
        </p:nvSpPr>
        <p:spPr>
          <a:xfrm>
            <a:off x="4706825" y="2368025"/>
            <a:ext cx="3941100" cy="3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– Stats">
  <p:cSld name="SECTION_TITLE_AND_DESCRIPTION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02325" y="2305600"/>
            <a:ext cx="1895100" cy="2025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3"/>
          <p:cNvSpPr txBox="1"/>
          <p:nvPr>
            <p:ph idx="2" type="body"/>
          </p:nvPr>
        </p:nvSpPr>
        <p:spPr>
          <a:xfrm>
            <a:off x="2552500" y="2305600"/>
            <a:ext cx="1895100" cy="2025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3"/>
          <p:cNvSpPr txBox="1"/>
          <p:nvPr>
            <p:ph idx="3" type="body"/>
          </p:nvPr>
        </p:nvSpPr>
        <p:spPr>
          <a:xfrm>
            <a:off x="4702700" y="2305600"/>
            <a:ext cx="1895100" cy="2025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3"/>
          <p:cNvSpPr txBox="1"/>
          <p:nvPr>
            <p:ph idx="4" type="body"/>
          </p:nvPr>
        </p:nvSpPr>
        <p:spPr>
          <a:xfrm>
            <a:off x="6852975" y="2305600"/>
            <a:ext cx="1895100" cy="20259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3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title"/>
          </p:nvPr>
        </p:nvSpPr>
        <p:spPr>
          <a:xfrm>
            <a:off x="81800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5" type="title"/>
          </p:nvPr>
        </p:nvSpPr>
        <p:spPr>
          <a:xfrm>
            <a:off x="400300" y="1609344"/>
            <a:ext cx="18927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6" type="title"/>
          </p:nvPr>
        </p:nvSpPr>
        <p:spPr>
          <a:xfrm>
            <a:off x="4700763" y="1609350"/>
            <a:ext cx="18927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94" name="Google Shape;94;p13"/>
          <p:cNvSpPr txBox="1"/>
          <p:nvPr>
            <p:ph idx="7" type="title"/>
          </p:nvPr>
        </p:nvSpPr>
        <p:spPr>
          <a:xfrm>
            <a:off x="6849725" y="1609350"/>
            <a:ext cx="18927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95" name="Google Shape;95;p13"/>
          <p:cNvSpPr txBox="1"/>
          <p:nvPr>
            <p:ph idx="8" type="title"/>
          </p:nvPr>
        </p:nvSpPr>
        <p:spPr>
          <a:xfrm>
            <a:off x="2549913" y="1609350"/>
            <a:ext cx="18927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ard">
  <p:cSld name="TITLE_1">
    <p:bg>
      <p:bgPr>
        <a:solidFill>
          <a:schemeClr val="accen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4812" y="1963319"/>
            <a:ext cx="5334377" cy="12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258425" y="4850025"/>
            <a:ext cx="844500" cy="23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/Milestones">
  <p:cSld name="CUSTOM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3498800"/>
            <a:ext cx="9144000" cy="16446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02325" y="1041047"/>
            <a:ext cx="1895100" cy="17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2551375" y="1041037"/>
            <a:ext cx="1895100" cy="17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04" name="Google Shape;104;p16"/>
          <p:cNvCxnSpPr/>
          <p:nvPr/>
        </p:nvCxnSpPr>
        <p:spPr>
          <a:xfrm>
            <a:off x="1135875" y="4673050"/>
            <a:ext cx="7070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6"/>
          <p:cNvSpPr txBox="1"/>
          <p:nvPr>
            <p:ph idx="3" type="body"/>
          </p:nvPr>
        </p:nvSpPr>
        <p:spPr>
          <a:xfrm>
            <a:off x="4700425" y="1052565"/>
            <a:ext cx="1895100" cy="17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404775" y="3852925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1" sz="1050"/>
            </a:lvl9pPr>
          </a:lstStyle>
          <a:p/>
        </p:txBody>
      </p:sp>
      <p:sp>
        <p:nvSpPr>
          <p:cNvPr id="107" name="Google Shape;107;p16"/>
          <p:cNvSpPr txBox="1"/>
          <p:nvPr>
            <p:ph idx="4" type="title"/>
          </p:nvPr>
        </p:nvSpPr>
        <p:spPr>
          <a:xfrm>
            <a:off x="404775" y="4312438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1" sz="700"/>
            </a:lvl9pPr>
          </a:lstStyle>
          <a:p/>
        </p:txBody>
      </p:sp>
      <p:sp>
        <p:nvSpPr>
          <p:cNvPr id="108" name="Google Shape;108;p16"/>
          <p:cNvSpPr txBox="1"/>
          <p:nvPr>
            <p:ph idx="5" type="title"/>
          </p:nvPr>
        </p:nvSpPr>
        <p:spPr>
          <a:xfrm>
            <a:off x="5707575" y="3852925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6" type="title"/>
          </p:nvPr>
        </p:nvSpPr>
        <p:spPr>
          <a:xfrm>
            <a:off x="5707575" y="4312438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title"/>
          </p:nvPr>
        </p:nvSpPr>
        <p:spPr>
          <a:xfrm>
            <a:off x="2172375" y="3852925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8" type="title"/>
          </p:nvPr>
        </p:nvSpPr>
        <p:spPr>
          <a:xfrm>
            <a:off x="2172363" y="4312438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9" type="title"/>
          </p:nvPr>
        </p:nvSpPr>
        <p:spPr>
          <a:xfrm>
            <a:off x="3939975" y="3852925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3" type="title"/>
          </p:nvPr>
        </p:nvSpPr>
        <p:spPr>
          <a:xfrm>
            <a:off x="3939963" y="4312438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4" type="body"/>
          </p:nvPr>
        </p:nvSpPr>
        <p:spPr>
          <a:xfrm>
            <a:off x="6852900" y="1052565"/>
            <a:ext cx="1895100" cy="17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16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16" name="Google Shape;116;p16"/>
          <p:cNvSpPr txBox="1"/>
          <p:nvPr>
            <p:ph idx="15" type="title"/>
          </p:nvPr>
        </p:nvSpPr>
        <p:spPr>
          <a:xfrm>
            <a:off x="81575" y="0"/>
            <a:ext cx="86577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6" type="title"/>
          </p:nvPr>
        </p:nvSpPr>
        <p:spPr>
          <a:xfrm>
            <a:off x="7475175" y="3852925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b="1" sz="105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" name="Google Shape;119;p16"/>
          <p:cNvSpPr txBox="1"/>
          <p:nvPr>
            <p:ph idx="17" type="title"/>
          </p:nvPr>
        </p:nvSpPr>
        <p:spPr>
          <a:xfrm>
            <a:off x="7475175" y="4312438"/>
            <a:ext cx="12717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b="1" sz="7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itle">
  <p:cSld name="CUSTOM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" type="subTitle"/>
          </p:nvPr>
        </p:nvSpPr>
        <p:spPr>
          <a:xfrm>
            <a:off x="374550" y="915150"/>
            <a:ext cx="8394900" cy="3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374550" y="493778"/>
            <a:ext cx="8394900" cy="29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cess Flow">
  <p:cSld name="CUSTOM_2_4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411300" y="553263"/>
            <a:ext cx="8321400" cy="3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25" name="Google Shape;125;p18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81575" y="0"/>
            <a:ext cx="8657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2" type="body"/>
          </p:nvPr>
        </p:nvSpPr>
        <p:spPr>
          <a:xfrm>
            <a:off x="569550" y="2038650"/>
            <a:ext cx="2328000" cy="24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18"/>
          <p:cNvSpPr txBox="1"/>
          <p:nvPr>
            <p:ph idx="3" type="body"/>
          </p:nvPr>
        </p:nvSpPr>
        <p:spPr>
          <a:xfrm>
            <a:off x="6246399" y="2038650"/>
            <a:ext cx="2328000" cy="24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4" type="body"/>
          </p:nvPr>
        </p:nvSpPr>
        <p:spPr>
          <a:xfrm>
            <a:off x="3407968" y="2038650"/>
            <a:ext cx="2328000" cy="24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oints">
  <p:cSld name="CUSTOM_2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569550" y="1054950"/>
            <a:ext cx="2328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2" type="body"/>
          </p:nvPr>
        </p:nvSpPr>
        <p:spPr>
          <a:xfrm>
            <a:off x="3405375" y="1054950"/>
            <a:ext cx="2328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3" type="body"/>
          </p:nvPr>
        </p:nvSpPr>
        <p:spPr>
          <a:xfrm>
            <a:off x="6246375" y="1054950"/>
            <a:ext cx="2328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19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81575" y="0"/>
            <a:ext cx="86577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>
            <p:ph idx="4" type="subTitle"/>
          </p:nvPr>
        </p:nvSpPr>
        <p:spPr>
          <a:xfrm>
            <a:off x="411300" y="553275"/>
            <a:ext cx="8321400" cy="3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Graph">
  <p:cSld name="CUSTOM_2_3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81575" y="0"/>
            <a:ext cx="86577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11300" y="662250"/>
            <a:ext cx="8321400" cy="3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44" name="Google Shape;144;p20"/>
          <p:cNvSpPr/>
          <p:nvPr>
            <p:ph idx="2" type="pic"/>
          </p:nvPr>
        </p:nvSpPr>
        <p:spPr>
          <a:xfrm>
            <a:off x="401850" y="1143000"/>
            <a:ext cx="8340300" cy="365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Purple Sidebar">
  <p:cSld name="CUSTOM_3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-4875" y="-4875"/>
            <a:ext cx="2286000" cy="51435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 txBox="1"/>
          <p:nvPr>
            <p:ph type="title"/>
          </p:nvPr>
        </p:nvSpPr>
        <p:spPr>
          <a:xfrm>
            <a:off x="347475" y="1033325"/>
            <a:ext cx="1574100" cy="87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 b="1" sz="19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347525" y="1991675"/>
            <a:ext cx="1574100" cy="24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9pPr>
          </a:lstStyle>
          <a:p/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:2 Columns">
  <p:cSld name="CUSTOM_6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02325" y="1054925"/>
            <a:ext cx="4045200" cy="3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2"/>
          <p:cNvSpPr txBox="1"/>
          <p:nvPr>
            <p:ph idx="2" type="body"/>
          </p:nvPr>
        </p:nvSpPr>
        <p:spPr>
          <a:xfrm>
            <a:off x="4702700" y="1054925"/>
            <a:ext cx="1895100" cy="3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3" name="Google Shape;153;p22"/>
          <p:cNvSpPr txBox="1"/>
          <p:nvPr>
            <p:ph idx="3" type="body"/>
          </p:nvPr>
        </p:nvSpPr>
        <p:spPr>
          <a:xfrm>
            <a:off x="6852975" y="1054925"/>
            <a:ext cx="1895100" cy="34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22"/>
          <p:cNvSpPr/>
          <p:nvPr/>
        </p:nvSpPr>
        <p:spPr>
          <a:xfrm>
            <a:off x="0" y="0"/>
            <a:ext cx="9144000" cy="368700"/>
          </a:xfrm>
          <a:prstGeom prst="rect">
            <a:avLst/>
          </a:prstGeom>
          <a:solidFill>
            <a:srgbClr val="7B1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12121"/>
              </a:solidFill>
            </a:endParaRPr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81725" y="0"/>
            <a:ext cx="8666400" cy="36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 Right">
  <p:cSld name="CUSTOM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97175" y="493776"/>
            <a:ext cx="3727800" cy="6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02325" y="1248800"/>
            <a:ext cx="3722700" cy="320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23"/>
          <p:cNvSpPr/>
          <p:nvPr>
            <p:ph idx="2" type="pic"/>
          </p:nvPr>
        </p:nvSpPr>
        <p:spPr>
          <a:xfrm>
            <a:off x="4589725" y="0"/>
            <a:ext cx="45768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1" name="Google Shape;16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Points (Up to 3)">
  <p:cSld name="CUSTOM_2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-16275" y="-6300"/>
            <a:ext cx="2297400" cy="51561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2648425" y="2364803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" name="Google Shape;165;p24"/>
          <p:cNvSpPr txBox="1"/>
          <p:nvPr>
            <p:ph idx="2" type="body"/>
          </p:nvPr>
        </p:nvSpPr>
        <p:spPr>
          <a:xfrm>
            <a:off x="4763835" y="2364800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24"/>
          <p:cNvSpPr txBox="1"/>
          <p:nvPr>
            <p:ph idx="3" type="body"/>
          </p:nvPr>
        </p:nvSpPr>
        <p:spPr>
          <a:xfrm>
            <a:off x="6879225" y="2364799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7" name="Google Shape;167;p24"/>
          <p:cNvSpPr txBox="1"/>
          <p:nvPr>
            <p:ph type="title"/>
          </p:nvPr>
        </p:nvSpPr>
        <p:spPr>
          <a:xfrm>
            <a:off x="2648441" y="2020824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4" type="title"/>
          </p:nvPr>
        </p:nvSpPr>
        <p:spPr>
          <a:xfrm>
            <a:off x="4763827" y="2020824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24"/>
          <p:cNvSpPr txBox="1"/>
          <p:nvPr>
            <p:ph idx="5" type="title"/>
          </p:nvPr>
        </p:nvSpPr>
        <p:spPr>
          <a:xfrm>
            <a:off x="6879227" y="2020824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24"/>
          <p:cNvSpPr txBox="1"/>
          <p:nvPr>
            <p:ph idx="6" type="body"/>
          </p:nvPr>
        </p:nvSpPr>
        <p:spPr>
          <a:xfrm>
            <a:off x="347475" y="1991600"/>
            <a:ext cx="15741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9pPr>
          </a:lstStyle>
          <a:p/>
        </p:txBody>
      </p:sp>
      <p:sp>
        <p:nvSpPr>
          <p:cNvPr id="171" name="Google Shape;171;p24"/>
          <p:cNvSpPr txBox="1"/>
          <p:nvPr>
            <p:ph idx="7" type="title"/>
          </p:nvPr>
        </p:nvSpPr>
        <p:spPr>
          <a:xfrm>
            <a:off x="347475" y="1035125"/>
            <a:ext cx="1574100" cy="87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172" name="Google Shape;17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5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Points (Up to 6)">
  <p:cSld name="CUSTOM_2_1_1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-16275" y="-6300"/>
            <a:ext cx="2297400" cy="51561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2648425" y="1322387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" name="Google Shape;176;p25"/>
          <p:cNvSpPr txBox="1"/>
          <p:nvPr>
            <p:ph idx="2" type="body"/>
          </p:nvPr>
        </p:nvSpPr>
        <p:spPr>
          <a:xfrm>
            <a:off x="4763835" y="132238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25"/>
          <p:cNvSpPr txBox="1"/>
          <p:nvPr>
            <p:ph idx="3" type="body"/>
          </p:nvPr>
        </p:nvSpPr>
        <p:spPr>
          <a:xfrm>
            <a:off x="6879225" y="1322383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8" name="Google Shape;178;p25"/>
          <p:cNvSpPr txBox="1"/>
          <p:nvPr>
            <p:ph idx="4" type="body"/>
          </p:nvPr>
        </p:nvSpPr>
        <p:spPr>
          <a:xfrm>
            <a:off x="2648428" y="3443795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25"/>
          <p:cNvSpPr txBox="1"/>
          <p:nvPr>
            <p:ph idx="5" type="body"/>
          </p:nvPr>
        </p:nvSpPr>
        <p:spPr>
          <a:xfrm>
            <a:off x="4763830" y="3443792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25"/>
          <p:cNvSpPr txBox="1"/>
          <p:nvPr>
            <p:ph idx="6" type="body"/>
          </p:nvPr>
        </p:nvSpPr>
        <p:spPr>
          <a:xfrm>
            <a:off x="6879275" y="3443792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648441" y="978408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7" type="title"/>
          </p:nvPr>
        </p:nvSpPr>
        <p:spPr>
          <a:xfrm>
            <a:off x="4763827" y="978408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8" type="title"/>
          </p:nvPr>
        </p:nvSpPr>
        <p:spPr>
          <a:xfrm>
            <a:off x="6879227" y="978408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9" type="title"/>
          </p:nvPr>
        </p:nvSpPr>
        <p:spPr>
          <a:xfrm>
            <a:off x="2648426" y="3099816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13" type="title"/>
          </p:nvPr>
        </p:nvSpPr>
        <p:spPr>
          <a:xfrm>
            <a:off x="4763821" y="3099816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14" type="title"/>
          </p:nvPr>
        </p:nvSpPr>
        <p:spPr>
          <a:xfrm>
            <a:off x="6879278" y="3099816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15" type="body"/>
          </p:nvPr>
        </p:nvSpPr>
        <p:spPr>
          <a:xfrm>
            <a:off x="347475" y="1991600"/>
            <a:ext cx="15741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9pPr>
          </a:lstStyle>
          <a:p/>
        </p:txBody>
      </p:sp>
      <p:sp>
        <p:nvSpPr>
          <p:cNvPr id="188" name="Google Shape;188;p25"/>
          <p:cNvSpPr txBox="1"/>
          <p:nvPr>
            <p:ph idx="16" type="title"/>
          </p:nvPr>
        </p:nvSpPr>
        <p:spPr>
          <a:xfrm>
            <a:off x="347475" y="1035125"/>
            <a:ext cx="1574100" cy="87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189" name="Google Shape;18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5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Points (Up to 9)">
  <p:cSld name="CUSTOM_2_1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/>
          <p:nvPr/>
        </p:nvSpPr>
        <p:spPr>
          <a:xfrm>
            <a:off x="-16275" y="-6300"/>
            <a:ext cx="2297400" cy="51561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2648425" y="1076898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26"/>
          <p:cNvSpPr txBox="1"/>
          <p:nvPr>
            <p:ph idx="2" type="body"/>
          </p:nvPr>
        </p:nvSpPr>
        <p:spPr>
          <a:xfrm>
            <a:off x="4763835" y="107689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26"/>
          <p:cNvSpPr txBox="1"/>
          <p:nvPr>
            <p:ph idx="3" type="body"/>
          </p:nvPr>
        </p:nvSpPr>
        <p:spPr>
          <a:xfrm>
            <a:off x="6879225" y="107689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26"/>
          <p:cNvSpPr txBox="1"/>
          <p:nvPr>
            <p:ph idx="4" type="body"/>
          </p:nvPr>
        </p:nvSpPr>
        <p:spPr>
          <a:xfrm>
            <a:off x="2648428" y="2650148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6" name="Google Shape;196;p26"/>
          <p:cNvSpPr txBox="1"/>
          <p:nvPr>
            <p:ph idx="5" type="body"/>
          </p:nvPr>
        </p:nvSpPr>
        <p:spPr>
          <a:xfrm>
            <a:off x="4763830" y="265014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7" name="Google Shape;197;p26"/>
          <p:cNvSpPr txBox="1"/>
          <p:nvPr>
            <p:ph idx="6" type="body"/>
          </p:nvPr>
        </p:nvSpPr>
        <p:spPr>
          <a:xfrm>
            <a:off x="6879275" y="265014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8" name="Google Shape;198;p26"/>
          <p:cNvSpPr txBox="1"/>
          <p:nvPr>
            <p:ph type="title"/>
          </p:nvPr>
        </p:nvSpPr>
        <p:spPr>
          <a:xfrm>
            <a:off x="2648441" y="7329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9" name="Google Shape;199;p26"/>
          <p:cNvSpPr txBox="1"/>
          <p:nvPr>
            <p:ph idx="7" type="title"/>
          </p:nvPr>
        </p:nvSpPr>
        <p:spPr>
          <a:xfrm>
            <a:off x="4763827" y="7329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0" name="Google Shape;200;p26"/>
          <p:cNvSpPr txBox="1"/>
          <p:nvPr>
            <p:ph idx="8" type="title"/>
          </p:nvPr>
        </p:nvSpPr>
        <p:spPr>
          <a:xfrm>
            <a:off x="6879227" y="7329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26"/>
          <p:cNvSpPr txBox="1"/>
          <p:nvPr>
            <p:ph idx="9" type="title"/>
          </p:nvPr>
        </p:nvSpPr>
        <p:spPr>
          <a:xfrm>
            <a:off x="2648426" y="230616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3" type="title"/>
          </p:nvPr>
        </p:nvSpPr>
        <p:spPr>
          <a:xfrm>
            <a:off x="4763821" y="230616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4" type="title"/>
          </p:nvPr>
        </p:nvSpPr>
        <p:spPr>
          <a:xfrm>
            <a:off x="6879278" y="230616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5" type="body"/>
          </p:nvPr>
        </p:nvSpPr>
        <p:spPr>
          <a:xfrm>
            <a:off x="2648425" y="4223398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5" name="Google Shape;205;p26"/>
          <p:cNvSpPr txBox="1"/>
          <p:nvPr>
            <p:ph idx="16" type="body"/>
          </p:nvPr>
        </p:nvSpPr>
        <p:spPr>
          <a:xfrm>
            <a:off x="4763830" y="422339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6" name="Google Shape;206;p26"/>
          <p:cNvSpPr txBox="1"/>
          <p:nvPr>
            <p:ph idx="17" type="body"/>
          </p:nvPr>
        </p:nvSpPr>
        <p:spPr>
          <a:xfrm>
            <a:off x="6879275" y="4223394"/>
            <a:ext cx="1865400" cy="5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7" name="Google Shape;207;p26"/>
          <p:cNvSpPr txBox="1"/>
          <p:nvPr>
            <p:ph idx="18" type="title"/>
          </p:nvPr>
        </p:nvSpPr>
        <p:spPr>
          <a:xfrm>
            <a:off x="4763821" y="38794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19" type="title"/>
          </p:nvPr>
        </p:nvSpPr>
        <p:spPr>
          <a:xfrm>
            <a:off x="6879278" y="38794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9" name="Google Shape;209;p26"/>
          <p:cNvSpPr txBox="1"/>
          <p:nvPr>
            <p:ph idx="20" type="title"/>
          </p:nvPr>
        </p:nvSpPr>
        <p:spPr>
          <a:xfrm>
            <a:off x="2648441" y="3879419"/>
            <a:ext cx="1865400" cy="2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21" type="body"/>
          </p:nvPr>
        </p:nvSpPr>
        <p:spPr>
          <a:xfrm>
            <a:off x="347475" y="1991600"/>
            <a:ext cx="1574100" cy="202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b="1"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b="1"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b="1" sz="1100"/>
            </a:lvl9pPr>
          </a:lstStyle>
          <a:p/>
        </p:txBody>
      </p:sp>
      <p:sp>
        <p:nvSpPr>
          <p:cNvPr id="211" name="Google Shape;211;p26"/>
          <p:cNvSpPr txBox="1"/>
          <p:nvPr>
            <p:ph idx="22" type="title"/>
          </p:nvPr>
        </p:nvSpPr>
        <p:spPr>
          <a:xfrm>
            <a:off x="347475" y="1035125"/>
            <a:ext cx="1574100" cy="87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None/>
              <a:defRPr b="1" sz="19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212" name="Google Shape;21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5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Divider">
  <p:cSld name="TITLE_2">
    <p:bg>
      <p:bgPr>
        <a:solidFill>
          <a:schemeClr val="accen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/>
          <p:nvPr/>
        </p:nvSpPr>
        <p:spPr>
          <a:xfrm>
            <a:off x="8800775" y="4770375"/>
            <a:ext cx="343200" cy="26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1081050" y="2337150"/>
            <a:ext cx="6981900" cy="46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/Big Statement">
  <p:cSld name="CUSTOM_9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>
            <p:ph type="title"/>
          </p:nvPr>
        </p:nvSpPr>
        <p:spPr>
          <a:xfrm>
            <a:off x="395650" y="1496675"/>
            <a:ext cx="3730800" cy="14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1" type="subTitle"/>
          </p:nvPr>
        </p:nvSpPr>
        <p:spPr>
          <a:xfrm>
            <a:off x="395650" y="3388900"/>
            <a:ext cx="3730800" cy="5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2" type="body"/>
          </p:nvPr>
        </p:nvSpPr>
        <p:spPr>
          <a:xfrm>
            <a:off x="4994100" y="1168200"/>
            <a:ext cx="3727800" cy="28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2" name="Google Shape;222;p28"/>
          <p:cNvSpPr txBox="1"/>
          <p:nvPr/>
        </p:nvSpPr>
        <p:spPr>
          <a:xfrm>
            <a:off x="8588757" y="4753375"/>
            <a:ext cx="5256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fld id="{00000000-1234-1234-1234-123412341234}" type="slidenum">
              <a:rPr lang="en"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‹#›</a:t>
            </a:fld>
            <a:endParaRPr sz="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Comparison">
  <p:cSld name="CUSTOM_10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/>
        </p:nvSpPr>
        <p:spPr>
          <a:xfrm>
            <a:off x="0" y="0"/>
            <a:ext cx="4576800" cy="5150700"/>
          </a:xfrm>
          <a:prstGeom prst="rect">
            <a:avLst/>
          </a:prstGeom>
          <a:solidFill>
            <a:srgbClr val="FA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833363" y="56338"/>
            <a:ext cx="256033" cy="25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>
            <p:ph type="title"/>
          </p:nvPr>
        </p:nvSpPr>
        <p:spPr>
          <a:xfrm>
            <a:off x="395675" y="494375"/>
            <a:ext cx="3730800" cy="6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400325" y="1248650"/>
            <a:ext cx="3721500" cy="32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29"/>
          <p:cNvSpPr txBox="1"/>
          <p:nvPr>
            <p:ph idx="2" type="title"/>
          </p:nvPr>
        </p:nvSpPr>
        <p:spPr>
          <a:xfrm>
            <a:off x="4984000" y="494375"/>
            <a:ext cx="3730800" cy="6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29"/>
          <p:cNvSpPr txBox="1"/>
          <p:nvPr>
            <p:ph idx="3" type="body"/>
          </p:nvPr>
        </p:nvSpPr>
        <p:spPr>
          <a:xfrm>
            <a:off x="4984000" y="1248650"/>
            <a:ext cx="3721500" cy="32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1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374904" y="548640"/>
            <a:ext cx="83943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32" name="Google Shape;232;p30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8588757" y="4753375"/>
            <a:ext cx="5256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fld id="{00000000-1234-1234-1234-123412341234}" type="slidenum">
              <a:rPr lang="en" sz="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‹#›</a:t>
            </a:fld>
            <a:endParaRPr sz="8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1527048" y="1271016"/>
            <a:ext cx="6090000" cy="318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o Card">
  <p:cSld name="CUSTOM_11_1">
    <p:bg>
      <p:bgPr>
        <a:solidFill>
          <a:schemeClr val="accen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1"/>
          <p:cNvPicPr preferRelativeResize="0"/>
          <p:nvPr/>
        </p:nvPicPr>
        <p:blipFill rotWithShape="1">
          <a:blip r:embed="rId2">
            <a:alphaModFix/>
          </a:blip>
          <a:srcRect b="21394" l="5653" r="78268" t="21296"/>
          <a:stretch/>
        </p:blipFill>
        <p:spPr>
          <a:xfrm>
            <a:off x="8833925" y="60136"/>
            <a:ext cx="254899" cy="24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>
            <p:ph type="title"/>
          </p:nvPr>
        </p:nvSpPr>
        <p:spPr>
          <a:xfrm>
            <a:off x="1100000" y="882450"/>
            <a:ext cx="69441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1102849" y="1735850"/>
            <a:ext cx="3186900" cy="2295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4191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1pPr>
            <a:lvl2pPr indent="-4191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>
                <a:solidFill>
                  <a:schemeClr val="lt1"/>
                </a:solidFill>
              </a:defRPr>
            </a:lvl2pPr>
            <a:lvl3pPr indent="-4191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3pPr>
            <a:lvl4pPr indent="-4191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4pPr>
            <a:lvl5pPr indent="-4191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>
                <a:solidFill>
                  <a:schemeClr val="lt1"/>
                </a:solidFill>
              </a:defRPr>
            </a:lvl5pPr>
            <a:lvl6pPr indent="-4191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6pPr>
            <a:lvl7pPr indent="-4191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7pPr>
            <a:lvl8pPr indent="-4191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  <a:defRPr sz="3000">
                <a:solidFill>
                  <a:schemeClr val="lt1"/>
                </a:solidFill>
              </a:defRPr>
            </a:lvl8pPr>
            <a:lvl9pPr indent="-4191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■"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31"/>
          <p:cNvSpPr/>
          <p:nvPr/>
        </p:nvSpPr>
        <p:spPr>
          <a:xfrm>
            <a:off x="8803825" y="4762500"/>
            <a:ext cx="340200" cy="29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b="1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8588757" y="4753375"/>
            <a:ext cx="5256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fld id="{00000000-1234-1234-1234-123412341234}" type="slidenum">
              <a:rPr lang="en"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‹#›</a:t>
            </a:fld>
            <a:endParaRPr sz="8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Safavieh CEO In-Office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MSBD performance · Badging simulation · Same-day induction</a:t>
            </a:r>
          </a:p>
          <a:p>
            <a:r>
              <a:t>Wayfair Small Parcel · July 2026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June 2026 MSBD · Rugs dropship · 73k ops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• 90% IFR in June — strong month; 68.3% same-day induction before 2pm (Mon–Fri)</a:t>
            </a:r>
          </a:p>
          <a:p>
            <a:pPr>
              <a:defRPr sz="1400"/>
            </a:pPr>
            <a:r>
              <a:t>• Fri/Sat −1 o2d (Sun MSBD): +9.0 pp at 3-day · 6,595 newly badged orders vs current stated</a:t>
            </a:r>
          </a:p>
          <a:p>
            <a:pPr>
              <a:defRPr sz="1400"/>
            </a:pPr>
            <a:r>
              <a:t>• Full policy stack: 6.8% 1-day · 27.1% 2-day · 60.2% 3-day (includes cutoff + Fri/Sat −1)</a:t>
            </a:r>
          </a:p>
          <a:p>
            <a:pPr>
              <a:defRPr sz="1400"/>
            </a:pPr>
            <a:r>
              <a:t>• Cutoff extension: weekdays only (Mon–Fri), after cutoff before 2pm — 5,557 orders</a:t>
            </a:r>
          </a:p>
          <a:p>
            <a:pPr>
              <a:defRPr sz="1400"/>
            </a:pPr>
            <a:r>
              <a:t>• Ops check: 68.3% same-day induct before 2pm · ~90% IFR — can they deliver faster badges?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Badging by speed tier — June vs full simulation</a:t>
            </a:r>
          </a:p>
        </p:txBody>
      </p:sp>
      <p:pic>
        <p:nvPicPr>
          <p:cNvPr id="3" name="Picture 2" descr="04_badging_tiers_current_vs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5157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Cutoff + weekend badge opportunity (stacked)</a:t>
            </a:r>
          </a:p>
        </p:txBody>
      </p:sp>
      <p:pic>
        <p:nvPicPr>
          <p:cNvPr id="3" name="Picture 2" descr="24_cutoff_weekend_opportunity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5495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Sunday MSBD — Fri/Sat −1 o2d lift vs current stated</a:t>
            </a:r>
          </a:p>
        </p:txBody>
      </p:sp>
      <p:pic>
        <p:nvPicPr>
          <p:cNvPr id="3" name="Picture 2" descr="08_weekend_incremental_by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3536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• Fri/Sat placed → o2d_stated − 1 vs current stated (17,881 orders in June)</a:t>
            </a:r>
          </a:p>
          <a:p>
            <a:pPr>
              <a:defRPr sz="1400"/>
            </a:pPr>
            <a:r>
              <a:t>• Lift vs current: +1.8 pp 1-day · +3.7 pp 2-day · +9.0 pp 3-day · +1.9 pp fast</a:t>
            </a:r>
          </a:p>
          <a:p>
            <a:pPr>
              <a:defRPr sz="1400"/>
            </a:pPr>
            <a:r>
              <a:t>• 6,595 additional 3-day badges · 1,388 additional fast badges</a:t>
            </a:r>
          </a:p>
          <a:p>
            <a:pPr>
              <a:defRPr sz="1400"/>
            </a:pPr>
            <a:r>
              <a:t>• ~33% of Fri/Sat orders induct Sat/Sun in June (execution; separate from stated lift)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IFR by warehouse (June MSBD)</a:t>
            </a:r>
          </a:p>
        </p:txBody>
      </p:sp>
      <p:pic>
        <p:nvPicPr>
          <p:cNvPr id="3" name="Picture 2" descr="01_ifr_by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5079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Same-day induction before 2pm by warehouse</a:t>
            </a:r>
          </a:p>
        </p:txBody>
      </p:sp>
      <p:pic>
        <p:nvPicPr>
          <p:cNvPr id="3" name="Picture 2" descr="02_before_2pm_same_day_in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50622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IFR vs before-2pm induction</a:t>
            </a:r>
          </a:p>
        </p:txBody>
      </p:sp>
      <p:pic>
        <p:nvPicPr>
          <p:cNvPr id="3" name="Picture 2" descr="03_ifr_vs_before_2pm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65914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Total badging opportunity by tier</a:t>
            </a:r>
          </a:p>
        </p:txBody>
      </p:sp>
      <p:pic>
        <p:nvPicPr>
          <p:cNvPr id="3" name="Picture 2" descr="05_badging_opportunity_up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36840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3-day badge by warehouse</a:t>
            </a:r>
          </a:p>
        </p:txBody>
      </p:sp>
      <p:pic>
        <p:nvPicPr>
          <p:cNvPr id="3" name="Picture 2" descr="06_3d_badge_by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8503920" cy="5079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CEO conversation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• Prioritize 2pm + no cushion first — drives most 2- and 3-day badge lift</a:t>
            </a:r>
          </a:p>
          <a:p>
            <a:pPr>
              <a:defRPr sz="1400"/>
            </a:pPr>
            <a:r>
              <a:t>• Weekend stated promise: +9.0 pp at 3-day · 6,595 newly badged orders (Fri/Sat −1 vs current)</a:t>
            </a:r>
          </a:p>
          <a:p>
            <a:pPr>
              <a:defRPr sz="1400"/>
            </a:pPr>
            <a:r>
              <a:t>• Can NJ/PA sites improve before-2pm induction (42–50% vs 94% Carlisle)?</a:t>
            </a:r>
          </a:p>
          <a:p>
            <a:pPr>
              <a:defRPr sz="1400"/>
            </a:pPr>
            <a:r>
              <a:t>• FedEx pickup schedule vs proposed 2pm window at each DC?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ayfair Presentation Template 2024">
  <a:themeElements>
    <a:clrScheme name="Simple Light">
      <a:dk1>
        <a:srgbClr val="363038"/>
      </a:dk1>
      <a:lt1>
        <a:srgbClr val="FFFFFF"/>
      </a:lt1>
      <a:dk2>
        <a:srgbClr val="363038"/>
      </a:dk2>
      <a:lt2>
        <a:srgbClr val="F6F0F0"/>
      </a:lt2>
      <a:accent1>
        <a:srgbClr val="7B189F"/>
      </a:accent1>
      <a:accent2>
        <a:srgbClr val="51006A"/>
      </a:accent2>
      <a:accent3>
        <a:srgbClr val="7B189F"/>
      </a:accent3>
      <a:accent4>
        <a:srgbClr val="FAF2FF"/>
      </a:accent4>
      <a:accent5>
        <a:srgbClr val="FAF2FF"/>
      </a:accent5>
      <a:accent6>
        <a:srgbClr val="FAF2FF"/>
      </a:accent6>
      <a:hlink>
        <a:srgbClr val="7B189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