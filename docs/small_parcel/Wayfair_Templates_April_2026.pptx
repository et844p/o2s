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Lst>
  <p:sldSz cy="5143500" cx="9144000"/>
  <p:notesSz cx="6858000" cy="9144000"/>
  <p:embeddedFontLst>
    <p:embeddedFont>
      <p:font typeface="Poppins"/>
      <p:regular r:id="rId53"/>
      <p:bold r:id="rId54"/>
      <p:italic r:id="rId55"/>
      <p:boldItalic r:id="rId56"/>
    </p:embeddedFont>
    <p:embeddedFont>
      <p:font typeface="Inter"/>
      <p:regular r:id="rId57"/>
      <p:bold r:id="rId58"/>
      <p:italic r:id="rId59"/>
      <p:boldItalic r:id="rId60"/>
    </p:embeddedFont>
    <p:embeddedFont>
      <p:font typeface="Poppins Light"/>
      <p:regular r:id="rId61"/>
      <p:bold r:id="rId62"/>
      <p:italic r:id="rId63"/>
      <p:boldItalic r:id="rId64"/>
    </p:embeddedFont>
    <p:embeddedFont>
      <p:font typeface="Poppins Medium"/>
      <p:regular r:id="rId65"/>
      <p:bold r:id="rId66"/>
      <p:italic r:id="rId67"/>
      <p:boldItalic r:id="rId68"/>
    </p:embeddedFont>
    <p:embeddedFont>
      <p:font typeface="Poppins SemiBold"/>
      <p:regular r:id="rId69"/>
      <p:bold r:id="rId70"/>
      <p:italic r:id="rId71"/>
      <p:boldItalic r:id="rId7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32">
          <p15:clr>
            <a:srgbClr val="00FFFF"/>
          </p15:clr>
        </p15:guide>
        <p15:guide id="2" pos="253">
          <p15:clr>
            <a:srgbClr val="00FFFF"/>
          </p15:clr>
        </p15:guide>
        <p15:guide id="3" pos="5516">
          <p15:clr>
            <a:srgbClr val="00FFFF"/>
          </p15:clr>
        </p15:guide>
        <p15:guide id="4" orient="horz" pos="648">
          <p15:clr>
            <a:srgbClr val="00FFFF"/>
          </p15:clr>
        </p15:guide>
        <p15:guide id="5" orient="horz" pos="2808">
          <p15:clr>
            <a:srgbClr val="00FFFF"/>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BA10E20-8E3F-4920-B6DC-949691AC5500}">
  <a:tblStyle styleId="{DBA10E20-8E3F-4920-B6DC-949691AC550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32" orient="horz"/>
        <p:guide pos="253"/>
        <p:guide pos="5516"/>
        <p:guide pos="648" orient="horz"/>
        <p:guide pos="2808"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2" Type="http://schemas.openxmlformats.org/officeDocument/2006/relationships/font" Target="fonts/PoppinsSemiBold-boldItalic.fntdata"/><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71" Type="http://schemas.openxmlformats.org/officeDocument/2006/relationships/font" Target="fonts/PoppinsSemiBold-italic.fntdata"/><Relationship Id="rId70" Type="http://schemas.openxmlformats.org/officeDocument/2006/relationships/font" Target="fonts/PoppinsSemiBold-bold.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PoppinsLight-bold.fntdata"/><Relationship Id="rId61" Type="http://schemas.openxmlformats.org/officeDocument/2006/relationships/font" Target="fonts/PoppinsLight-regular.fntdata"/><Relationship Id="rId20" Type="http://schemas.openxmlformats.org/officeDocument/2006/relationships/slide" Target="slides/slide14.xml"/><Relationship Id="rId64" Type="http://schemas.openxmlformats.org/officeDocument/2006/relationships/font" Target="fonts/PoppinsLight-boldItalic.fntdata"/><Relationship Id="rId63" Type="http://schemas.openxmlformats.org/officeDocument/2006/relationships/font" Target="fonts/PoppinsLight-italic.fntdata"/><Relationship Id="rId22" Type="http://schemas.openxmlformats.org/officeDocument/2006/relationships/slide" Target="slides/slide16.xml"/><Relationship Id="rId66" Type="http://schemas.openxmlformats.org/officeDocument/2006/relationships/font" Target="fonts/PoppinsMedium-bold.fntdata"/><Relationship Id="rId21" Type="http://schemas.openxmlformats.org/officeDocument/2006/relationships/slide" Target="slides/slide15.xml"/><Relationship Id="rId65" Type="http://schemas.openxmlformats.org/officeDocument/2006/relationships/font" Target="fonts/PoppinsMedium-regular.fntdata"/><Relationship Id="rId24" Type="http://schemas.openxmlformats.org/officeDocument/2006/relationships/slide" Target="slides/slide18.xml"/><Relationship Id="rId68" Type="http://schemas.openxmlformats.org/officeDocument/2006/relationships/font" Target="fonts/PoppinsMedium-boldItalic.fntdata"/><Relationship Id="rId23" Type="http://schemas.openxmlformats.org/officeDocument/2006/relationships/slide" Target="slides/slide17.xml"/><Relationship Id="rId67" Type="http://schemas.openxmlformats.org/officeDocument/2006/relationships/font" Target="fonts/PoppinsMedium-italic.fntdata"/><Relationship Id="rId60" Type="http://schemas.openxmlformats.org/officeDocument/2006/relationships/font" Target="fonts/Inter-boldItalic.fntdata"/><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PoppinsSemiBold-regular.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font" Target="fonts/Poppins-regular.fntdata"/><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font" Target="fonts/Poppins-italic.fntdata"/><Relationship Id="rId10" Type="http://schemas.openxmlformats.org/officeDocument/2006/relationships/slide" Target="slides/slide4.xml"/><Relationship Id="rId54" Type="http://schemas.openxmlformats.org/officeDocument/2006/relationships/font" Target="fonts/Poppins-bold.fntdata"/><Relationship Id="rId13" Type="http://schemas.openxmlformats.org/officeDocument/2006/relationships/slide" Target="slides/slide7.xml"/><Relationship Id="rId57" Type="http://schemas.openxmlformats.org/officeDocument/2006/relationships/font" Target="fonts/Inter-regular.fntdata"/><Relationship Id="rId12" Type="http://schemas.openxmlformats.org/officeDocument/2006/relationships/slide" Target="slides/slide6.xml"/><Relationship Id="rId56" Type="http://schemas.openxmlformats.org/officeDocument/2006/relationships/font" Target="fonts/Poppins-boldItalic.fntdata"/><Relationship Id="rId15" Type="http://schemas.openxmlformats.org/officeDocument/2006/relationships/slide" Target="slides/slide9.xml"/><Relationship Id="rId59" Type="http://schemas.openxmlformats.org/officeDocument/2006/relationships/font" Target="fonts/Inter-italic.fntdata"/><Relationship Id="rId14" Type="http://schemas.openxmlformats.org/officeDocument/2006/relationships/slide" Target="slides/slide8.xml"/><Relationship Id="rId58" Type="http://schemas.openxmlformats.org/officeDocument/2006/relationships/font" Target="fonts/Inter-bold.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29b28651f19_0_3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29b28651f19_0_3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285aa32a11b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285aa32a11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ec009b3c6b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ec009b3c6b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d8f9133586_1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3d8f9133586_1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d8f9133586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d8f9133586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d8f9133586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3d8f9133586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d8f9133586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3d8f9133586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2bbf80e4fbf_1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2bbf80e4fbf_1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2bbf80e4fbf_1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2bbf80e4fbf_1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2b8052f4561_2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2b8052f4561_2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2905ce63041_0_58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2905ce63041_0_58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2b9816c91f9_2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2b9816c91f9_2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2b9816c91f9_2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2b9816c91f9_2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ec009b3c6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3ec009b3c6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2bbf80e4fbf_1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2bbf80e4fbf_1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2bbf80e4fbf_1_3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2bbf80e4fbf_1_3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2b9266d2984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2b9266d2984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29c8b482117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29c8b482117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292bd4e18f9_0_8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292bd4e18f9_0_8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2bbf80e4fbf_1_3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2bbf80e4fbf_1_3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2bbf80e4fbf_1_4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2bbf80e4fbf_1_4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2bbf80e4fbf_1_5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2bbf80e4fbf_1_5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2905ce63041_0_28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2905ce63041_0_28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2b94a8d9dbc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2b94a8d9dbc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2b9266d2984_0_3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2b9266d2984_0_3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2b9266d2984_0_2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g2b9266d2984_0_2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2905ce63041_0_68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6" name="Google Shape;516;g2905ce63041_0_68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2b9266d2984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7" name="Google Shape;567;g2b9266d2984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2b9266d298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6" name="Google Shape;576;g2b9266d298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g2b8052f4561_2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5" name="Google Shape;585;g2b8052f4561_2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2b8052f4561_2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5" name="Google Shape;605;g2b8052f4561_2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g2bbf80e4fbf_1_4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4" name="Google Shape;614;g2bbf80e4fbf_1_4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g2bbf80e4fbf_1_5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9" name="Google Shape;629;g2bbf80e4fbf_1_5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g29b28651f19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8" name="Google Shape;638;g29b28651f19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g29bce8284b8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4" name="Google Shape;644;g29bce8284b8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g29bce8284b8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3" name="Google Shape;683;g29bce8284b8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g29042688ce4_1_2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0" name="Google Shape;720;g29042688ce4_1_2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g25fa05132f4_3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5" name="Google Shape;725;g25fa05132f4_3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g29042688ce4_0_4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9" name="Google Shape;729;g29042688ce4_0_4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3" name="Shape 743"/>
        <p:cNvGrpSpPr/>
        <p:nvPr/>
      </p:nvGrpSpPr>
      <p:grpSpPr>
        <a:xfrm>
          <a:off x="0" y="0"/>
          <a:ext cx="0" cy="0"/>
          <a:chOff x="0" y="0"/>
          <a:chExt cx="0" cy="0"/>
        </a:xfrm>
      </p:grpSpPr>
      <p:sp>
        <p:nvSpPr>
          <p:cNvPr id="744" name="Google Shape;744;g29042688ce4_1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5" name="Google Shape;745;g29042688ce4_1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g29042688ce4_1_3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4" name="Google Shape;804;g29042688ce4_1_3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g29bb6666f16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9" name="Google Shape;819;g29bb6666f16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g294da5ff336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9" name="Google Shape;829;g294da5ff336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g294da5ff336_0_3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1" name="Google Shape;841;g294da5ff336_0_3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g294da5ff336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5" name="Google Shape;865;g294da5ff336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4" name="Shape 894"/>
        <p:cNvGrpSpPr/>
        <p:nvPr/>
      </p:nvGrpSpPr>
      <p:grpSpPr>
        <a:xfrm>
          <a:off x="0" y="0"/>
          <a:ext cx="0" cy="0"/>
          <a:chOff x="0" y="0"/>
          <a:chExt cx="0" cy="0"/>
        </a:xfrm>
      </p:grpSpPr>
      <p:sp>
        <p:nvSpPr>
          <p:cNvPr id="895" name="Google Shape;895;g2905ce63041_0_7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6" name="Google Shape;896;g2905ce63041_0_7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7.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7.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ard" type="title">
  <p:cSld name="TITLE">
    <p:bg>
      <p:bgPr>
        <a:solidFill>
          <a:schemeClr val="accent3"/>
        </a:solidFill>
      </p:bgPr>
    </p:bg>
    <p:spTree>
      <p:nvGrpSpPr>
        <p:cNvPr id="9" name="Shape 9"/>
        <p:cNvGrpSpPr/>
        <p:nvPr/>
      </p:nvGrpSpPr>
      <p:grpSpPr>
        <a:xfrm>
          <a:off x="0" y="0"/>
          <a:ext cx="0" cy="0"/>
          <a:chOff x="0" y="0"/>
          <a:chExt cx="0" cy="0"/>
        </a:xfrm>
      </p:grpSpPr>
      <p:pic>
        <p:nvPicPr>
          <p:cNvPr id="10" name="Google Shape;10;p2"/>
          <p:cNvPicPr preferRelativeResize="0"/>
          <p:nvPr/>
        </p:nvPicPr>
        <p:blipFill>
          <a:blip r:embed="rId2">
            <a:alphaModFix/>
          </a:blip>
          <a:stretch>
            <a:fillRect/>
          </a:stretch>
        </p:blipFill>
        <p:spPr>
          <a:xfrm>
            <a:off x="403625" y="341635"/>
            <a:ext cx="1885872" cy="430200"/>
          </a:xfrm>
          <a:prstGeom prst="rect">
            <a:avLst/>
          </a:prstGeom>
          <a:noFill/>
          <a:ln>
            <a:noFill/>
          </a:ln>
        </p:spPr>
      </p:pic>
      <p:sp>
        <p:nvSpPr>
          <p:cNvPr id="11" name="Google Shape;11;p2"/>
          <p:cNvSpPr txBox="1"/>
          <p:nvPr>
            <p:ph type="ctrTitle"/>
          </p:nvPr>
        </p:nvSpPr>
        <p:spPr>
          <a:xfrm>
            <a:off x="403625" y="1664123"/>
            <a:ext cx="7125900" cy="1506900"/>
          </a:xfrm>
          <a:prstGeom prst="rect">
            <a:avLst/>
          </a:prstGeom>
        </p:spPr>
        <p:txBody>
          <a:bodyPr anchorCtr="0" anchor="t" bIns="91425" lIns="91425" spcFirstLastPara="1" rIns="91425" wrap="square" tIns="91425">
            <a:noAutofit/>
          </a:bodyPr>
          <a:lstStyle>
            <a:lvl1pPr lvl="0" rtl="0">
              <a:lnSpc>
                <a:spcPct val="90000"/>
              </a:lnSpc>
              <a:spcBef>
                <a:spcPts val="0"/>
              </a:spcBef>
              <a:spcAft>
                <a:spcPts val="0"/>
              </a:spcAft>
              <a:buClr>
                <a:schemeClr val="lt1"/>
              </a:buClr>
              <a:buSzPts val="5000"/>
              <a:buNone/>
              <a:defRPr b="1" sz="5000">
                <a:solidFill>
                  <a:schemeClr val="lt1"/>
                </a:solidFill>
              </a:defRPr>
            </a:lvl1pPr>
            <a:lvl2pPr lvl="1" rtl="0" algn="ctr">
              <a:lnSpc>
                <a:spcPct val="90000"/>
              </a:lnSpc>
              <a:spcBef>
                <a:spcPts val="0"/>
              </a:spcBef>
              <a:spcAft>
                <a:spcPts val="0"/>
              </a:spcAft>
              <a:buClr>
                <a:schemeClr val="lt1"/>
              </a:buClr>
              <a:buSzPts val="5000"/>
              <a:buNone/>
              <a:defRPr b="1" sz="5000">
                <a:solidFill>
                  <a:schemeClr val="lt1"/>
                </a:solidFill>
              </a:defRPr>
            </a:lvl2pPr>
            <a:lvl3pPr lvl="2" rtl="0" algn="ctr">
              <a:lnSpc>
                <a:spcPct val="90000"/>
              </a:lnSpc>
              <a:spcBef>
                <a:spcPts val="0"/>
              </a:spcBef>
              <a:spcAft>
                <a:spcPts val="0"/>
              </a:spcAft>
              <a:buClr>
                <a:schemeClr val="lt1"/>
              </a:buClr>
              <a:buSzPts val="5000"/>
              <a:buNone/>
              <a:defRPr b="1" sz="5000">
                <a:solidFill>
                  <a:schemeClr val="lt1"/>
                </a:solidFill>
              </a:defRPr>
            </a:lvl3pPr>
            <a:lvl4pPr lvl="3" rtl="0" algn="ctr">
              <a:lnSpc>
                <a:spcPct val="90000"/>
              </a:lnSpc>
              <a:spcBef>
                <a:spcPts val="0"/>
              </a:spcBef>
              <a:spcAft>
                <a:spcPts val="0"/>
              </a:spcAft>
              <a:buClr>
                <a:schemeClr val="lt1"/>
              </a:buClr>
              <a:buSzPts val="5000"/>
              <a:buNone/>
              <a:defRPr b="1" sz="5000">
                <a:solidFill>
                  <a:schemeClr val="lt1"/>
                </a:solidFill>
              </a:defRPr>
            </a:lvl4pPr>
            <a:lvl5pPr lvl="4" rtl="0" algn="ctr">
              <a:lnSpc>
                <a:spcPct val="90000"/>
              </a:lnSpc>
              <a:spcBef>
                <a:spcPts val="0"/>
              </a:spcBef>
              <a:spcAft>
                <a:spcPts val="0"/>
              </a:spcAft>
              <a:buClr>
                <a:schemeClr val="lt1"/>
              </a:buClr>
              <a:buSzPts val="5000"/>
              <a:buNone/>
              <a:defRPr b="1" sz="5000">
                <a:solidFill>
                  <a:schemeClr val="lt1"/>
                </a:solidFill>
              </a:defRPr>
            </a:lvl5pPr>
            <a:lvl6pPr lvl="5" rtl="0" algn="ctr">
              <a:lnSpc>
                <a:spcPct val="90000"/>
              </a:lnSpc>
              <a:spcBef>
                <a:spcPts val="0"/>
              </a:spcBef>
              <a:spcAft>
                <a:spcPts val="0"/>
              </a:spcAft>
              <a:buClr>
                <a:schemeClr val="lt1"/>
              </a:buClr>
              <a:buSzPts val="5000"/>
              <a:buNone/>
              <a:defRPr b="1" sz="5000">
                <a:solidFill>
                  <a:schemeClr val="lt1"/>
                </a:solidFill>
              </a:defRPr>
            </a:lvl6pPr>
            <a:lvl7pPr lvl="6" rtl="0" algn="ctr">
              <a:lnSpc>
                <a:spcPct val="90000"/>
              </a:lnSpc>
              <a:spcBef>
                <a:spcPts val="0"/>
              </a:spcBef>
              <a:spcAft>
                <a:spcPts val="0"/>
              </a:spcAft>
              <a:buClr>
                <a:schemeClr val="lt1"/>
              </a:buClr>
              <a:buSzPts val="5000"/>
              <a:buNone/>
              <a:defRPr b="1" sz="5000">
                <a:solidFill>
                  <a:schemeClr val="lt1"/>
                </a:solidFill>
              </a:defRPr>
            </a:lvl7pPr>
            <a:lvl8pPr lvl="7" rtl="0" algn="ctr">
              <a:lnSpc>
                <a:spcPct val="90000"/>
              </a:lnSpc>
              <a:spcBef>
                <a:spcPts val="0"/>
              </a:spcBef>
              <a:spcAft>
                <a:spcPts val="0"/>
              </a:spcAft>
              <a:buClr>
                <a:schemeClr val="lt1"/>
              </a:buClr>
              <a:buSzPts val="5000"/>
              <a:buNone/>
              <a:defRPr b="1" sz="5000">
                <a:solidFill>
                  <a:schemeClr val="lt1"/>
                </a:solidFill>
              </a:defRPr>
            </a:lvl8pPr>
            <a:lvl9pPr lvl="8" rtl="0" algn="ctr">
              <a:lnSpc>
                <a:spcPct val="90000"/>
              </a:lnSpc>
              <a:spcBef>
                <a:spcPts val="0"/>
              </a:spcBef>
              <a:spcAft>
                <a:spcPts val="0"/>
              </a:spcAft>
              <a:buClr>
                <a:schemeClr val="lt1"/>
              </a:buClr>
              <a:buSzPts val="5000"/>
              <a:buNone/>
              <a:defRPr b="1" sz="5000">
                <a:solidFill>
                  <a:schemeClr val="lt1"/>
                </a:solidFill>
              </a:defRPr>
            </a:lvl9pPr>
          </a:lstStyle>
          <a:p/>
        </p:txBody>
      </p:sp>
      <p:sp>
        <p:nvSpPr>
          <p:cNvPr id="12" name="Google Shape;12;p2"/>
          <p:cNvSpPr/>
          <p:nvPr/>
        </p:nvSpPr>
        <p:spPr>
          <a:xfrm>
            <a:off x="8091025" y="4740850"/>
            <a:ext cx="991800" cy="336300"/>
          </a:xfrm>
          <a:prstGeom prst="rect">
            <a:avLst/>
          </a:prstGeom>
          <a:solidFill>
            <a:srgbClr val="7B189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13" name="Google Shape;13;p2"/>
          <p:cNvSpPr txBox="1"/>
          <p:nvPr>
            <p:ph idx="1" type="subTitle"/>
          </p:nvPr>
        </p:nvSpPr>
        <p:spPr>
          <a:xfrm>
            <a:off x="403625" y="4120575"/>
            <a:ext cx="7251600" cy="3696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1600"/>
              <a:buNone/>
              <a:defRPr b="1" sz="1600">
                <a:solidFill>
                  <a:schemeClr val="lt1"/>
                </a:solidFill>
              </a:defRPr>
            </a:lvl1pPr>
            <a:lvl2pPr lvl="1" rtl="0">
              <a:spcBef>
                <a:spcPts val="0"/>
              </a:spcBef>
              <a:spcAft>
                <a:spcPts val="0"/>
              </a:spcAft>
              <a:buClr>
                <a:schemeClr val="lt1"/>
              </a:buClr>
              <a:buSzPts val="1600"/>
              <a:buNone/>
              <a:defRPr sz="1600">
                <a:solidFill>
                  <a:schemeClr val="lt1"/>
                </a:solidFill>
              </a:defRPr>
            </a:lvl2pPr>
            <a:lvl3pPr lvl="2" rtl="0">
              <a:spcBef>
                <a:spcPts val="0"/>
              </a:spcBef>
              <a:spcAft>
                <a:spcPts val="0"/>
              </a:spcAft>
              <a:buClr>
                <a:schemeClr val="lt1"/>
              </a:buClr>
              <a:buSzPts val="1600"/>
              <a:buNone/>
              <a:defRPr sz="1600">
                <a:solidFill>
                  <a:schemeClr val="lt1"/>
                </a:solidFill>
              </a:defRPr>
            </a:lvl3pPr>
            <a:lvl4pPr lvl="3" rtl="0">
              <a:spcBef>
                <a:spcPts val="0"/>
              </a:spcBef>
              <a:spcAft>
                <a:spcPts val="0"/>
              </a:spcAft>
              <a:buClr>
                <a:schemeClr val="lt1"/>
              </a:buClr>
              <a:buSzPts val="1600"/>
              <a:buNone/>
              <a:defRPr sz="1600">
                <a:solidFill>
                  <a:schemeClr val="lt1"/>
                </a:solidFill>
              </a:defRPr>
            </a:lvl4pPr>
            <a:lvl5pPr lvl="4" rtl="0">
              <a:spcBef>
                <a:spcPts val="0"/>
              </a:spcBef>
              <a:spcAft>
                <a:spcPts val="0"/>
              </a:spcAft>
              <a:buClr>
                <a:schemeClr val="lt1"/>
              </a:buClr>
              <a:buSzPts val="1600"/>
              <a:buNone/>
              <a:defRPr sz="1600">
                <a:solidFill>
                  <a:schemeClr val="lt1"/>
                </a:solidFill>
              </a:defRPr>
            </a:lvl5pPr>
            <a:lvl6pPr lvl="5" rtl="0">
              <a:spcBef>
                <a:spcPts val="0"/>
              </a:spcBef>
              <a:spcAft>
                <a:spcPts val="0"/>
              </a:spcAft>
              <a:buClr>
                <a:schemeClr val="lt1"/>
              </a:buClr>
              <a:buSzPts val="1600"/>
              <a:buNone/>
              <a:defRPr sz="1600">
                <a:solidFill>
                  <a:schemeClr val="lt1"/>
                </a:solidFill>
              </a:defRPr>
            </a:lvl6pPr>
            <a:lvl7pPr lvl="6" rtl="0">
              <a:spcBef>
                <a:spcPts val="0"/>
              </a:spcBef>
              <a:spcAft>
                <a:spcPts val="0"/>
              </a:spcAft>
              <a:buClr>
                <a:schemeClr val="lt1"/>
              </a:buClr>
              <a:buSzPts val="1600"/>
              <a:buNone/>
              <a:defRPr sz="1600">
                <a:solidFill>
                  <a:schemeClr val="lt1"/>
                </a:solidFill>
              </a:defRPr>
            </a:lvl7pPr>
            <a:lvl8pPr lvl="7" rtl="0">
              <a:spcBef>
                <a:spcPts val="0"/>
              </a:spcBef>
              <a:spcAft>
                <a:spcPts val="0"/>
              </a:spcAft>
              <a:buClr>
                <a:schemeClr val="lt1"/>
              </a:buClr>
              <a:buSzPts val="1600"/>
              <a:buNone/>
              <a:defRPr sz="1600">
                <a:solidFill>
                  <a:schemeClr val="lt1"/>
                </a:solidFill>
              </a:defRPr>
            </a:lvl8pPr>
            <a:lvl9pPr lvl="8" rtl="0">
              <a:spcBef>
                <a:spcPts val="0"/>
              </a:spcBef>
              <a:spcAft>
                <a:spcPts val="0"/>
              </a:spcAft>
              <a:buClr>
                <a:schemeClr val="lt1"/>
              </a:buClr>
              <a:buSzPts val="1600"/>
              <a:buNone/>
              <a:defRPr sz="1600">
                <a:solidFill>
                  <a:schemeClr val="lt1"/>
                </a:solidFill>
              </a:defRPr>
            </a:lvl9pPr>
          </a:lstStyle>
          <a:p/>
        </p:txBody>
      </p:sp>
      <p:sp>
        <p:nvSpPr>
          <p:cNvPr id="14" name="Google Shape;14;p2"/>
          <p:cNvSpPr txBox="1"/>
          <p:nvPr>
            <p:ph idx="2" type="subTitle"/>
          </p:nvPr>
        </p:nvSpPr>
        <p:spPr>
          <a:xfrm>
            <a:off x="403625" y="3773025"/>
            <a:ext cx="7251600" cy="369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600"/>
              <a:buNone/>
              <a:defRPr b="1" sz="1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Divider" type="secHead">
  <p:cSld name="SECTION_HEADER">
    <p:bg>
      <p:bgPr>
        <a:solidFill>
          <a:schemeClr val="accent1"/>
        </a:solidFill>
      </p:bgPr>
    </p:bg>
    <p:spTree>
      <p:nvGrpSpPr>
        <p:cNvPr id="15" name="Shape 15"/>
        <p:cNvGrpSpPr/>
        <p:nvPr/>
      </p:nvGrpSpPr>
      <p:grpSpPr>
        <a:xfrm>
          <a:off x="0" y="0"/>
          <a:ext cx="0" cy="0"/>
          <a:chOff x="0" y="0"/>
          <a:chExt cx="0" cy="0"/>
        </a:xfrm>
      </p:grpSpPr>
      <p:sp>
        <p:nvSpPr>
          <p:cNvPr id="16" name="Google Shape;16;p3"/>
          <p:cNvSpPr/>
          <p:nvPr/>
        </p:nvSpPr>
        <p:spPr>
          <a:xfrm>
            <a:off x="8848025" y="4754625"/>
            <a:ext cx="296100" cy="299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17" name="Google Shape;17;p3"/>
          <p:cNvSpPr/>
          <p:nvPr/>
        </p:nvSpPr>
        <p:spPr>
          <a:xfrm>
            <a:off x="8800775" y="4770375"/>
            <a:ext cx="343200" cy="267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18" name="Google Shape;18;p3"/>
          <p:cNvSpPr txBox="1"/>
          <p:nvPr>
            <p:ph type="title"/>
          </p:nvPr>
        </p:nvSpPr>
        <p:spPr>
          <a:xfrm>
            <a:off x="403625" y="1664125"/>
            <a:ext cx="7123200" cy="1508700"/>
          </a:xfrm>
          <a:prstGeom prst="rect">
            <a:avLst/>
          </a:prstGeom>
        </p:spPr>
        <p:txBody>
          <a:bodyPr anchorCtr="0" anchor="t" bIns="91425" lIns="91425" spcFirstLastPara="1" rIns="91425" wrap="square" tIns="91425">
            <a:noAutofit/>
          </a:bodyPr>
          <a:lstStyle>
            <a:lvl1pPr lvl="0" rtl="0">
              <a:lnSpc>
                <a:spcPct val="90000"/>
              </a:lnSpc>
              <a:spcBef>
                <a:spcPts val="0"/>
              </a:spcBef>
              <a:spcAft>
                <a:spcPts val="0"/>
              </a:spcAft>
              <a:buClr>
                <a:schemeClr val="lt1"/>
              </a:buClr>
              <a:buSzPts val="5000"/>
              <a:buNone/>
              <a:defRPr sz="5000">
                <a:solidFill>
                  <a:schemeClr val="lt1"/>
                </a:solidFill>
              </a:defRPr>
            </a:lvl1pPr>
            <a:lvl2pPr lvl="1" rtl="0">
              <a:lnSpc>
                <a:spcPct val="90000"/>
              </a:lnSpc>
              <a:spcBef>
                <a:spcPts val="0"/>
              </a:spcBef>
              <a:spcAft>
                <a:spcPts val="0"/>
              </a:spcAft>
              <a:buSzPts val="2800"/>
              <a:buNone/>
              <a:defRPr/>
            </a:lvl2pPr>
            <a:lvl3pPr lvl="2" rtl="0">
              <a:lnSpc>
                <a:spcPct val="90000"/>
              </a:lnSpc>
              <a:spcBef>
                <a:spcPts val="0"/>
              </a:spcBef>
              <a:spcAft>
                <a:spcPts val="0"/>
              </a:spcAft>
              <a:buSzPts val="2800"/>
              <a:buNone/>
              <a:defRPr/>
            </a:lvl3pPr>
            <a:lvl4pPr lvl="3" rtl="0">
              <a:lnSpc>
                <a:spcPct val="90000"/>
              </a:lnSpc>
              <a:spcBef>
                <a:spcPts val="0"/>
              </a:spcBef>
              <a:spcAft>
                <a:spcPts val="0"/>
              </a:spcAft>
              <a:buSzPts val="2800"/>
              <a:buNone/>
              <a:defRPr/>
            </a:lvl4pPr>
            <a:lvl5pPr lvl="4" rtl="0">
              <a:lnSpc>
                <a:spcPct val="90000"/>
              </a:lnSpc>
              <a:spcBef>
                <a:spcPts val="0"/>
              </a:spcBef>
              <a:spcAft>
                <a:spcPts val="0"/>
              </a:spcAft>
              <a:buSzPts val="2800"/>
              <a:buNone/>
              <a:defRPr/>
            </a:lvl5pPr>
            <a:lvl6pPr lvl="5" rtl="0">
              <a:lnSpc>
                <a:spcPct val="90000"/>
              </a:lnSpc>
              <a:spcBef>
                <a:spcPts val="0"/>
              </a:spcBef>
              <a:spcAft>
                <a:spcPts val="0"/>
              </a:spcAft>
              <a:buSzPts val="2800"/>
              <a:buNone/>
              <a:defRPr/>
            </a:lvl6pPr>
            <a:lvl7pPr lvl="6" rtl="0">
              <a:lnSpc>
                <a:spcPct val="90000"/>
              </a:lnSpc>
              <a:spcBef>
                <a:spcPts val="0"/>
              </a:spcBef>
              <a:spcAft>
                <a:spcPts val="0"/>
              </a:spcAft>
              <a:buSzPts val="2800"/>
              <a:buNone/>
              <a:defRPr/>
            </a:lvl7pPr>
            <a:lvl8pPr lvl="7" rtl="0">
              <a:lnSpc>
                <a:spcPct val="90000"/>
              </a:lnSpc>
              <a:spcBef>
                <a:spcPts val="0"/>
              </a:spcBef>
              <a:spcAft>
                <a:spcPts val="0"/>
              </a:spcAft>
              <a:buSzPts val="2800"/>
              <a:buNone/>
              <a:defRPr/>
            </a:lvl8pPr>
            <a:lvl9pPr lvl="8" rtl="0">
              <a:lnSpc>
                <a:spcPct val="90000"/>
              </a:lnSpc>
              <a:spcBef>
                <a:spcPts val="0"/>
              </a:spcBef>
              <a:spcAft>
                <a:spcPts val="0"/>
              </a:spcAft>
              <a:buSzPts val="2800"/>
              <a:buNone/>
              <a:defRPr/>
            </a:lvl9pPr>
          </a:lstStyle>
          <a:p/>
        </p:txBody>
      </p:sp>
      <p:sp>
        <p:nvSpPr>
          <p:cNvPr id="19" name="Google Shape;19;p3"/>
          <p:cNvSpPr txBox="1"/>
          <p:nvPr>
            <p:ph idx="1" type="subTitle"/>
          </p:nvPr>
        </p:nvSpPr>
        <p:spPr>
          <a:xfrm>
            <a:off x="403775" y="3776472"/>
            <a:ext cx="7251300" cy="365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1600"/>
              <a:buNone/>
              <a:defRPr b="1" sz="16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0" name="Google Shape;20;p3"/>
          <p:cNvSpPr txBox="1"/>
          <p:nvPr>
            <p:ph idx="2" type="title"/>
          </p:nvPr>
        </p:nvSpPr>
        <p:spPr>
          <a:xfrm>
            <a:off x="5696712" y="-118872"/>
            <a:ext cx="3575400" cy="5385900"/>
          </a:xfrm>
          <a:prstGeom prst="rect">
            <a:avLst/>
          </a:prstGeom>
        </p:spPr>
        <p:txBody>
          <a:bodyPr anchorCtr="0" anchor="b" bIns="0" lIns="0" spcFirstLastPara="1" rIns="365750" wrap="square" tIns="0">
            <a:normAutofit/>
          </a:bodyPr>
          <a:lstStyle>
            <a:lvl1pPr lvl="0" algn="r">
              <a:spcBef>
                <a:spcPts val="0"/>
              </a:spcBef>
              <a:spcAft>
                <a:spcPts val="0"/>
              </a:spcAft>
              <a:buClr>
                <a:schemeClr val="lt1"/>
              </a:buClr>
              <a:buSzPts val="35000"/>
              <a:buNone/>
              <a:defRPr sz="35000">
                <a:solidFill>
                  <a:schemeClr val="lt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21" name="Google Shape;21;p3"/>
          <p:cNvPicPr preferRelativeResize="0"/>
          <p:nvPr/>
        </p:nvPicPr>
        <p:blipFill rotWithShape="1">
          <a:blip r:embed="rId2">
            <a:alphaModFix/>
          </a:blip>
          <a:srcRect b="21394" l="5653" r="78268" t="21296"/>
          <a:stretch/>
        </p:blipFill>
        <p:spPr>
          <a:xfrm>
            <a:off x="55800" y="60136"/>
            <a:ext cx="254899" cy="24843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type="tx">
  <p:cSld name="TITLE_AND_BODY">
    <p:spTree>
      <p:nvGrpSpPr>
        <p:cNvPr id="22" name="Shape 22"/>
        <p:cNvGrpSpPr/>
        <p:nvPr/>
      </p:nvGrpSpPr>
      <p:grpSpPr>
        <a:xfrm>
          <a:off x="0" y="0"/>
          <a:ext cx="0" cy="0"/>
          <a:chOff x="0" y="0"/>
          <a:chExt cx="0" cy="0"/>
        </a:xfrm>
      </p:grpSpPr>
      <p:sp>
        <p:nvSpPr>
          <p:cNvPr id="23" name="Google Shape;23;p4"/>
          <p:cNvSpPr/>
          <p:nvPr/>
        </p:nvSpPr>
        <p:spPr>
          <a:xfrm>
            <a:off x="2100" y="-125"/>
            <a:ext cx="45720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sp>
        <p:nvSpPr>
          <p:cNvPr id="24" name="Google Shape;24;p4"/>
          <p:cNvSpPr txBox="1"/>
          <p:nvPr>
            <p:ph idx="1" type="body"/>
          </p:nvPr>
        </p:nvSpPr>
        <p:spPr>
          <a:xfrm>
            <a:off x="4951125" y="295825"/>
            <a:ext cx="3881100" cy="4556400"/>
          </a:xfrm>
          <a:prstGeom prst="rect">
            <a:avLst/>
          </a:prstGeom>
        </p:spPr>
        <p:txBody>
          <a:bodyPr anchorCtr="0" anchor="ctr" bIns="91425" lIns="91425" spcFirstLastPara="1" rIns="91425" wrap="square" tIns="91425">
            <a:noAutofit/>
          </a:bodyPr>
          <a:lstStyle>
            <a:lvl1pPr indent="-342900" lvl="0" marL="457200" rtl="0">
              <a:lnSpc>
                <a:spcPct val="115000"/>
              </a:lnSpc>
              <a:spcBef>
                <a:spcPts val="0"/>
              </a:spcBef>
              <a:spcAft>
                <a:spcPts val="0"/>
              </a:spcAft>
              <a:buClr>
                <a:schemeClr val="accent1"/>
              </a:buClr>
              <a:buSzPts val="1800"/>
              <a:buFont typeface="Poppins"/>
              <a:buChar char="●"/>
              <a:defRPr b="1" sz="1800">
                <a:solidFill>
                  <a:schemeClr val="accent1"/>
                </a:solidFill>
                <a:latin typeface="Poppins"/>
                <a:ea typeface="Poppins"/>
                <a:cs typeface="Poppins"/>
                <a:sym typeface="Poppins"/>
              </a:defRPr>
            </a:lvl1pPr>
            <a:lvl2pPr indent="-317500" lvl="1" marL="914400" rtl="0">
              <a:lnSpc>
                <a:spcPct val="115000"/>
              </a:lnSpc>
              <a:spcBef>
                <a:spcPts val="1200"/>
              </a:spcBef>
              <a:spcAft>
                <a:spcPts val="0"/>
              </a:spcAft>
              <a:buSzPts val="1400"/>
              <a:buFont typeface="Poppins"/>
              <a:buChar char="○"/>
              <a:defRPr>
                <a:latin typeface="Poppins"/>
                <a:ea typeface="Poppins"/>
                <a:cs typeface="Poppins"/>
                <a:sym typeface="Poppins"/>
              </a:defRPr>
            </a:lvl2pPr>
            <a:lvl3pPr indent="-304800" lvl="2" marL="1371600" rtl="0">
              <a:lnSpc>
                <a:spcPct val="115000"/>
              </a:lnSpc>
              <a:spcBef>
                <a:spcPts val="1200"/>
              </a:spcBef>
              <a:spcAft>
                <a:spcPts val="0"/>
              </a:spcAft>
              <a:buSzPts val="1200"/>
              <a:buFont typeface="Poppins"/>
              <a:buChar char="■"/>
              <a:defRPr sz="1200">
                <a:latin typeface="Poppins"/>
                <a:ea typeface="Poppins"/>
                <a:cs typeface="Poppins"/>
                <a:sym typeface="Poppins"/>
              </a:defRPr>
            </a:lvl3pPr>
            <a:lvl4pPr indent="-304800" lvl="3" marL="1828800" rtl="0">
              <a:lnSpc>
                <a:spcPct val="115000"/>
              </a:lnSpc>
              <a:spcBef>
                <a:spcPts val="1200"/>
              </a:spcBef>
              <a:spcAft>
                <a:spcPts val="0"/>
              </a:spcAft>
              <a:buSzPts val="1200"/>
              <a:buFont typeface="Poppins"/>
              <a:buChar char="●"/>
              <a:defRPr sz="1200">
                <a:latin typeface="Poppins"/>
                <a:ea typeface="Poppins"/>
                <a:cs typeface="Poppins"/>
                <a:sym typeface="Poppins"/>
              </a:defRPr>
            </a:lvl4pPr>
            <a:lvl5pPr indent="-304800" lvl="4" marL="2286000" rtl="0">
              <a:lnSpc>
                <a:spcPct val="115000"/>
              </a:lnSpc>
              <a:spcBef>
                <a:spcPts val="1200"/>
              </a:spcBef>
              <a:spcAft>
                <a:spcPts val="0"/>
              </a:spcAft>
              <a:buSzPts val="1200"/>
              <a:buFont typeface="Poppins"/>
              <a:buChar char="○"/>
              <a:defRPr sz="1200">
                <a:latin typeface="Poppins"/>
                <a:ea typeface="Poppins"/>
                <a:cs typeface="Poppins"/>
                <a:sym typeface="Poppins"/>
              </a:defRPr>
            </a:lvl5pPr>
            <a:lvl6pPr indent="-304800" lvl="5" marL="2743200" rtl="0">
              <a:lnSpc>
                <a:spcPct val="115000"/>
              </a:lnSpc>
              <a:spcBef>
                <a:spcPts val="1200"/>
              </a:spcBef>
              <a:spcAft>
                <a:spcPts val="0"/>
              </a:spcAft>
              <a:buSzPts val="1200"/>
              <a:buFont typeface="Poppins"/>
              <a:buChar char="■"/>
              <a:defRPr sz="1200">
                <a:latin typeface="Poppins"/>
                <a:ea typeface="Poppins"/>
                <a:cs typeface="Poppins"/>
                <a:sym typeface="Poppins"/>
              </a:defRPr>
            </a:lvl6pPr>
            <a:lvl7pPr indent="-304800" lvl="6" marL="3200400" rtl="0">
              <a:lnSpc>
                <a:spcPct val="115000"/>
              </a:lnSpc>
              <a:spcBef>
                <a:spcPts val="1200"/>
              </a:spcBef>
              <a:spcAft>
                <a:spcPts val="0"/>
              </a:spcAft>
              <a:buSzPts val="1200"/>
              <a:buFont typeface="Poppins"/>
              <a:buChar char="●"/>
              <a:defRPr sz="1200">
                <a:latin typeface="Poppins"/>
                <a:ea typeface="Poppins"/>
                <a:cs typeface="Poppins"/>
                <a:sym typeface="Poppins"/>
              </a:defRPr>
            </a:lvl7pPr>
            <a:lvl8pPr indent="-304800" lvl="7" marL="3657600" rtl="0">
              <a:lnSpc>
                <a:spcPct val="115000"/>
              </a:lnSpc>
              <a:spcBef>
                <a:spcPts val="1200"/>
              </a:spcBef>
              <a:spcAft>
                <a:spcPts val="0"/>
              </a:spcAft>
              <a:buSzPts val="1200"/>
              <a:buFont typeface="Poppins"/>
              <a:buChar char="○"/>
              <a:defRPr sz="1200">
                <a:latin typeface="Poppins"/>
                <a:ea typeface="Poppins"/>
                <a:cs typeface="Poppins"/>
                <a:sym typeface="Poppins"/>
              </a:defRPr>
            </a:lvl8pPr>
            <a:lvl9pPr indent="-304800" lvl="8" marL="4114800" rtl="0">
              <a:lnSpc>
                <a:spcPct val="115000"/>
              </a:lnSpc>
              <a:spcBef>
                <a:spcPts val="1200"/>
              </a:spcBef>
              <a:spcAft>
                <a:spcPts val="1200"/>
              </a:spcAft>
              <a:buSzPts val="1200"/>
              <a:buFont typeface="Poppins"/>
              <a:buChar char="■"/>
              <a:defRPr sz="1200">
                <a:latin typeface="Poppins"/>
                <a:ea typeface="Poppins"/>
                <a:cs typeface="Poppins"/>
                <a:sym typeface="Poppins"/>
              </a:defRPr>
            </a:lvl9pPr>
          </a:lstStyle>
          <a:p/>
        </p:txBody>
      </p:sp>
      <p:pic>
        <p:nvPicPr>
          <p:cNvPr id="25" name="Google Shape;25;p4"/>
          <p:cNvPicPr preferRelativeResize="0"/>
          <p:nvPr/>
        </p:nvPicPr>
        <p:blipFill>
          <a:blip r:embed="rId2">
            <a:alphaModFix/>
          </a:blip>
          <a:stretch>
            <a:fillRect/>
          </a:stretch>
        </p:blipFill>
        <p:spPr>
          <a:xfrm>
            <a:off x="1450187" y="1208813"/>
            <a:ext cx="1675826" cy="1674575"/>
          </a:xfrm>
          <a:prstGeom prst="rect">
            <a:avLst/>
          </a:prstGeom>
          <a:noFill/>
          <a:ln>
            <a:noFill/>
          </a:ln>
        </p:spPr>
      </p:pic>
      <p:sp>
        <p:nvSpPr>
          <p:cNvPr id="26" name="Google Shape;26;p4"/>
          <p:cNvSpPr txBox="1"/>
          <p:nvPr/>
        </p:nvSpPr>
        <p:spPr>
          <a:xfrm>
            <a:off x="347550" y="3015650"/>
            <a:ext cx="3881100" cy="908100"/>
          </a:xfrm>
          <a:prstGeom prst="rect">
            <a:avLst/>
          </a:prstGeom>
          <a:noFill/>
          <a:ln>
            <a:noFill/>
          </a:ln>
        </p:spPr>
        <p:txBody>
          <a:bodyPr anchorCtr="0" anchor="ctr" bIns="91425" lIns="91425" spcFirstLastPara="1" rIns="91425" wrap="square" tIns="91425">
            <a:spAutoFit/>
          </a:bodyPr>
          <a:lstStyle/>
          <a:p>
            <a:pPr indent="0" lvl="0" marL="0" rtl="0" algn="ctr">
              <a:spcBef>
                <a:spcPts val="0"/>
              </a:spcBef>
              <a:spcAft>
                <a:spcPts val="0"/>
              </a:spcAft>
              <a:buNone/>
            </a:pPr>
            <a:r>
              <a:rPr b="1" lang="en" sz="4700">
                <a:solidFill>
                  <a:schemeClr val="lt1"/>
                </a:solidFill>
                <a:latin typeface="Poppins"/>
                <a:ea typeface="Poppins"/>
                <a:cs typeface="Poppins"/>
                <a:sym typeface="Poppins"/>
              </a:rPr>
              <a:t>Contents</a:t>
            </a:r>
            <a:endParaRPr b="1" sz="4700">
              <a:solidFill>
                <a:schemeClr val="lt1"/>
              </a:solidFill>
              <a:latin typeface="Poppins"/>
              <a:ea typeface="Poppins"/>
              <a:cs typeface="Poppins"/>
              <a:sym typeface="Poppi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TITLE_AND_BODY_1">
    <p:spTree>
      <p:nvGrpSpPr>
        <p:cNvPr id="27" name="Shape 27"/>
        <p:cNvGrpSpPr/>
        <p:nvPr/>
      </p:nvGrpSpPr>
      <p:grpSpPr>
        <a:xfrm>
          <a:off x="0" y="0"/>
          <a:ext cx="0" cy="0"/>
          <a:chOff x="0" y="0"/>
          <a:chExt cx="0" cy="0"/>
        </a:xfrm>
      </p:grpSpPr>
      <p:sp>
        <p:nvSpPr>
          <p:cNvPr id="28" name="Google Shape;28;p5"/>
          <p:cNvSpPr/>
          <p:nvPr/>
        </p:nvSpPr>
        <p:spPr>
          <a:xfrm>
            <a:off x="2100" y="-125"/>
            <a:ext cx="45720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sp>
        <p:nvSpPr>
          <p:cNvPr id="29" name="Google Shape;29;p5"/>
          <p:cNvSpPr txBox="1"/>
          <p:nvPr>
            <p:ph idx="1" type="body"/>
          </p:nvPr>
        </p:nvSpPr>
        <p:spPr>
          <a:xfrm>
            <a:off x="4951125" y="295825"/>
            <a:ext cx="3881100" cy="4556400"/>
          </a:xfrm>
          <a:prstGeom prst="rect">
            <a:avLst/>
          </a:prstGeom>
        </p:spPr>
        <p:txBody>
          <a:bodyPr anchorCtr="0" anchor="ctr" bIns="91425" lIns="91425" spcFirstLastPara="1" rIns="91425" wrap="square" tIns="91425">
            <a:noAutofit/>
          </a:bodyPr>
          <a:lstStyle>
            <a:lvl1pPr indent="-342900" lvl="0" marL="457200" rtl="0">
              <a:lnSpc>
                <a:spcPct val="115000"/>
              </a:lnSpc>
              <a:spcBef>
                <a:spcPts val="0"/>
              </a:spcBef>
              <a:spcAft>
                <a:spcPts val="0"/>
              </a:spcAft>
              <a:buClr>
                <a:schemeClr val="accent1"/>
              </a:buClr>
              <a:buSzPts val="1800"/>
              <a:buFont typeface="Poppins"/>
              <a:buChar char="●"/>
              <a:defRPr b="1" sz="1800">
                <a:solidFill>
                  <a:schemeClr val="accent1"/>
                </a:solidFill>
                <a:latin typeface="Poppins"/>
                <a:ea typeface="Poppins"/>
                <a:cs typeface="Poppins"/>
                <a:sym typeface="Poppins"/>
              </a:defRPr>
            </a:lvl1pPr>
            <a:lvl2pPr indent="-317500" lvl="1" marL="914400" rtl="0">
              <a:lnSpc>
                <a:spcPct val="115000"/>
              </a:lnSpc>
              <a:spcBef>
                <a:spcPts val="1200"/>
              </a:spcBef>
              <a:spcAft>
                <a:spcPts val="0"/>
              </a:spcAft>
              <a:buSzPts val="1400"/>
              <a:buFont typeface="Poppins"/>
              <a:buChar char="○"/>
              <a:defRPr>
                <a:latin typeface="Poppins"/>
                <a:ea typeface="Poppins"/>
                <a:cs typeface="Poppins"/>
                <a:sym typeface="Poppins"/>
              </a:defRPr>
            </a:lvl2pPr>
            <a:lvl3pPr indent="-304800" lvl="2" marL="1371600" rtl="0">
              <a:lnSpc>
                <a:spcPct val="115000"/>
              </a:lnSpc>
              <a:spcBef>
                <a:spcPts val="1200"/>
              </a:spcBef>
              <a:spcAft>
                <a:spcPts val="0"/>
              </a:spcAft>
              <a:buSzPts val="1200"/>
              <a:buFont typeface="Poppins"/>
              <a:buChar char="■"/>
              <a:defRPr sz="1200">
                <a:latin typeface="Poppins"/>
                <a:ea typeface="Poppins"/>
                <a:cs typeface="Poppins"/>
                <a:sym typeface="Poppins"/>
              </a:defRPr>
            </a:lvl3pPr>
            <a:lvl4pPr indent="-304800" lvl="3" marL="1828800" rtl="0">
              <a:lnSpc>
                <a:spcPct val="115000"/>
              </a:lnSpc>
              <a:spcBef>
                <a:spcPts val="1200"/>
              </a:spcBef>
              <a:spcAft>
                <a:spcPts val="0"/>
              </a:spcAft>
              <a:buSzPts val="1200"/>
              <a:buFont typeface="Poppins"/>
              <a:buChar char="●"/>
              <a:defRPr sz="1200">
                <a:latin typeface="Poppins"/>
                <a:ea typeface="Poppins"/>
                <a:cs typeface="Poppins"/>
                <a:sym typeface="Poppins"/>
              </a:defRPr>
            </a:lvl4pPr>
            <a:lvl5pPr indent="-304800" lvl="4" marL="2286000" rtl="0">
              <a:lnSpc>
                <a:spcPct val="115000"/>
              </a:lnSpc>
              <a:spcBef>
                <a:spcPts val="1200"/>
              </a:spcBef>
              <a:spcAft>
                <a:spcPts val="0"/>
              </a:spcAft>
              <a:buSzPts val="1200"/>
              <a:buFont typeface="Poppins"/>
              <a:buChar char="○"/>
              <a:defRPr sz="1200">
                <a:latin typeface="Poppins"/>
                <a:ea typeface="Poppins"/>
                <a:cs typeface="Poppins"/>
                <a:sym typeface="Poppins"/>
              </a:defRPr>
            </a:lvl5pPr>
            <a:lvl6pPr indent="-304800" lvl="5" marL="2743200" rtl="0">
              <a:lnSpc>
                <a:spcPct val="115000"/>
              </a:lnSpc>
              <a:spcBef>
                <a:spcPts val="1200"/>
              </a:spcBef>
              <a:spcAft>
                <a:spcPts val="0"/>
              </a:spcAft>
              <a:buSzPts val="1200"/>
              <a:buFont typeface="Poppins"/>
              <a:buChar char="■"/>
              <a:defRPr sz="1200">
                <a:latin typeface="Poppins"/>
                <a:ea typeface="Poppins"/>
                <a:cs typeface="Poppins"/>
                <a:sym typeface="Poppins"/>
              </a:defRPr>
            </a:lvl6pPr>
            <a:lvl7pPr indent="-304800" lvl="6" marL="3200400" rtl="0">
              <a:lnSpc>
                <a:spcPct val="115000"/>
              </a:lnSpc>
              <a:spcBef>
                <a:spcPts val="1200"/>
              </a:spcBef>
              <a:spcAft>
                <a:spcPts val="0"/>
              </a:spcAft>
              <a:buSzPts val="1200"/>
              <a:buFont typeface="Poppins"/>
              <a:buChar char="●"/>
              <a:defRPr sz="1200">
                <a:latin typeface="Poppins"/>
                <a:ea typeface="Poppins"/>
                <a:cs typeface="Poppins"/>
                <a:sym typeface="Poppins"/>
              </a:defRPr>
            </a:lvl7pPr>
            <a:lvl8pPr indent="-304800" lvl="7" marL="3657600" rtl="0">
              <a:lnSpc>
                <a:spcPct val="115000"/>
              </a:lnSpc>
              <a:spcBef>
                <a:spcPts val="1200"/>
              </a:spcBef>
              <a:spcAft>
                <a:spcPts val="0"/>
              </a:spcAft>
              <a:buSzPts val="1200"/>
              <a:buFont typeface="Poppins"/>
              <a:buChar char="○"/>
              <a:defRPr sz="1200">
                <a:latin typeface="Poppins"/>
                <a:ea typeface="Poppins"/>
                <a:cs typeface="Poppins"/>
                <a:sym typeface="Poppins"/>
              </a:defRPr>
            </a:lvl8pPr>
            <a:lvl9pPr indent="-304800" lvl="8" marL="4114800" rtl="0">
              <a:lnSpc>
                <a:spcPct val="115000"/>
              </a:lnSpc>
              <a:spcBef>
                <a:spcPts val="1200"/>
              </a:spcBef>
              <a:spcAft>
                <a:spcPts val="1200"/>
              </a:spcAft>
              <a:buSzPts val="1200"/>
              <a:buFont typeface="Poppins"/>
              <a:buChar char="■"/>
              <a:defRPr sz="1200">
                <a:latin typeface="Poppins"/>
                <a:ea typeface="Poppins"/>
                <a:cs typeface="Poppins"/>
                <a:sym typeface="Poppins"/>
              </a:defRPr>
            </a:lvl9pPr>
          </a:lstStyle>
          <a:p/>
        </p:txBody>
      </p:sp>
      <p:pic>
        <p:nvPicPr>
          <p:cNvPr id="30" name="Google Shape;30;p5"/>
          <p:cNvPicPr preferRelativeResize="0"/>
          <p:nvPr/>
        </p:nvPicPr>
        <p:blipFill>
          <a:blip r:embed="rId2">
            <a:alphaModFix/>
          </a:blip>
          <a:stretch>
            <a:fillRect/>
          </a:stretch>
        </p:blipFill>
        <p:spPr>
          <a:xfrm>
            <a:off x="1450187" y="1208813"/>
            <a:ext cx="1675826" cy="1674575"/>
          </a:xfrm>
          <a:prstGeom prst="rect">
            <a:avLst/>
          </a:prstGeom>
          <a:noFill/>
          <a:ln>
            <a:noFill/>
          </a:ln>
        </p:spPr>
      </p:pic>
      <p:sp>
        <p:nvSpPr>
          <p:cNvPr id="31" name="Google Shape;31;p5"/>
          <p:cNvSpPr txBox="1"/>
          <p:nvPr/>
        </p:nvSpPr>
        <p:spPr>
          <a:xfrm>
            <a:off x="347550" y="3015650"/>
            <a:ext cx="3881100" cy="908100"/>
          </a:xfrm>
          <a:prstGeom prst="rect">
            <a:avLst/>
          </a:prstGeom>
          <a:noFill/>
          <a:ln>
            <a:noFill/>
          </a:ln>
        </p:spPr>
        <p:txBody>
          <a:bodyPr anchorCtr="0" anchor="ctr" bIns="91425" lIns="91425" spcFirstLastPara="1" rIns="91425" wrap="square" tIns="91425">
            <a:spAutoFit/>
          </a:bodyPr>
          <a:lstStyle/>
          <a:p>
            <a:pPr indent="0" lvl="0" marL="0" rtl="0" algn="ctr">
              <a:spcBef>
                <a:spcPts val="0"/>
              </a:spcBef>
              <a:spcAft>
                <a:spcPts val="0"/>
              </a:spcAft>
              <a:buNone/>
            </a:pPr>
            <a:r>
              <a:rPr b="1" lang="en" sz="4700">
                <a:solidFill>
                  <a:schemeClr val="lt1"/>
                </a:solidFill>
                <a:latin typeface="Poppins"/>
                <a:ea typeface="Poppins"/>
                <a:cs typeface="Poppins"/>
                <a:sym typeface="Poppins"/>
              </a:rPr>
              <a:t>Agenda</a:t>
            </a:r>
            <a:endParaRPr b="1" sz="4700">
              <a:solidFill>
                <a:schemeClr val="lt1"/>
              </a:solidFill>
              <a:latin typeface="Poppins"/>
              <a:ea typeface="Poppins"/>
              <a:cs typeface="Poppins"/>
              <a:sym typeface="Poppi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woColTx">
  <p:cSld name="TITLE_AND_TWO_COLUMNS">
    <p:spTree>
      <p:nvGrpSpPr>
        <p:cNvPr id="32" name="Shape 32"/>
        <p:cNvGrpSpPr/>
        <p:nvPr/>
      </p:nvGrpSpPr>
      <p:grpSpPr>
        <a:xfrm>
          <a:off x="0" y="0"/>
          <a:ext cx="0" cy="0"/>
          <a:chOff x="0" y="0"/>
          <a:chExt cx="0" cy="0"/>
        </a:xfrm>
      </p:grpSpPr>
      <p:sp>
        <p:nvSpPr>
          <p:cNvPr id="33" name="Google Shape;33;p6"/>
          <p:cNvSpPr/>
          <p:nvPr/>
        </p:nvSpPr>
        <p:spPr>
          <a:xfrm>
            <a:off x="0" y="0"/>
            <a:ext cx="9144000" cy="368700"/>
          </a:xfrm>
          <a:prstGeom prst="rect">
            <a:avLst/>
          </a:prstGeom>
          <a:solidFill>
            <a:srgbClr val="7B189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212121"/>
              </a:solidFill>
            </a:endParaRPr>
          </a:p>
        </p:txBody>
      </p:sp>
      <p:pic>
        <p:nvPicPr>
          <p:cNvPr id="34" name="Google Shape;34;p6"/>
          <p:cNvPicPr preferRelativeResize="0"/>
          <p:nvPr/>
        </p:nvPicPr>
        <p:blipFill rotWithShape="1">
          <a:blip r:embed="rId2">
            <a:alphaModFix/>
          </a:blip>
          <a:srcRect b="21394" l="5653" r="78268" t="21296"/>
          <a:stretch/>
        </p:blipFill>
        <p:spPr>
          <a:xfrm>
            <a:off x="8833925" y="60136"/>
            <a:ext cx="254899" cy="248436"/>
          </a:xfrm>
          <a:prstGeom prst="rect">
            <a:avLst/>
          </a:prstGeom>
          <a:noFill/>
          <a:ln>
            <a:noFill/>
          </a:ln>
        </p:spPr>
      </p:pic>
      <p:sp>
        <p:nvSpPr>
          <p:cNvPr id="35" name="Google Shape;35;p6"/>
          <p:cNvSpPr txBox="1"/>
          <p:nvPr>
            <p:ph type="title"/>
          </p:nvPr>
        </p:nvSpPr>
        <p:spPr>
          <a:xfrm>
            <a:off x="81575" y="0"/>
            <a:ext cx="8666400" cy="3687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600"/>
              <a:buNone/>
              <a:defRPr b="1" sz="1600">
                <a:solidFill>
                  <a:schemeClr val="lt1"/>
                </a:solidFill>
              </a:defRPr>
            </a:lvl1pPr>
            <a:lvl2pPr lvl="1" rtl="0">
              <a:spcBef>
                <a:spcPts val="0"/>
              </a:spcBef>
              <a:spcAft>
                <a:spcPts val="0"/>
              </a:spcAft>
              <a:buClr>
                <a:schemeClr val="lt1"/>
              </a:buClr>
              <a:buSzPts val="1800"/>
              <a:buNone/>
              <a:defRPr b="1" sz="1800">
                <a:solidFill>
                  <a:schemeClr val="lt1"/>
                </a:solidFill>
              </a:defRPr>
            </a:lvl2pPr>
            <a:lvl3pPr lvl="2" rtl="0">
              <a:spcBef>
                <a:spcPts val="0"/>
              </a:spcBef>
              <a:spcAft>
                <a:spcPts val="0"/>
              </a:spcAft>
              <a:buClr>
                <a:schemeClr val="lt1"/>
              </a:buClr>
              <a:buSzPts val="1800"/>
              <a:buNone/>
              <a:defRPr b="1" sz="1800">
                <a:solidFill>
                  <a:schemeClr val="lt1"/>
                </a:solidFill>
              </a:defRPr>
            </a:lvl3pPr>
            <a:lvl4pPr lvl="3" rtl="0">
              <a:spcBef>
                <a:spcPts val="0"/>
              </a:spcBef>
              <a:spcAft>
                <a:spcPts val="0"/>
              </a:spcAft>
              <a:buClr>
                <a:schemeClr val="lt1"/>
              </a:buClr>
              <a:buSzPts val="1800"/>
              <a:buNone/>
              <a:defRPr b="1" sz="1800">
                <a:solidFill>
                  <a:schemeClr val="lt1"/>
                </a:solidFill>
              </a:defRPr>
            </a:lvl4pPr>
            <a:lvl5pPr lvl="4" rtl="0">
              <a:spcBef>
                <a:spcPts val="0"/>
              </a:spcBef>
              <a:spcAft>
                <a:spcPts val="0"/>
              </a:spcAft>
              <a:buClr>
                <a:schemeClr val="lt1"/>
              </a:buClr>
              <a:buSzPts val="1800"/>
              <a:buNone/>
              <a:defRPr b="1" sz="1800">
                <a:solidFill>
                  <a:schemeClr val="lt1"/>
                </a:solidFill>
              </a:defRPr>
            </a:lvl5pPr>
            <a:lvl6pPr lvl="5" rtl="0">
              <a:spcBef>
                <a:spcPts val="0"/>
              </a:spcBef>
              <a:spcAft>
                <a:spcPts val="0"/>
              </a:spcAft>
              <a:buClr>
                <a:schemeClr val="lt1"/>
              </a:buClr>
              <a:buSzPts val="1800"/>
              <a:buNone/>
              <a:defRPr b="1" sz="1800">
                <a:solidFill>
                  <a:schemeClr val="lt1"/>
                </a:solidFill>
              </a:defRPr>
            </a:lvl6pPr>
            <a:lvl7pPr lvl="6" rtl="0">
              <a:spcBef>
                <a:spcPts val="0"/>
              </a:spcBef>
              <a:spcAft>
                <a:spcPts val="0"/>
              </a:spcAft>
              <a:buClr>
                <a:schemeClr val="lt1"/>
              </a:buClr>
              <a:buSzPts val="1800"/>
              <a:buNone/>
              <a:defRPr b="1" sz="1800">
                <a:solidFill>
                  <a:schemeClr val="lt1"/>
                </a:solidFill>
              </a:defRPr>
            </a:lvl7pPr>
            <a:lvl8pPr lvl="7" rtl="0">
              <a:spcBef>
                <a:spcPts val="0"/>
              </a:spcBef>
              <a:spcAft>
                <a:spcPts val="0"/>
              </a:spcAft>
              <a:buClr>
                <a:schemeClr val="lt1"/>
              </a:buClr>
              <a:buSzPts val="1800"/>
              <a:buNone/>
              <a:defRPr b="1" sz="1800">
                <a:solidFill>
                  <a:schemeClr val="lt1"/>
                </a:solidFill>
              </a:defRPr>
            </a:lvl8pPr>
            <a:lvl9pPr lvl="8" rtl="0">
              <a:spcBef>
                <a:spcPts val="0"/>
              </a:spcBef>
              <a:spcAft>
                <a:spcPts val="0"/>
              </a:spcAft>
              <a:buClr>
                <a:schemeClr val="lt1"/>
              </a:buClr>
              <a:buSzPts val="1800"/>
              <a:buNone/>
              <a:defRPr b="1" sz="1800">
                <a:solidFill>
                  <a:schemeClr val="lt1"/>
                </a:solidFil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1:3 Blank)" type="titleOnly">
  <p:cSld name="TITLE_ONLY">
    <p:spTree>
      <p:nvGrpSpPr>
        <p:cNvPr id="36" name="Shape 36"/>
        <p:cNvGrpSpPr/>
        <p:nvPr/>
      </p:nvGrpSpPr>
      <p:grpSpPr>
        <a:xfrm>
          <a:off x="0" y="0"/>
          <a:ext cx="0" cy="0"/>
          <a:chOff x="0" y="0"/>
          <a:chExt cx="0" cy="0"/>
        </a:xfrm>
      </p:grpSpPr>
      <p:sp>
        <p:nvSpPr>
          <p:cNvPr id="37" name="Google Shape;37;p7"/>
          <p:cNvSpPr txBox="1"/>
          <p:nvPr>
            <p:ph idx="1" type="body"/>
          </p:nvPr>
        </p:nvSpPr>
        <p:spPr>
          <a:xfrm>
            <a:off x="402325" y="1054925"/>
            <a:ext cx="1895100" cy="3416400"/>
          </a:xfrm>
          <a:prstGeom prst="rect">
            <a:avLst/>
          </a:prstGeom>
        </p:spPr>
        <p:txBody>
          <a:bodyPr anchorCtr="0" anchor="t" bIns="0" lIns="0" spcFirstLastPara="1" rIns="0" wrap="square" tIns="0">
            <a:normAutofit/>
          </a:bodyPr>
          <a:lstStyle>
            <a:lvl1pPr indent="-298450" lvl="0" marL="457200" rtl="0">
              <a:lnSpc>
                <a:spcPct val="125000"/>
              </a:lnSpc>
              <a:spcBef>
                <a:spcPts val="0"/>
              </a:spcBef>
              <a:spcAft>
                <a:spcPts val="0"/>
              </a:spcAft>
              <a:buSzPts val="1100"/>
              <a:buChar char="●"/>
              <a:defRPr sz="1100"/>
            </a:lvl1pPr>
            <a:lvl2pPr indent="-298450" lvl="1" marL="914400" rtl="0">
              <a:lnSpc>
                <a:spcPct val="125000"/>
              </a:lnSpc>
              <a:spcBef>
                <a:spcPts val="0"/>
              </a:spcBef>
              <a:spcAft>
                <a:spcPts val="0"/>
              </a:spcAft>
              <a:buSzPts val="1100"/>
              <a:buChar char="○"/>
              <a:defRPr sz="1100"/>
            </a:lvl2pPr>
            <a:lvl3pPr indent="-298450" lvl="2" marL="1371600" rtl="0">
              <a:lnSpc>
                <a:spcPct val="125000"/>
              </a:lnSpc>
              <a:spcBef>
                <a:spcPts val="0"/>
              </a:spcBef>
              <a:spcAft>
                <a:spcPts val="0"/>
              </a:spcAft>
              <a:buSzPts val="1100"/>
              <a:buChar char="■"/>
              <a:defRPr sz="1100"/>
            </a:lvl3pPr>
            <a:lvl4pPr indent="-298450" lvl="3" marL="1828800" rtl="0">
              <a:lnSpc>
                <a:spcPct val="125000"/>
              </a:lnSpc>
              <a:spcBef>
                <a:spcPts val="0"/>
              </a:spcBef>
              <a:spcAft>
                <a:spcPts val="0"/>
              </a:spcAft>
              <a:buSzPts val="1100"/>
              <a:buChar char="●"/>
              <a:defRPr sz="1100"/>
            </a:lvl4pPr>
            <a:lvl5pPr indent="-298450" lvl="4" marL="2286000" rtl="0">
              <a:lnSpc>
                <a:spcPct val="125000"/>
              </a:lnSpc>
              <a:spcBef>
                <a:spcPts val="0"/>
              </a:spcBef>
              <a:spcAft>
                <a:spcPts val="0"/>
              </a:spcAft>
              <a:buSzPts val="1100"/>
              <a:buChar char="○"/>
              <a:defRPr sz="1100"/>
            </a:lvl5pPr>
            <a:lvl6pPr indent="-298450" lvl="5" marL="2743200" rtl="0">
              <a:lnSpc>
                <a:spcPct val="125000"/>
              </a:lnSpc>
              <a:spcBef>
                <a:spcPts val="0"/>
              </a:spcBef>
              <a:spcAft>
                <a:spcPts val="0"/>
              </a:spcAft>
              <a:buSzPts val="1100"/>
              <a:buChar char="■"/>
              <a:defRPr sz="1100"/>
            </a:lvl6pPr>
            <a:lvl7pPr indent="-298450" lvl="6" marL="3200400" rtl="0">
              <a:lnSpc>
                <a:spcPct val="125000"/>
              </a:lnSpc>
              <a:spcBef>
                <a:spcPts val="0"/>
              </a:spcBef>
              <a:spcAft>
                <a:spcPts val="0"/>
              </a:spcAft>
              <a:buSzPts val="1100"/>
              <a:buChar char="●"/>
              <a:defRPr sz="1100"/>
            </a:lvl7pPr>
            <a:lvl8pPr indent="-298450" lvl="7" marL="3657600" rtl="0">
              <a:lnSpc>
                <a:spcPct val="125000"/>
              </a:lnSpc>
              <a:spcBef>
                <a:spcPts val="0"/>
              </a:spcBef>
              <a:spcAft>
                <a:spcPts val="0"/>
              </a:spcAft>
              <a:buSzPts val="1100"/>
              <a:buChar char="○"/>
              <a:defRPr sz="1100"/>
            </a:lvl8pPr>
            <a:lvl9pPr indent="-298450" lvl="8" marL="4114800" rtl="0">
              <a:lnSpc>
                <a:spcPct val="125000"/>
              </a:lnSpc>
              <a:spcBef>
                <a:spcPts val="0"/>
              </a:spcBef>
              <a:spcAft>
                <a:spcPts val="0"/>
              </a:spcAft>
              <a:buSzPts val="1100"/>
              <a:buChar char="■"/>
              <a:defRPr sz="1100"/>
            </a:lvl9pPr>
          </a:lstStyle>
          <a:p/>
        </p:txBody>
      </p:sp>
      <p:sp>
        <p:nvSpPr>
          <p:cNvPr id="38" name="Google Shape;38;p7"/>
          <p:cNvSpPr/>
          <p:nvPr/>
        </p:nvSpPr>
        <p:spPr>
          <a:xfrm>
            <a:off x="0" y="0"/>
            <a:ext cx="9144000" cy="368700"/>
          </a:xfrm>
          <a:prstGeom prst="rect">
            <a:avLst/>
          </a:prstGeom>
          <a:solidFill>
            <a:srgbClr val="7B189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212121"/>
              </a:solidFill>
            </a:endParaRPr>
          </a:p>
        </p:txBody>
      </p:sp>
      <p:pic>
        <p:nvPicPr>
          <p:cNvPr id="39" name="Google Shape;39;p7"/>
          <p:cNvPicPr preferRelativeResize="0"/>
          <p:nvPr/>
        </p:nvPicPr>
        <p:blipFill rotWithShape="1">
          <a:blip r:embed="rId2">
            <a:alphaModFix/>
          </a:blip>
          <a:srcRect b="21394" l="5653" r="78268" t="21296"/>
          <a:stretch/>
        </p:blipFill>
        <p:spPr>
          <a:xfrm>
            <a:off x="8833925" y="60136"/>
            <a:ext cx="254899" cy="248436"/>
          </a:xfrm>
          <a:prstGeom prst="rect">
            <a:avLst/>
          </a:prstGeom>
          <a:noFill/>
          <a:ln>
            <a:noFill/>
          </a:ln>
        </p:spPr>
      </p:pic>
      <p:sp>
        <p:nvSpPr>
          <p:cNvPr id="40" name="Google Shape;40;p7"/>
          <p:cNvSpPr txBox="1"/>
          <p:nvPr>
            <p:ph type="title"/>
          </p:nvPr>
        </p:nvSpPr>
        <p:spPr>
          <a:xfrm>
            <a:off x="81575" y="0"/>
            <a:ext cx="8666400" cy="3687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600"/>
              <a:buNone/>
              <a:defRPr b="1" sz="1600">
                <a:solidFill>
                  <a:schemeClr val="lt1"/>
                </a:solidFill>
              </a:defRPr>
            </a:lvl1pPr>
            <a:lvl2pPr lvl="1" rtl="0">
              <a:spcBef>
                <a:spcPts val="0"/>
              </a:spcBef>
              <a:spcAft>
                <a:spcPts val="0"/>
              </a:spcAft>
              <a:buClr>
                <a:schemeClr val="lt1"/>
              </a:buClr>
              <a:buSzPts val="1600"/>
              <a:buNone/>
              <a:defRPr b="1" sz="1600">
                <a:solidFill>
                  <a:schemeClr val="lt1"/>
                </a:solidFill>
              </a:defRPr>
            </a:lvl2pPr>
            <a:lvl3pPr lvl="2" rtl="0">
              <a:spcBef>
                <a:spcPts val="0"/>
              </a:spcBef>
              <a:spcAft>
                <a:spcPts val="0"/>
              </a:spcAft>
              <a:buClr>
                <a:schemeClr val="lt1"/>
              </a:buClr>
              <a:buSzPts val="1600"/>
              <a:buNone/>
              <a:defRPr b="1" sz="1600">
                <a:solidFill>
                  <a:schemeClr val="lt1"/>
                </a:solidFill>
              </a:defRPr>
            </a:lvl3pPr>
            <a:lvl4pPr lvl="3" rtl="0">
              <a:spcBef>
                <a:spcPts val="0"/>
              </a:spcBef>
              <a:spcAft>
                <a:spcPts val="0"/>
              </a:spcAft>
              <a:buClr>
                <a:schemeClr val="lt1"/>
              </a:buClr>
              <a:buSzPts val="1600"/>
              <a:buNone/>
              <a:defRPr b="1" sz="1600">
                <a:solidFill>
                  <a:schemeClr val="lt1"/>
                </a:solidFill>
              </a:defRPr>
            </a:lvl4pPr>
            <a:lvl5pPr lvl="4" rtl="0">
              <a:spcBef>
                <a:spcPts val="0"/>
              </a:spcBef>
              <a:spcAft>
                <a:spcPts val="0"/>
              </a:spcAft>
              <a:buClr>
                <a:schemeClr val="lt1"/>
              </a:buClr>
              <a:buSzPts val="1600"/>
              <a:buNone/>
              <a:defRPr b="1" sz="1600">
                <a:solidFill>
                  <a:schemeClr val="lt1"/>
                </a:solidFill>
              </a:defRPr>
            </a:lvl5pPr>
            <a:lvl6pPr lvl="5" rtl="0">
              <a:spcBef>
                <a:spcPts val="0"/>
              </a:spcBef>
              <a:spcAft>
                <a:spcPts val="0"/>
              </a:spcAft>
              <a:buClr>
                <a:schemeClr val="lt1"/>
              </a:buClr>
              <a:buSzPts val="1600"/>
              <a:buNone/>
              <a:defRPr b="1" sz="1600">
                <a:solidFill>
                  <a:schemeClr val="lt1"/>
                </a:solidFill>
              </a:defRPr>
            </a:lvl6pPr>
            <a:lvl7pPr lvl="6" rtl="0">
              <a:spcBef>
                <a:spcPts val="0"/>
              </a:spcBef>
              <a:spcAft>
                <a:spcPts val="0"/>
              </a:spcAft>
              <a:buClr>
                <a:schemeClr val="lt1"/>
              </a:buClr>
              <a:buSzPts val="1600"/>
              <a:buNone/>
              <a:defRPr b="1" sz="1600">
                <a:solidFill>
                  <a:schemeClr val="lt1"/>
                </a:solidFill>
              </a:defRPr>
            </a:lvl7pPr>
            <a:lvl8pPr lvl="7" rtl="0">
              <a:spcBef>
                <a:spcPts val="0"/>
              </a:spcBef>
              <a:spcAft>
                <a:spcPts val="0"/>
              </a:spcAft>
              <a:buClr>
                <a:schemeClr val="lt1"/>
              </a:buClr>
              <a:buSzPts val="1600"/>
              <a:buNone/>
              <a:defRPr b="1" sz="1600">
                <a:solidFill>
                  <a:schemeClr val="lt1"/>
                </a:solidFill>
              </a:defRPr>
            </a:lvl8pPr>
            <a:lvl9pPr lvl="8" rtl="0">
              <a:spcBef>
                <a:spcPts val="0"/>
              </a:spcBef>
              <a:spcAft>
                <a:spcPts val="0"/>
              </a:spcAft>
              <a:buClr>
                <a:schemeClr val="lt1"/>
              </a:buClr>
              <a:buSzPts val="1600"/>
              <a:buNone/>
              <a:defRPr b="1" sz="1600">
                <a:solidFill>
                  <a:schemeClr val="lt1"/>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p:cSld name="ONE_COLUMN_TEXT">
    <p:spTree>
      <p:nvGrpSpPr>
        <p:cNvPr id="41" name="Shape 41"/>
        <p:cNvGrpSpPr/>
        <p:nvPr/>
      </p:nvGrpSpPr>
      <p:grpSpPr>
        <a:xfrm>
          <a:off x="0" y="0"/>
          <a:ext cx="0" cy="0"/>
          <a:chOff x="0" y="0"/>
          <a:chExt cx="0" cy="0"/>
        </a:xfrm>
      </p:grpSpPr>
      <p:sp>
        <p:nvSpPr>
          <p:cNvPr id="42" name="Google Shape;42;p8"/>
          <p:cNvSpPr/>
          <p:nvPr/>
        </p:nvSpPr>
        <p:spPr>
          <a:xfrm>
            <a:off x="0" y="0"/>
            <a:ext cx="9144000" cy="368700"/>
          </a:xfrm>
          <a:prstGeom prst="rect">
            <a:avLst/>
          </a:prstGeom>
          <a:solidFill>
            <a:srgbClr val="7B189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212121"/>
              </a:solidFill>
            </a:endParaRPr>
          </a:p>
        </p:txBody>
      </p:sp>
      <p:pic>
        <p:nvPicPr>
          <p:cNvPr id="43" name="Google Shape;43;p8"/>
          <p:cNvPicPr preferRelativeResize="0"/>
          <p:nvPr/>
        </p:nvPicPr>
        <p:blipFill rotWithShape="1">
          <a:blip r:embed="rId2">
            <a:alphaModFix/>
          </a:blip>
          <a:srcRect b="21394" l="5653" r="78268" t="21296"/>
          <a:stretch/>
        </p:blipFill>
        <p:spPr>
          <a:xfrm>
            <a:off x="8833925" y="60136"/>
            <a:ext cx="254899" cy="248436"/>
          </a:xfrm>
          <a:prstGeom prst="rect">
            <a:avLst/>
          </a:prstGeom>
          <a:noFill/>
          <a:ln>
            <a:noFill/>
          </a:ln>
        </p:spPr>
      </p:pic>
      <p:sp>
        <p:nvSpPr>
          <p:cNvPr id="44" name="Google Shape;44;p8"/>
          <p:cNvSpPr txBox="1"/>
          <p:nvPr>
            <p:ph type="title"/>
          </p:nvPr>
        </p:nvSpPr>
        <p:spPr>
          <a:xfrm>
            <a:off x="81800" y="0"/>
            <a:ext cx="8666400" cy="3687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600"/>
              <a:buNone/>
              <a:defRPr b="1" sz="1600">
                <a:solidFill>
                  <a:schemeClr val="lt1"/>
                </a:solidFill>
              </a:defRPr>
            </a:lvl1pPr>
            <a:lvl2pPr lvl="1" rtl="0">
              <a:spcBef>
                <a:spcPts val="0"/>
              </a:spcBef>
              <a:spcAft>
                <a:spcPts val="0"/>
              </a:spcAft>
              <a:buClr>
                <a:schemeClr val="lt1"/>
              </a:buClr>
              <a:buSzPts val="1600"/>
              <a:buNone/>
              <a:defRPr b="1" sz="1600">
                <a:solidFill>
                  <a:schemeClr val="lt1"/>
                </a:solidFill>
              </a:defRPr>
            </a:lvl2pPr>
            <a:lvl3pPr lvl="2" rtl="0">
              <a:spcBef>
                <a:spcPts val="0"/>
              </a:spcBef>
              <a:spcAft>
                <a:spcPts val="0"/>
              </a:spcAft>
              <a:buClr>
                <a:schemeClr val="lt1"/>
              </a:buClr>
              <a:buSzPts val="1600"/>
              <a:buNone/>
              <a:defRPr b="1" sz="1600">
                <a:solidFill>
                  <a:schemeClr val="lt1"/>
                </a:solidFill>
              </a:defRPr>
            </a:lvl3pPr>
            <a:lvl4pPr lvl="3" rtl="0">
              <a:spcBef>
                <a:spcPts val="0"/>
              </a:spcBef>
              <a:spcAft>
                <a:spcPts val="0"/>
              </a:spcAft>
              <a:buClr>
                <a:schemeClr val="lt1"/>
              </a:buClr>
              <a:buSzPts val="1600"/>
              <a:buNone/>
              <a:defRPr b="1" sz="1600">
                <a:solidFill>
                  <a:schemeClr val="lt1"/>
                </a:solidFill>
              </a:defRPr>
            </a:lvl4pPr>
            <a:lvl5pPr lvl="4" rtl="0">
              <a:spcBef>
                <a:spcPts val="0"/>
              </a:spcBef>
              <a:spcAft>
                <a:spcPts val="0"/>
              </a:spcAft>
              <a:buClr>
                <a:schemeClr val="lt1"/>
              </a:buClr>
              <a:buSzPts val="1600"/>
              <a:buNone/>
              <a:defRPr b="1" sz="1600">
                <a:solidFill>
                  <a:schemeClr val="lt1"/>
                </a:solidFill>
              </a:defRPr>
            </a:lvl5pPr>
            <a:lvl6pPr lvl="5" rtl="0">
              <a:spcBef>
                <a:spcPts val="0"/>
              </a:spcBef>
              <a:spcAft>
                <a:spcPts val="0"/>
              </a:spcAft>
              <a:buClr>
                <a:schemeClr val="lt1"/>
              </a:buClr>
              <a:buSzPts val="1600"/>
              <a:buNone/>
              <a:defRPr b="1" sz="1600">
                <a:solidFill>
                  <a:schemeClr val="lt1"/>
                </a:solidFill>
              </a:defRPr>
            </a:lvl6pPr>
            <a:lvl7pPr lvl="6" rtl="0">
              <a:spcBef>
                <a:spcPts val="0"/>
              </a:spcBef>
              <a:spcAft>
                <a:spcPts val="0"/>
              </a:spcAft>
              <a:buClr>
                <a:schemeClr val="lt1"/>
              </a:buClr>
              <a:buSzPts val="1600"/>
              <a:buNone/>
              <a:defRPr b="1" sz="1600">
                <a:solidFill>
                  <a:schemeClr val="lt1"/>
                </a:solidFill>
              </a:defRPr>
            </a:lvl7pPr>
            <a:lvl8pPr lvl="7" rtl="0">
              <a:spcBef>
                <a:spcPts val="0"/>
              </a:spcBef>
              <a:spcAft>
                <a:spcPts val="0"/>
              </a:spcAft>
              <a:buClr>
                <a:schemeClr val="lt1"/>
              </a:buClr>
              <a:buSzPts val="1600"/>
              <a:buNone/>
              <a:defRPr b="1" sz="1600">
                <a:solidFill>
                  <a:schemeClr val="lt1"/>
                </a:solidFill>
              </a:defRPr>
            </a:lvl8pPr>
            <a:lvl9pPr lvl="8" rtl="0">
              <a:spcBef>
                <a:spcPts val="0"/>
              </a:spcBef>
              <a:spcAft>
                <a:spcPts val="0"/>
              </a:spcAft>
              <a:buClr>
                <a:schemeClr val="lt1"/>
              </a:buClr>
              <a:buSzPts val="1600"/>
              <a:buNone/>
              <a:defRPr b="1" sz="1600">
                <a:solidFill>
                  <a:schemeClr val="lt1"/>
                </a:solidFill>
              </a:defRPr>
            </a:lvl9pPr>
          </a:lstStyle>
          <a:p/>
        </p:txBody>
      </p:sp>
      <p:sp>
        <p:nvSpPr>
          <p:cNvPr id="45" name="Google Shape;45;p8"/>
          <p:cNvSpPr txBox="1"/>
          <p:nvPr>
            <p:ph idx="1" type="body"/>
          </p:nvPr>
        </p:nvSpPr>
        <p:spPr>
          <a:xfrm>
            <a:off x="402325" y="1054925"/>
            <a:ext cx="4045200" cy="3402900"/>
          </a:xfrm>
          <a:prstGeom prst="rect">
            <a:avLst/>
          </a:prstGeom>
        </p:spPr>
        <p:txBody>
          <a:bodyPr anchorCtr="0" anchor="t" bIns="0" lIns="0" spcFirstLastPara="1" rIns="0" wrap="square" tIns="0">
            <a:normAutofit/>
          </a:bodyPr>
          <a:lstStyle>
            <a:lvl1pPr indent="-298450" lvl="0" marL="457200" rtl="0">
              <a:lnSpc>
                <a:spcPct val="125000"/>
              </a:lnSpc>
              <a:spcBef>
                <a:spcPts val="0"/>
              </a:spcBef>
              <a:spcAft>
                <a:spcPts val="0"/>
              </a:spcAft>
              <a:buSzPts val="1100"/>
              <a:buChar char="●"/>
              <a:defRPr sz="1100"/>
            </a:lvl1pPr>
            <a:lvl2pPr indent="-298450" lvl="1" marL="914400" rtl="0">
              <a:lnSpc>
                <a:spcPct val="125000"/>
              </a:lnSpc>
              <a:spcBef>
                <a:spcPts val="0"/>
              </a:spcBef>
              <a:spcAft>
                <a:spcPts val="0"/>
              </a:spcAft>
              <a:buSzPts val="1100"/>
              <a:buChar char="○"/>
              <a:defRPr sz="1100"/>
            </a:lvl2pPr>
            <a:lvl3pPr indent="-298450" lvl="2" marL="1371600" rtl="0">
              <a:lnSpc>
                <a:spcPct val="125000"/>
              </a:lnSpc>
              <a:spcBef>
                <a:spcPts val="0"/>
              </a:spcBef>
              <a:spcAft>
                <a:spcPts val="0"/>
              </a:spcAft>
              <a:buSzPts val="1100"/>
              <a:buChar char="■"/>
              <a:defRPr sz="1100"/>
            </a:lvl3pPr>
            <a:lvl4pPr indent="-298450" lvl="3" marL="1828800" rtl="0">
              <a:lnSpc>
                <a:spcPct val="125000"/>
              </a:lnSpc>
              <a:spcBef>
                <a:spcPts val="0"/>
              </a:spcBef>
              <a:spcAft>
                <a:spcPts val="0"/>
              </a:spcAft>
              <a:buSzPts val="1100"/>
              <a:buChar char="●"/>
              <a:defRPr sz="1100"/>
            </a:lvl4pPr>
            <a:lvl5pPr indent="-298450" lvl="4" marL="2286000" rtl="0">
              <a:lnSpc>
                <a:spcPct val="125000"/>
              </a:lnSpc>
              <a:spcBef>
                <a:spcPts val="0"/>
              </a:spcBef>
              <a:spcAft>
                <a:spcPts val="0"/>
              </a:spcAft>
              <a:buSzPts val="1100"/>
              <a:buChar char="○"/>
              <a:defRPr sz="1100"/>
            </a:lvl5pPr>
            <a:lvl6pPr indent="-298450" lvl="5" marL="2743200" rtl="0">
              <a:lnSpc>
                <a:spcPct val="125000"/>
              </a:lnSpc>
              <a:spcBef>
                <a:spcPts val="0"/>
              </a:spcBef>
              <a:spcAft>
                <a:spcPts val="0"/>
              </a:spcAft>
              <a:buSzPts val="1100"/>
              <a:buChar char="■"/>
              <a:defRPr sz="1100"/>
            </a:lvl6pPr>
            <a:lvl7pPr indent="-298450" lvl="6" marL="3200400" rtl="0">
              <a:lnSpc>
                <a:spcPct val="125000"/>
              </a:lnSpc>
              <a:spcBef>
                <a:spcPts val="0"/>
              </a:spcBef>
              <a:spcAft>
                <a:spcPts val="0"/>
              </a:spcAft>
              <a:buSzPts val="1100"/>
              <a:buChar char="●"/>
              <a:defRPr sz="1100"/>
            </a:lvl7pPr>
            <a:lvl8pPr indent="-298450" lvl="7" marL="3657600" rtl="0">
              <a:lnSpc>
                <a:spcPct val="125000"/>
              </a:lnSpc>
              <a:spcBef>
                <a:spcPts val="0"/>
              </a:spcBef>
              <a:spcAft>
                <a:spcPts val="0"/>
              </a:spcAft>
              <a:buSzPts val="1100"/>
              <a:buChar char="○"/>
              <a:defRPr sz="1100"/>
            </a:lvl8pPr>
            <a:lvl9pPr indent="-298450" lvl="8" marL="4114800" rtl="0">
              <a:lnSpc>
                <a:spcPct val="125000"/>
              </a:lnSpc>
              <a:spcBef>
                <a:spcPts val="0"/>
              </a:spcBef>
              <a:spcAft>
                <a:spcPts val="0"/>
              </a:spcAft>
              <a:buSzPts val="1100"/>
              <a:buChar char="■"/>
              <a:defRPr sz="1100"/>
            </a:lvl9pPr>
          </a:lstStyle>
          <a:p/>
        </p:txBody>
      </p:sp>
      <p:sp>
        <p:nvSpPr>
          <p:cNvPr id="46" name="Google Shape;46;p8"/>
          <p:cNvSpPr txBox="1"/>
          <p:nvPr>
            <p:ph idx="2" type="body"/>
          </p:nvPr>
        </p:nvSpPr>
        <p:spPr>
          <a:xfrm>
            <a:off x="4702700" y="1054925"/>
            <a:ext cx="4045200" cy="3402900"/>
          </a:xfrm>
          <a:prstGeom prst="rect">
            <a:avLst/>
          </a:prstGeom>
        </p:spPr>
        <p:txBody>
          <a:bodyPr anchorCtr="0" anchor="t" bIns="0" lIns="0" spcFirstLastPara="1" rIns="0" wrap="square" tIns="0">
            <a:normAutofit/>
          </a:bodyPr>
          <a:lstStyle>
            <a:lvl1pPr indent="-298450" lvl="0" marL="457200" rtl="0">
              <a:lnSpc>
                <a:spcPct val="125000"/>
              </a:lnSpc>
              <a:spcBef>
                <a:spcPts val="0"/>
              </a:spcBef>
              <a:spcAft>
                <a:spcPts val="0"/>
              </a:spcAft>
              <a:buSzPts val="1100"/>
              <a:buChar char="●"/>
              <a:defRPr sz="1100"/>
            </a:lvl1pPr>
            <a:lvl2pPr indent="-298450" lvl="1" marL="914400" rtl="0">
              <a:lnSpc>
                <a:spcPct val="125000"/>
              </a:lnSpc>
              <a:spcBef>
                <a:spcPts val="0"/>
              </a:spcBef>
              <a:spcAft>
                <a:spcPts val="0"/>
              </a:spcAft>
              <a:buSzPts val="1100"/>
              <a:buChar char="○"/>
              <a:defRPr sz="1100"/>
            </a:lvl2pPr>
            <a:lvl3pPr indent="-298450" lvl="2" marL="1371600" rtl="0">
              <a:lnSpc>
                <a:spcPct val="125000"/>
              </a:lnSpc>
              <a:spcBef>
                <a:spcPts val="0"/>
              </a:spcBef>
              <a:spcAft>
                <a:spcPts val="0"/>
              </a:spcAft>
              <a:buSzPts val="1100"/>
              <a:buChar char="■"/>
              <a:defRPr sz="1100"/>
            </a:lvl3pPr>
            <a:lvl4pPr indent="-298450" lvl="3" marL="1828800" rtl="0">
              <a:lnSpc>
                <a:spcPct val="125000"/>
              </a:lnSpc>
              <a:spcBef>
                <a:spcPts val="0"/>
              </a:spcBef>
              <a:spcAft>
                <a:spcPts val="0"/>
              </a:spcAft>
              <a:buSzPts val="1100"/>
              <a:buChar char="●"/>
              <a:defRPr sz="1100"/>
            </a:lvl4pPr>
            <a:lvl5pPr indent="-298450" lvl="4" marL="2286000" rtl="0">
              <a:lnSpc>
                <a:spcPct val="125000"/>
              </a:lnSpc>
              <a:spcBef>
                <a:spcPts val="0"/>
              </a:spcBef>
              <a:spcAft>
                <a:spcPts val="0"/>
              </a:spcAft>
              <a:buSzPts val="1100"/>
              <a:buChar char="○"/>
              <a:defRPr sz="1100"/>
            </a:lvl5pPr>
            <a:lvl6pPr indent="-298450" lvl="5" marL="2743200" rtl="0">
              <a:lnSpc>
                <a:spcPct val="125000"/>
              </a:lnSpc>
              <a:spcBef>
                <a:spcPts val="0"/>
              </a:spcBef>
              <a:spcAft>
                <a:spcPts val="0"/>
              </a:spcAft>
              <a:buSzPts val="1100"/>
              <a:buChar char="■"/>
              <a:defRPr sz="1100"/>
            </a:lvl6pPr>
            <a:lvl7pPr indent="-298450" lvl="6" marL="3200400" rtl="0">
              <a:lnSpc>
                <a:spcPct val="125000"/>
              </a:lnSpc>
              <a:spcBef>
                <a:spcPts val="0"/>
              </a:spcBef>
              <a:spcAft>
                <a:spcPts val="0"/>
              </a:spcAft>
              <a:buSzPts val="1100"/>
              <a:buChar char="●"/>
              <a:defRPr sz="1100"/>
            </a:lvl7pPr>
            <a:lvl8pPr indent="-298450" lvl="7" marL="3657600" rtl="0">
              <a:lnSpc>
                <a:spcPct val="125000"/>
              </a:lnSpc>
              <a:spcBef>
                <a:spcPts val="0"/>
              </a:spcBef>
              <a:spcAft>
                <a:spcPts val="0"/>
              </a:spcAft>
              <a:buSzPts val="1100"/>
              <a:buChar char="○"/>
              <a:defRPr sz="1100"/>
            </a:lvl8pPr>
            <a:lvl9pPr indent="-298450" lvl="8" marL="4114800" rtl="0">
              <a:lnSpc>
                <a:spcPct val="125000"/>
              </a:lnSpc>
              <a:spcBef>
                <a:spcPts val="0"/>
              </a:spcBef>
              <a:spcAft>
                <a:spcPts val="0"/>
              </a:spcAft>
              <a:buSzPts val="1100"/>
              <a:buChar char="■"/>
              <a:defRPr sz="11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Full width)">
  <p:cSld name="CUSTOM_8">
    <p:spTree>
      <p:nvGrpSpPr>
        <p:cNvPr id="47" name="Shape 47"/>
        <p:cNvGrpSpPr/>
        <p:nvPr/>
      </p:nvGrpSpPr>
      <p:grpSpPr>
        <a:xfrm>
          <a:off x="0" y="0"/>
          <a:ext cx="0" cy="0"/>
          <a:chOff x="0" y="0"/>
          <a:chExt cx="0" cy="0"/>
        </a:xfrm>
      </p:grpSpPr>
      <p:sp>
        <p:nvSpPr>
          <p:cNvPr id="48" name="Google Shape;48;p9"/>
          <p:cNvSpPr txBox="1"/>
          <p:nvPr>
            <p:ph idx="1" type="body"/>
          </p:nvPr>
        </p:nvSpPr>
        <p:spPr>
          <a:xfrm>
            <a:off x="402325" y="751999"/>
            <a:ext cx="8346000" cy="3705600"/>
          </a:xfrm>
          <a:prstGeom prst="rect">
            <a:avLst/>
          </a:prstGeom>
        </p:spPr>
        <p:txBody>
          <a:bodyPr anchorCtr="0" anchor="t" bIns="0" lIns="0" spcFirstLastPara="1" rIns="0" wrap="square" tIns="0">
            <a:normAutofit/>
          </a:bodyPr>
          <a:lstStyle>
            <a:lvl1pPr indent="-304800" lvl="0" marL="457200" rtl="0">
              <a:lnSpc>
                <a:spcPct val="125000"/>
              </a:lnSpc>
              <a:spcBef>
                <a:spcPts val="0"/>
              </a:spcBef>
              <a:spcAft>
                <a:spcPts val="0"/>
              </a:spcAft>
              <a:buSzPts val="1200"/>
              <a:buChar char="●"/>
              <a:defRPr sz="1200"/>
            </a:lvl1pPr>
            <a:lvl2pPr indent="-304800" lvl="1" marL="914400" rtl="0">
              <a:lnSpc>
                <a:spcPct val="125000"/>
              </a:lnSpc>
              <a:spcBef>
                <a:spcPts val="0"/>
              </a:spcBef>
              <a:spcAft>
                <a:spcPts val="0"/>
              </a:spcAft>
              <a:buSzPts val="1200"/>
              <a:buChar char="○"/>
              <a:defRPr sz="1200"/>
            </a:lvl2pPr>
            <a:lvl3pPr indent="-304800" lvl="2" marL="1371600" rtl="0">
              <a:lnSpc>
                <a:spcPct val="125000"/>
              </a:lnSpc>
              <a:spcBef>
                <a:spcPts val="0"/>
              </a:spcBef>
              <a:spcAft>
                <a:spcPts val="0"/>
              </a:spcAft>
              <a:buSzPts val="1200"/>
              <a:buChar char="■"/>
              <a:defRPr sz="1200"/>
            </a:lvl3pPr>
            <a:lvl4pPr indent="-304800" lvl="3" marL="1828800" rtl="0">
              <a:lnSpc>
                <a:spcPct val="125000"/>
              </a:lnSpc>
              <a:spcBef>
                <a:spcPts val="0"/>
              </a:spcBef>
              <a:spcAft>
                <a:spcPts val="0"/>
              </a:spcAft>
              <a:buSzPts val="1200"/>
              <a:buChar char="●"/>
              <a:defRPr sz="1200"/>
            </a:lvl4pPr>
            <a:lvl5pPr indent="-304800" lvl="4" marL="2286000" rtl="0">
              <a:lnSpc>
                <a:spcPct val="125000"/>
              </a:lnSpc>
              <a:spcBef>
                <a:spcPts val="0"/>
              </a:spcBef>
              <a:spcAft>
                <a:spcPts val="0"/>
              </a:spcAft>
              <a:buSzPts val="1200"/>
              <a:buChar char="○"/>
              <a:defRPr sz="1200"/>
            </a:lvl5pPr>
            <a:lvl6pPr indent="-304800" lvl="5" marL="2743200" rtl="0">
              <a:lnSpc>
                <a:spcPct val="125000"/>
              </a:lnSpc>
              <a:spcBef>
                <a:spcPts val="0"/>
              </a:spcBef>
              <a:spcAft>
                <a:spcPts val="0"/>
              </a:spcAft>
              <a:buSzPts val="1200"/>
              <a:buChar char="■"/>
              <a:defRPr sz="1200"/>
            </a:lvl6pPr>
            <a:lvl7pPr indent="-304800" lvl="6" marL="3200400" rtl="0">
              <a:lnSpc>
                <a:spcPct val="125000"/>
              </a:lnSpc>
              <a:spcBef>
                <a:spcPts val="0"/>
              </a:spcBef>
              <a:spcAft>
                <a:spcPts val="0"/>
              </a:spcAft>
              <a:buSzPts val="1200"/>
              <a:buChar char="●"/>
              <a:defRPr sz="1200"/>
            </a:lvl7pPr>
            <a:lvl8pPr indent="-304800" lvl="7" marL="3657600" rtl="0">
              <a:lnSpc>
                <a:spcPct val="125000"/>
              </a:lnSpc>
              <a:spcBef>
                <a:spcPts val="0"/>
              </a:spcBef>
              <a:spcAft>
                <a:spcPts val="0"/>
              </a:spcAft>
              <a:buSzPts val="1200"/>
              <a:buChar char="○"/>
              <a:defRPr sz="1200"/>
            </a:lvl8pPr>
            <a:lvl9pPr indent="-304800" lvl="8" marL="4114800" rtl="0">
              <a:lnSpc>
                <a:spcPct val="125000"/>
              </a:lnSpc>
              <a:spcBef>
                <a:spcPts val="0"/>
              </a:spcBef>
              <a:spcAft>
                <a:spcPts val="0"/>
              </a:spcAft>
              <a:buSzPts val="1200"/>
              <a:buChar char="■"/>
              <a:defRPr sz="1200"/>
            </a:lvl9pPr>
          </a:lstStyle>
          <a:p/>
        </p:txBody>
      </p:sp>
      <p:sp>
        <p:nvSpPr>
          <p:cNvPr id="49" name="Google Shape;49;p9"/>
          <p:cNvSpPr/>
          <p:nvPr/>
        </p:nvSpPr>
        <p:spPr>
          <a:xfrm>
            <a:off x="0" y="0"/>
            <a:ext cx="9144000" cy="368700"/>
          </a:xfrm>
          <a:prstGeom prst="rect">
            <a:avLst/>
          </a:prstGeom>
          <a:solidFill>
            <a:srgbClr val="7B189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212121"/>
              </a:solidFill>
            </a:endParaRPr>
          </a:p>
        </p:txBody>
      </p:sp>
      <p:pic>
        <p:nvPicPr>
          <p:cNvPr id="50" name="Google Shape;50;p9"/>
          <p:cNvPicPr preferRelativeResize="0"/>
          <p:nvPr/>
        </p:nvPicPr>
        <p:blipFill rotWithShape="1">
          <a:blip r:embed="rId2">
            <a:alphaModFix/>
          </a:blip>
          <a:srcRect b="21394" l="5653" r="78268" t="21296"/>
          <a:stretch/>
        </p:blipFill>
        <p:spPr>
          <a:xfrm>
            <a:off x="8833925" y="60136"/>
            <a:ext cx="254899" cy="248436"/>
          </a:xfrm>
          <a:prstGeom prst="rect">
            <a:avLst/>
          </a:prstGeom>
          <a:noFill/>
          <a:ln>
            <a:noFill/>
          </a:ln>
        </p:spPr>
      </p:pic>
      <p:sp>
        <p:nvSpPr>
          <p:cNvPr id="51" name="Google Shape;51;p9"/>
          <p:cNvSpPr txBox="1"/>
          <p:nvPr>
            <p:ph type="title"/>
          </p:nvPr>
        </p:nvSpPr>
        <p:spPr>
          <a:xfrm>
            <a:off x="81575" y="0"/>
            <a:ext cx="8675700" cy="368700"/>
          </a:xfrm>
          <a:prstGeom prst="rect">
            <a:avLst/>
          </a:prstGeom>
        </p:spPr>
        <p:txBody>
          <a:bodyPr anchorCtr="0" anchor="ctr" bIns="0" lIns="0" spcFirstLastPara="1" rIns="0" wrap="square" tIns="0">
            <a:normAutofit/>
          </a:bodyPr>
          <a:lstStyle>
            <a:lvl1pPr lvl="0" rtl="0">
              <a:spcBef>
                <a:spcPts val="0"/>
              </a:spcBef>
              <a:spcAft>
                <a:spcPts val="0"/>
              </a:spcAft>
              <a:buClr>
                <a:schemeClr val="lt1"/>
              </a:buClr>
              <a:buSzPts val="1600"/>
              <a:buNone/>
              <a:defRPr b="1" sz="1600">
                <a:solidFill>
                  <a:schemeClr val="lt1"/>
                </a:solidFill>
              </a:defRPr>
            </a:lvl1pPr>
            <a:lvl2pPr lvl="1" rtl="0">
              <a:spcBef>
                <a:spcPts val="0"/>
              </a:spcBef>
              <a:spcAft>
                <a:spcPts val="0"/>
              </a:spcAft>
              <a:buClr>
                <a:schemeClr val="lt1"/>
              </a:buClr>
              <a:buSzPts val="2600"/>
              <a:buNone/>
              <a:defRPr sz="2600">
                <a:solidFill>
                  <a:schemeClr val="lt1"/>
                </a:solidFill>
              </a:defRPr>
            </a:lvl2pPr>
            <a:lvl3pPr lvl="2" rtl="0">
              <a:spcBef>
                <a:spcPts val="0"/>
              </a:spcBef>
              <a:spcAft>
                <a:spcPts val="0"/>
              </a:spcAft>
              <a:buClr>
                <a:schemeClr val="lt1"/>
              </a:buClr>
              <a:buSzPts val="2600"/>
              <a:buNone/>
              <a:defRPr sz="2600">
                <a:solidFill>
                  <a:schemeClr val="lt1"/>
                </a:solidFill>
              </a:defRPr>
            </a:lvl3pPr>
            <a:lvl4pPr lvl="3" rtl="0">
              <a:spcBef>
                <a:spcPts val="0"/>
              </a:spcBef>
              <a:spcAft>
                <a:spcPts val="0"/>
              </a:spcAft>
              <a:buClr>
                <a:schemeClr val="lt1"/>
              </a:buClr>
              <a:buSzPts val="2600"/>
              <a:buNone/>
              <a:defRPr sz="2600">
                <a:solidFill>
                  <a:schemeClr val="lt1"/>
                </a:solidFill>
              </a:defRPr>
            </a:lvl4pPr>
            <a:lvl5pPr lvl="4" rtl="0">
              <a:spcBef>
                <a:spcPts val="0"/>
              </a:spcBef>
              <a:spcAft>
                <a:spcPts val="0"/>
              </a:spcAft>
              <a:buClr>
                <a:schemeClr val="lt1"/>
              </a:buClr>
              <a:buSzPts val="2600"/>
              <a:buNone/>
              <a:defRPr sz="2600">
                <a:solidFill>
                  <a:schemeClr val="lt1"/>
                </a:solidFill>
              </a:defRPr>
            </a:lvl5pPr>
            <a:lvl6pPr lvl="5" rtl="0">
              <a:spcBef>
                <a:spcPts val="0"/>
              </a:spcBef>
              <a:spcAft>
                <a:spcPts val="0"/>
              </a:spcAft>
              <a:buClr>
                <a:schemeClr val="lt1"/>
              </a:buClr>
              <a:buSzPts val="2600"/>
              <a:buNone/>
              <a:defRPr sz="2600">
                <a:solidFill>
                  <a:schemeClr val="lt1"/>
                </a:solidFill>
              </a:defRPr>
            </a:lvl6pPr>
            <a:lvl7pPr lvl="6" rtl="0">
              <a:spcBef>
                <a:spcPts val="0"/>
              </a:spcBef>
              <a:spcAft>
                <a:spcPts val="0"/>
              </a:spcAft>
              <a:buClr>
                <a:schemeClr val="lt1"/>
              </a:buClr>
              <a:buSzPts val="2600"/>
              <a:buNone/>
              <a:defRPr sz="2600">
                <a:solidFill>
                  <a:schemeClr val="lt1"/>
                </a:solidFill>
              </a:defRPr>
            </a:lvl7pPr>
            <a:lvl8pPr lvl="7" rtl="0">
              <a:spcBef>
                <a:spcPts val="0"/>
              </a:spcBef>
              <a:spcAft>
                <a:spcPts val="0"/>
              </a:spcAft>
              <a:buClr>
                <a:schemeClr val="lt1"/>
              </a:buClr>
              <a:buSzPts val="2600"/>
              <a:buNone/>
              <a:defRPr sz="2600">
                <a:solidFill>
                  <a:schemeClr val="lt1"/>
                </a:solidFill>
              </a:defRPr>
            </a:lvl8pPr>
            <a:lvl9pPr lvl="8" rtl="0">
              <a:spcBef>
                <a:spcPts val="0"/>
              </a:spcBef>
              <a:spcAft>
                <a:spcPts val="0"/>
              </a:spcAft>
              <a:buClr>
                <a:schemeClr val="lt1"/>
              </a:buClr>
              <a:buSzPts val="2600"/>
              <a:buNone/>
              <a:defRPr sz="2600">
                <a:solidFill>
                  <a:schemeClr val="lt1"/>
                </a:solidFill>
              </a:defRPr>
            </a:lvl9pPr>
          </a:lstStyle>
          <a:p/>
        </p:txBody>
      </p:sp>
    </p:spTree>
  </p:cSld>
  <p:clrMapOvr>
    <a:masterClrMapping/>
  </p:clrMapOvr>
  <p:extLst>
    <p:ext uri="{DCECCB84-F9BA-43D5-87BE-67443E8EF086}">
      <p15:sldGuideLst>
        <p15:guide id="1" orient="horz" pos="2808">
          <p15:clr>
            <a:srgbClr val="E46962"/>
          </p15:clr>
        </p15:guide>
        <p15:guide id="2" orient="horz" pos="665">
          <p15:clr>
            <a:srgbClr val="E46962"/>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lumn">
  <p:cSld name="SECTION_TITLE_AND_DESCRIPTION">
    <p:spTree>
      <p:nvGrpSpPr>
        <p:cNvPr id="52" name="Shape 52"/>
        <p:cNvGrpSpPr/>
        <p:nvPr/>
      </p:nvGrpSpPr>
      <p:grpSpPr>
        <a:xfrm>
          <a:off x="0" y="0"/>
          <a:ext cx="0" cy="0"/>
          <a:chOff x="0" y="0"/>
          <a:chExt cx="0" cy="0"/>
        </a:xfrm>
      </p:grpSpPr>
      <p:sp>
        <p:nvSpPr>
          <p:cNvPr id="53" name="Google Shape;53;p10"/>
          <p:cNvSpPr txBox="1"/>
          <p:nvPr>
            <p:ph idx="1" type="body"/>
          </p:nvPr>
        </p:nvSpPr>
        <p:spPr>
          <a:xfrm>
            <a:off x="402325" y="1054925"/>
            <a:ext cx="1895100" cy="3402900"/>
          </a:xfrm>
          <a:prstGeom prst="rect">
            <a:avLst/>
          </a:prstGeom>
        </p:spPr>
        <p:txBody>
          <a:bodyPr anchorCtr="0" anchor="t" bIns="0" lIns="91425" spcFirstLastPara="1" rIns="91425" wrap="square" tIns="0">
            <a:normAutofit/>
          </a:bodyPr>
          <a:lstStyle>
            <a:lvl1pPr indent="-304800" lvl="0" marL="457200" rtl="0">
              <a:lnSpc>
                <a:spcPct val="125000"/>
              </a:lnSpc>
              <a:spcBef>
                <a:spcPts val="0"/>
              </a:spcBef>
              <a:spcAft>
                <a:spcPts val="0"/>
              </a:spcAft>
              <a:buSzPts val="1200"/>
              <a:buChar char="●"/>
              <a:defRPr sz="1200"/>
            </a:lvl1pPr>
            <a:lvl2pPr indent="-304800" lvl="1" marL="914400" rtl="0">
              <a:lnSpc>
                <a:spcPct val="125000"/>
              </a:lnSpc>
              <a:spcBef>
                <a:spcPts val="0"/>
              </a:spcBef>
              <a:spcAft>
                <a:spcPts val="0"/>
              </a:spcAft>
              <a:buSzPts val="1200"/>
              <a:buChar char="○"/>
              <a:defRPr sz="1200"/>
            </a:lvl2pPr>
            <a:lvl3pPr indent="-304800" lvl="2" marL="1371600" rtl="0">
              <a:lnSpc>
                <a:spcPct val="125000"/>
              </a:lnSpc>
              <a:spcBef>
                <a:spcPts val="0"/>
              </a:spcBef>
              <a:spcAft>
                <a:spcPts val="0"/>
              </a:spcAft>
              <a:buSzPts val="1200"/>
              <a:buChar char="■"/>
              <a:defRPr sz="1200"/>
            </a:lvl3pPr>
            <a:lvl4pPr indent="-304800" lvl="3" marL="1828800" rtl="0">
              <a:lnSpc>
                <a:spcPct val="125000"/>
              </a:lnSpc>
              <a:spcBef>
                <a:spcPts val="0"/>
              </a:spcBef>
              <a:spcAft>
                <a:spcPts val="0"/>
              </a:spcAft>
              <a:buSzPts val="1200"/>
              <a:buChar char="●"/>
              <a:defRPr sz="1200"/>
            </a:lvl4pPr>
            <a:lvl5pPr indent="-304800" lvl="4" marL="2286000" rtl="0">
              <a:lnSpc>
                <a:spcPct val="125000"/>
              </a:lnSpc>
              <a:spcBef>
                <a:spcPts val="0"/>
              </a:spcBef>
              <a:spcAft>
                <a:spcPts val="0"/>
              </a:spcAft>
              <a:buSzPts val="1200"/>
              <a:buChar char="○"/>
              <a:defRPr sz="1200"/>
            </a:lvl5pPr>
            <a:lvl6pPr indent="-304800" lvl="5" marL="2743200" rtl="0">
              <a:lnSpc>
                <a:spcPct val="125000"/>
              </a:lnSpc>
              <a:spcBef>
                <a:spcPts val="0"/>
              </a:spcBef>
              <a:spcAft>
                <a:spcPts val="0"/>
              </a:spcAft>
              <a:buSzPts val="1200"/>
              <a:buChar char="■"/>
              <a:defRPr sz="1200"/>
            </a:lvl6pPr>
            <a:lvl7pPr indent="-304800" lvl="6" marL="3200400" rtl="0">
              <a:lnSpc>
                <a:spcPct val="125000"/>
              </a:lnSpc>
              <a:spcBef>
                <a:spcPts val="0"/>
              </a:spcBef>
              <a:spcAft>
                <a:spcPts val="0"/>
              </a:spcAft>
              <a:buSzPts val="1200"/>
              <a:buChar char="●"/>
              <a:defRPr sz="1200"/>
            </a:lvl7pPr>
            <a:lvl8pPr indent="-304800" lvl="7" marL="3657600" rtl="0">
              <a:lnSpc>
                <a:spcPct val="125000"/>
              </a:lnSpc>
              <a:spcBef>
                <a:spcPts val="0"/>
              </a:spcBef>
              <a:spcAft>
                <a:spcPts val="0"/>
              </a:spcAft>
              <a:buSzPts val="1200"/>
              <a:buChar char="○"/>
              <a:defRPr sz="1200"/>
            </a:lvl8pPr>
            <a:lvl9pPr indent="-304800" lvl="8" marL="4114800" rtl="0">
              <a:lnSpc>
                <a:spcPct val="125000"/>
              </a:lnSpc>
              <a:spcBef>
                <a:spcPts val="0"/>
              </a:spcBef>
              <a:spcAft>
                <a:spcPts val="0"/>
              </a:spcAft>
              <a:buSzPts val="1200"/>
              <a:buChar char="■"/>
              <a:defRPr sz="1200"/>
            </a:lvl9pPr>
          </a:lstStyle>
          <a:p/>
        </p:txBody>
      </p:sp>
      <p:sp>
        <p:nvSpPr>
          <p:cNvPr id="54" name="Google Shape;54;p10"/>
          <p:cNvSpPr txBox="1"/>
          <p:nvPr>
            <p:ph idx="2" type="body"/>
          </p:nvPr>
        </p:nvSpPr>
        <p:spPr>
          <a:xfrm>
            <a:off x="2552500" y="1054925"/>
            <a:ext cx="1895100" cy="3402900"/>
          </a:xfrm>
          <a:prstGeom prst="rect">
            <a:avLst/>
          </a:prstGeom>
        </p:spPr>
        <p:txBody>
          <a:bodyPr anchorCtr="0" anchor="t" bIns="0" lIns="91425" spcFirstLastPara="1" rIns="91425" wrap="square" tIns="0">
            <a:normAutofit/>
          </a:bodyPr>
          <a:lstStyle>
            <a:lvl1pPr indent="-304800" lvl="0" marL="457200" rtl="0">
              <a:lnSpc>
                <a:spcPct val="125000"/>
              </a:lnSpc>
              <a:spcBef>
                <a:spcPts val="0"/>
              </a:spcBef>
              <a:spcAft>
                <a:spcPts val="0"/>
              </a:spcAft>
              <a:buSzPts val="1200"/>
              <a:buChar char="●"/>
              <a:defRPr sz="1200"/>
            </a:lvl1pPr>
            <a:lvl2pPr indent="-304800" lvl="1" marL="914400" rtl="0">
              <a:lnSpc>
                <a:spcPct val="125000"/>
              </a:lnSpc>
              <a:spcBef>
                <a:spcPts val="0"/>
              </a:spcBef>
              <a:spcAft>
                <a:spcPts val="0"/>
              </a:spcAft>
              <a:buSzPts val="1200"/>
              <a:buChar char="○"/>
              <a:defRPr sz="1200"/>
            </a:lvl2pPr>
            <a:lvl3pPr indent="-304800" lvl="2" marL="1371600" rtl="0">
              <a:lnSpc>
                <a:spcPct val="125000"/>
              </a:lnSpc>
              <a:spcBef>
                <a:spcPts val="0"/>
              </a:spcBef>
              <a:spcAft>
                <a:spcPts val="0"/>
              </a:spcAft>
              <a:buSzPts val="1200"/>
              <a:buChar char="■"/>
              <a:defRPr sz="1200"/>
            </a:lvl3pPr>
            <a:lvl4pPr indent="-304800" lvl="3" marL="1828800" rtl="0">
              <a:lnSpc>
                <a:spcPct val="125000"/>
              </a:lnSpc>
              <a:spcBef>
                <a:spcPts val="0"/>
              </a:spcBef>
              <a:spcAft>
                <a:spcPts val="0"/>
              </a:spcAft>
              <a:buSzPts val="1200"/>
              <a:buChar char="●"/>
              <a:defRPr sz="1200"/>
            </a:lvl4pPr>
            <a:lvl5pPr indent="-304800" lvl="4" marL="2286000" rtl="0">
              <a:lnSpc>
                <a:spcPct val="125000"/>
              </a:lnSpc>
              <a:spcBef>
                <a:spcPts val="0"/>
              </a:spcBef>
              <a:spcAft>
                <a:spcPts val="0"/>
              </a:spcAft>
              <a:buSzPts val="1200"/>
              <a:buChar char="○"/>
              <a:defRPr sz="1200"/>
            </a:lvl5pPr>
            <a:lvl6pPr indent="-304800" lvl="5" marL="2743200" rtl="0">
              <a:lnSpc>
                <a:spcPct val="125000"/>
              </a:lnSpc>
              <a:spcBef>
                <a:spcPts val="0"/>
              </a:spcBef>
              <a:spcAft>
                <a:spcPts val="0"/>
              </a:spcAft>
              <a:buSzPts val="1200"/>
              <a:buChar char="■"/>
              <a:defRPr sz="1200"/>
            </a:lvl6pPr>
            <a:lvl7pPr indent="-304800" lvl="6" marL="3200400" rtl="0">
              <a:lnSpc>
                <a:spcPct val="125000"/>
              </a:lnSpc>
              <a:spcBef>
                <a:spcPts val="0"/>
              </a:spcBef>
              <a:spcAft>
                <a:spcPts val="0"/>
              </a:spcAft>
              <a:buSzPts val="1200"/>
              <a:buChar char="●"/>
              <a:defRPr sz="1200"/>
            </a:lvl7pPr>
            <a:lvl8pPr indent="-304800" lvl="7" marL="3657600" rtl="0">
              <a:lnSpc>
                <a:spcPct val="125000"/>
              </a:lnSpc>
              <a:spcBef>
                <a:spcPts val="0"/>
              </a:spcBef>
              <a:spcAft>
                <a:spcPts val="0"/>
              </a:spcAft>
              <a:buSzPts val="1200"/>
              <a:buChar char="○"/>
              <a:defRPr sz="1200"/>
            </a:lvl8pPr>
            <a:lvl9pPr indent="-304800" lvl="8" marL="4114800" rtl="0">
              <a:lnSpc>
                <a:spcPct val="125000"/>
              </a:lnSpc>
              <a:spcBef>
                <a:spcPts val="0"/>
              </a:spcBef>
              <a:spcAft>
                <a:spcPts val="0"/>
              </a:spcAft>
              <a:buSzPts val="1200"/>
              <a:buChar char="■"/>
              <a:defRPr sz="1200"/>
            </a:lvl9pPr>
          </a:lstStyle>
          <a:p/>
        </p:txBody>
      </p:sp>
      <p:sp>
        <p:nvSpPr>
          <p:cNvPr id="55" name="Google Shape;55;p10"/>
          <p:cNvSpPr txBox="1"/>
          <p:nvPr>
            <p:ph idx="3" type="body"/>
          </p:nvPr>
        </p:nvSpPr>
        <p:spPr>
          <a:xfrm>
            <a:off x="4702700" y="1054925"/>
            <a:ext cx="1895100" cy="3402900"/>
          </a:xfrm>
          <a:prstGeom prst="rect">
            <a:avLst/>
          </a:prstGeom>
        </p:spPr>
        <p:txBody>
          <a:bodyPr anchorCtr="0" anchor="t" bIns="0" lIns="91425" spcFirstLastPara="1" rIns="91425" wrap="square" tIns="0">
            <a:normAutofit/>
          </a:bodyPr>
          <a:lstStyle>
            <a:lvl1pPr indent="-304800" lvl="0" marL="457200" rtl="0">
              <a:lnSpc>
                <a:spcPct val="125000"/>
              </a:lnSpc>
              <a:spcBef>
                <a:spcPts val="0"/>
              </a:spcBef>
              <a:spcAft>
                <a:spcPts val="0"/>
              </a:spcAft>
              <a:buSzPts val="1200"/>
              <a:buChar char="●"/>
              <a:defRPr sz="1200"/>
            </a:lvl1pPr>
            <a:lvl2pPr indent="-304800" lvl="1" marL="914400" rtl="0">
              <a:lnSpc>
                <a:spcPct val="125000"/>
              </a:lnSpc>
              <a:spcBef>
                <a:spcPts val="0"/>
              </a:spcBef>
              <a:spcAft>
                <a:spcPts val="0"/>
              </a:spcAft>
              <a:buSzPts val="1200"/>
              <a:buChar char="○"/>
              <a:defRPr sz="1200"/>
            </a:lvl2pPr>
            <a:lvl3pPr indent="-304800" lvl="2" marL="1371600" rtl="0">
              <a:lnSpc>
                <a:spcPct val="125000"/>
              </a:lnSpc>
              <a:spcBef>
                <a:spcPts val="0"/>
              </a:spcBef>
              <a:spcAft>
                <a:spcPts val="0"/>
              </a:spcAft>
              <a:buSzPts val="1200"/>
              <a:buChar char="■"/>
              <a:defRPr sz="1200"/>
            </a:lvl3pPr>
            <a:lvl4pPr indent="-304800" lvl="3" marL="1828800" rtl="0">
              <a:lnSpc>
                <a:spcPct val="125000"/>
              </a:lnSpc>
              <a:spcBef>
                <a:spcPts val="0"/>
              </a:spcBef>
              <a:spcAft>
                <a:spcPts val="0"/>
              </a:spcAft>
              <a:buSzPts val="1200"/>
              <a:buChar char="●"/>
              <a:defRPr sz="1200"/>
            </a:lvl4pPr>
            <a:lvl5pPr indent="-304800" lvl="4" marL="2286000" rtl="0">
              <a:lnSpc>
                <a:spcPct val="125000"/>
              </a:lnSpc>
              <a:spcBef>
                <a:spcPts val="0"/>
              </a:spcBef>
              <a:spcAft>
                <a:spcPts val="0"/>
              </a:spcAft>
              <a:buSzPts val="1200"/>
              <a:buChar char="○"/>
              <a:defRPr sz="1200"/>
            </a:lvl5pPr>
            <a:lvl6pPr indent="-304800" lvl="5" marL="2743200" rtl="0">
              <a:lnSpc>
                <a:spcPct val="125000"/>
              </a:lnSpc>
              <a:spcBef>
                <a:spcPts val="0"/>
              </a:spcBef>
              <a:spcAft>
                <a:spcPts val="0"/>
              </a:spcAft>
              <a:buSzPts val="1200"/>
              <a:buChar char="■"/>
              <a:defRPr sz="1200"/>
            </a:lvl6pPr>
            <a:lvl7pPr indent="-304800" lvl="6" marL="3200400" rtl="0">
              <a:lnSpc>
                <a:spcPct val="125000"/>
              </a:lnSpc>
              <a:spcBef>
                <a:spcPts val="0"/>
              </a:spcBef>
              <a:spcAft>
                <a:spcPts val="0"/>
              </a:spcAft>
              <a:buSzPts val="1200"/>
              <a:buChar char="●"/>
              <a:defRPr sz="1200"/>
            </a:lvl7pPr>
            <a:lvl8pPr indent="-304800" lvl="7" marL="3657600" rtl="0">
              <a:lnSpc>
                <a:spcPct val="125000"/>
              </a:lnSpc>
              <a:spcBef>
                <a:spcPts val="0"/>
              </a:spcBef>
              <a:spcAft>
                <a:spcPts val="0"/>
              </a:spcAft>
              <a:buSzPts val="1200"/>
              <a:buChar char="○"/>
              <a:defRPr sz="1200"/>
            </a:lvl8pPr>
            <a:lvl9pPr indent="-304800" lvl="8" marL="4114800" rtl="0">
              <a:lnSpc>
                <a:spcPct val="125000"/>
              </a:lnSpc>
              <a:spcBef>
                <a:spcPts val="0"/>
              </a:spcBef>
              <a:spcAft>
                <a:spcPts val="0"/>
              </a:spcAft>
              <a:buSzPts val="1200"/>
              <a:buChar char="■"/>
              <a:defRPr sz="1200"/>
            </a:lvl9pPr>
          </a:lstStyle>
          <a:p/>
        </p:txBody>
      </p:sp>
      <p:sp>
        <p:nvSpPr>
          <p:cNvPr id="56" name="Google Shape;56;p10"/>
          <p:cNvSpPr txBox="1"/>
          <p:nvPr>
            <p:ph idx="4" type="body"/>
          </p:nvPr>
        </p:nvSpPr>
        <p:spPr>
          <a:xfrm>
            <a:off x="6852975" y="1054925"/>
            <a:ext cx="1895100" cy="3402900"/>
          </a:xfrm>
          <a:prstGeom prst="rect">
            <a:avLst/>
          </a:prstGeom>
        </p:spPr>
        <p:txBody>
          <a:bodyPr anchorCtr="0" anchor="t" bIns="0" lIns="91425" spcFirstLastPara="1" rIns="91425" wrap="square" tIns="0">
            <a:normAutofit/>
          </a:bodyPr>
          <a:lstStyle>
            <a:lvl1pPr indent="-304800" lvl="0" marL="457200" rtl="0">
              <a:lnSpc>
                <a:spcPct val="125000"/>
              </a:lnSpc>
              <a:spcBef>
                <a:spcPts val="0"/>
              </a:spcBef>
              <a:spcAft>
                <a:spcPts val="0"/>
              </a:spcAft>
              <a:buSzPts val="1200"/>
              <a:buChar char="●"/>
              <a:defRPr sz="1200"/>
            </a:lvl1pPr>
            <a:lvl2pPr indent="-304800" lvl="1" marL="914400" rtl="0">
              <a:lnSpc>
                <a:spcPct val="125000"/>
              </a:lnSpc>
              <a:spcBef>
                <a:spcPts val="0"/>
              </a:spcBef>
              <a:spcAft>
                <a:spcPts val="0"/>
              </a:spcAft>
              <a:buSzPts val="1200"/>
              <a:buChar char="○"/>
              <a:defRPr sz="1200"/>
            </a:lvl2pPr>
            <a:lvl3pPr indent="-304800" lvl="2" marL="1371600" rtl="0">
              <a:lnSpc>
                <a:spcPct val="125000"/>
              </a:lnSpc>
              <a:spcBef>
                <a:spcPts val="0"/>
              </a:spcBef>
              <a:spcAft>
                <a:spcPts val="0"/>
              </a:spcAft>
              <a:buSzPts val="1200"/>
              <a:buChar char="■"/>
              <a:defRPr sz="1200"/>
            </a:lvl3pPr>
            <a:lvl4pPr indent="-304800" lvl="3" marL="1828800" rtl="0">
              <a:lnSpc>
                <a:spcPct val="125000"/>
              </a:lnSpc>
              <a:spcBef>
                <a:spcPts val="0"/>
              </a:spcBef>
              <a:spcAft>
                <a:spcPts val="0"/>
              </a:spcAft>
              <a:buSzPts val="1200"/>
              <a:buChar char="●"/>
              <a:defRPr sz="1200"/>
            </a:lvl4pPr>
            <a:lvl5pPr indent="-304800" lvl="4" marL="2286000" rtl="0">
              <a:lnSpc>
                <a:spcPct val="125000"/>
              </a:lnSpc>
              <a:spcBef>
                <a:spcPts val="0"/>
              </a:spcBef>
              <a:spcAft>
                <a:spcPts val="0"/>
              </a:spcAft>
              <a:buSzPts val="1200"/>
              <a:buChar char="○"/>
              <a:defRPr sz="1200"/>
            </a:lvl5pPr>
            <a:lvl6pPr indent="-304800" lvl="5" marL="2743200" rtl="0">
              <a:lnSpc>
                <a:spcPct val="125000"/>
              </a:lnSpc>
              <a:spcBef>
                <a:spcPts val="0"/>
              </a:spcBef>
              <a:spcAft>
                <a:spcPts val="0"/>
              </a:spcAft>
              <a:buSzPts val="1200"/>
              <a:buChar char="■"/>
              <a:defRPr sz="1200"/>
            </a:lvl6pPr>
            <a:lvl7pPr indent="-304800" lvl="6" marL="3200400" rtl="0">
              <a:lnSpc>
                <a:spcPct val="125000"/>
              </a:lnSpc>
              <a:spcBef>
                <a:spcPts val="0"/>
              </a:spcBef>
              <a:spcAft>
                <a:spcPts val="0"/>
              </a:spcAft>
              <a:buSzPts val="1200"/>
              <a:buChar char="●"/>
              <a:defRPr sz="1200"/>
            </a:lvl7pPr>
            <a:lvl8pPr indent="-304800" lvl="7" marL="3657600" rtl="0">
              <a:lnSpc>
                <a:spcPct val="125000"/>
              </a:lnSpc>
              <a:spcBef>
                <a:spcPts val="0"/>
              </a:spcBef>
              <a:spcAft>
                <a:spcPts val="0"/>
              </a:spcAft>
              <a:buSzPts val="1200"/>
              <a:buChar char="○"/>
              <a:defRPr sz="1200"/>
            </a:lvl8pPr>
            <a:lvl9pPr indent="-304800" lvl="8" marL="4114800" rtl="0">
              <a:lnSpc>
                <a:spcPct val="125000"/>
              </a:lnSpc>
              <a:spcBef>
                <a:spcPts val="0"/>
              </a:spcBef>
              <a:spcAft>
                <a:spcPts val="0"/>
              </a:spcAft>
              <a:buSzPts val="1200"/>
              <a:buChar char="■"/>
              <a:defRPr sz="1200"/>
            </a:lvl9pPr>
          </a:lstStyle>
          <a:p/>
        </p:txBody>
      </p:sp>
      <p:sp>
        <p:nvSpPr>
          <p:cNvPr id="57" name="Google Shape;57;p10"/>
          <p:cNvSpPr/>
          <p:nvPr/>
        </p:nvSpPr>
        <p:spPr>
          <a:xfrm>
            <a:off x="0" y="0"/>
            <a:ext cx="9144000" cy="368700"/>
          </a:xfrm>
          <a:prstGeom prst="rect">
            <a:avLst/>
          </a:prstGeom>
          <a:solidFill>
            <a:srgbClr val="7B189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212121"/>
              </a:solidFill>
            </a:endParaRPr>
          </a:p>
        </p:txBody>
      </p:sp>
      <p:pic>
        <p:nvPicPr>
          <p:cNvPr id="58" name="Google Shape;58;p10"/>
          <p:cNvPicPr preferRelativeResize="0"/>
          <p:nvPr/>
        </p:nvPicPr>
        <p:blipFill rotWithShape="1">
          <a:blip r:embed="rId2">
            <a:alphaModFix/>
          </a:blip>
          <a:srcRect b="21394" l="5653" r="78268" t="21296"/>
          <a:stretch/>
        </p:blipFill>
        <p:spPr>
          <a:xfrm>
            <a:off x="8833925" y="60136"/>
            <a:ext cx="254899" cy="248436"/>
          </a:xfrm>
          <a:prstGeom prst="rect">
            <a:avLst/>
          </a:prstGeom>
          <a:noFill/>
          <a:ln>
            <a:noFill/>
          </a:ln>
        </p:spPr>
      </p:pic>
      <p:sp>
        <p:nvSpPr>
          <p:cNvPr id="59" name="Google Shape;59;p10"/>
          <p:cNvSpPr txBox="1"/>
          <p:nvPr>
            <p:ph type="title"/>
          </p:nvPr>
        </p:nvSpPr>
        <p:spPr>
          <a:xfrm>
            <a:off x="81800" y="0"/>
            <a:ext cx="8666400" cy="3687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600"/>
              <a:buNone/>
              <a:defRPr b="1" sz="1600">
                <a:solidFill>
                  <a:schemeClr val="lt1"/>
                </a:solidFill>
              </a:defRPr>
            </a:lvl1pPr>
            <a:lvl2pPr lvl="1" rtl="0">
              <a:spcBef>
                <a:spcPts val="0"/>
              </a:spcBef>
              <a:spcAft>
                <a:spcPts val="0"/>
              </a:spcAft>
              <a:buClr>
                <a:schemeClr val="lt1"/>
              </a:buClr>
              <a:buSzPts val="1600"/>
              <a:buNone/>
              <a:defRPr b="1" sz="1600">
                <a:solidFill>
                  <a:schemeClr val="lt1"/>
                </a:solidFill>
              </a:defRPr>
            </a:lvl2pPr>
            <a:lvl3pPr lvl="2" rtl="0">
              <a:spcBef>
                <a:spcPts val="0"/>
              </a:spcBef>
              <a:spcAft>
                <a:spcPts val="0"/>
              </a:spcAft>
              <a:buClr>
                <a:schemeClr val="lt1"/>
              </a:buClr>
              <a:buSzPts val="1600"/>
              <a:buNone/>
              <a:defRPr b="1" sz="1600">
                <a:solidFill>
                  <a:schemeClr val="lt1"/>
                </a:solidFill>
              </a:defRPr>
            </a:lvl3pPr>
            <a:lvl4pPr lvl="3" rtl="0">
              <a:spcBef>
                <a:spcPts val="0"/>
              </a:spcBef>
              <a:spcAft>
                <a:spcPts val="0"/>
              </a:spcAft>
              <a:buClr>
                <a:schemeClr val="lt1"/>
              </a:buClr>
              <a:buSzPts val="1600"/>
              <a:buNone/>
              <a:defRPr b="1" sz="1600">
                <a:solidFill>
                  <a:schemeClr val="lt1"/>
                </a:solidFill>
              </a:defRPr>
            </a:lvl4pPr>
            <a:lvl5pPr lvl="4" rtl="0">
              <a:spcBef>
                <a:spcPts val="0"/>
              </a:spcBef>
              <a:spcAft>
                <a:spcPts val="0"/>
              </a:spcAft>
              <a:buClr>
                <a:schemeClr val="lt1"/>
              </a:buClr>
              <a:buSzPts val="1600"/>
              <a:buNone/>
              <a:defRPr b="1" sz="1600">
                <a:solidFill>
                  <a:schemeClr val="lt1"/>
                </a:solidFill>
              </a:defRPr>
            </a:lvl5pPr>
            <a:lvl6pPr lvl="5" rtl="0">
              <a:spcBef>
                <a:spcPts val="0"/>
              </a:spcBef>
              <a:spcAft>
                <a:spcPts val="0"/>
              </a:spcAft>
              <a:buClr>
                <a:schemeClr val="lt1"/>
              </a:buClr>
              <a:buSzPts val="1600"/>
              <a:buNone/>
              <a:defRPr b="1" sz="1600">
                <a:solidFill>
                  <a:schemeClr val="lt1"/>
                </a:solidFill>
              </a:defRPr>
            </a:lvl6pPr>
            <a:lvl7pPr lvl="6" rtl="0">
              <a:spcBef>
                <a:spcPts val="0"/>
              </a:spcBef>
              <a:spcAft>
                <a:spcPts val="0"/>
              </a:spcAft>
              <a:buClr>
                <a:schemeClr val="lt1"/>
              </a:buClr>
              <a:buSzPts val="1600"/>
              <a:buNone/>
              <a:defRPr b="1" sz="1600">
                <a:solidFill>
                  <a:schemeClr val="lt1"/>
                </a:solidFill>
              </a:defRPr>
            </a:lvl7pPr>
            <a:lvl8pPr lvl="7" rtl="0">
              <a:spcBef>
                <a:spcPts val="0"/>
              </a:spcBef>
              <a:spcAft>
                <a:spcPts val="0"/>
              </a:spcAft>
              <a:buClr>
                <a:schemeClr val="lt1"/>
              </a:buClr>
              <a:buSzPts val="1600"/>
              <a:buNone/>
              <a:defRPr b="1" sz="1600">
                <a:solidFill>
                  <a:schemeClr val="lt1"/>
                </a:solidFill>
              </a:defRPr>
            </a:lvl8pPr>
            <a:lvl9pPr lvl="8" rtl="0">
              <a:spcBef>
                <a:spcPts val="0"/>
              </a:spcBef>
              <a:spcAft>
                <a:spcPts val="0"/>
              </a:spcAft>
              <a:buClr>
                <a:schemeClr val="lt1"/>
              </a:buClr>
              <a:buSzPts val="1600"/>
              <a:buNone/>
              <a:defRPr b="1" sz="1600">
                <a:solidFill>
                  <a:schemeClr val="lt1"/>
                </a:solidFill>
              </a:defRPr>
            </a:lvl9pPr>
          </a:lstStyle>
          <a:p/>
        </p:txBody>
      </p:sp>
    </p:spTree>
  </p:cSld>
  <p:clrMapOvr>
    <a:masterClrMapping/>
  </p:clrMapOvr>
  <p:extLst>
    <p:ext uri="{DCECCB84-F9BA-43D5-87BE-67443E8EF086}">
      <p15:sldGuideLst>
        <p15:guide id="1" orient="horz" pos="2808">
          <p15:clr>
            <a:srgbClr val="E46962"/>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lumn – Images">
  <p:cSld name="SECTION_TITLE_AND_DESCRIPTION_1">
    <p:spTree>
      <p:nvGrpSpPr>
        <p:cNvPr id="60" name="Shape 60"/>
        <p:cNvGrpSpPr/>
        <p:nvPr/>
      </p:nvGrpSpPr>
      <p:grpSpPr>
        <a:xfrm>
          <a:off x="0" y="0"/>
          <a:ext cx="0" cy="0"/>
          <a:chOff x="0" y="0"/>
          <a:chExt cx="0" cy="0"/>
        </a:xfrm>
      </p:grpSpPr>
      <p:sp>
        <p:nvSpPr>
          <p:cNvPr id="61" name="Google Shape;61;p11"/>
          <p:cNvSpPr txBox="1"/>
          <p:nvPr>
            <p:ph idx="1" type="body"/>
          </p:nvPr>
        </p:nvSpPr>
        <p:spPr>
          <a:xfrm>
            <a:off x="402325" y="2304075"/>
            <a:ext cx="1895100" cy="2153700"/>
          </a:xfrm>
          <a:prstGeom prst="rect">
            <a:avLst/>
          </a:prstGeom>
        </p:spPr>
        <p:txBody>
          <a:bodyPr anchorCtr="0" anchor="t" bIns="0" lIns="91425" spcFirstLastPara="1" rIns="91425" wrap="square" tIns="91425">
            <a:noAutofit/>
          </a:bodyPr>
          <a:lstStyle>
            <a:lvl1pPr indent="-304800" lvl="0" marL="457200" rtl="0">
              <a:lnSpc>
                <a:spcPct val="125000"/>
              </a:lnSpc>
              <a:spcBef>
                <a:spcPts val="0"/>
              </a:spcBef>
              <a:spcAft>
                <a:spcPts val="0"/>
              </a:spcAft>
              <a:buSzPts val="1200"/>
              <a:buChar char="●"/>
              <a:defRPr sz="1200"/>
            </a:lvl1pPr>
            <a:lvl2pPr indent="-304800" lvl="1" marL="914400" rtl="0">
              <a:lnSpc>
                <a:spcPct val="125000"/>
              </a:lnSpc>
              <a:spcBef>
                <a:spcPts val="0"/>
              </a:spcBef>
              <a:spcAft>
                <a:spcPts val="0"/>
              </a:spcAft>
              <a:buSzPts val="1200"/>
              <a:buChar char="○"/>
              <a:defRPr sz="1200"/>
            </a:lvl2pPr>
            <a:lvl3pPr indent="-304800" lvl="2" marL="1371600" rtl="0">
              <a:lnSpc>
                <a:spcPct val="125000"/>
              </a:lnSpc>
              <a:spcBef>
                <a:spcPts val="0"/>
              </a:spcBef>
              <a:spcAft>
                <a:spcPts val="0"/>
              </a:spcAft>
              <a:buSzPts val="1200"/>
              <a:buChar char="■"/>
              <a:defRPr sz="1200"/>
            </a:lvl3pPr>
            <a:lvl4pPr indent="-304800" lvl="3" marL="1828800" rtl="0">
              <a:lnSpc>
                <a:spcPct val="125000"/>
              </a:lnSpc>
              <a:spcBef>
                <a:spcPts val="0"/>
              </a:spcBef>
              <a:spcAft>
                <a:spcPts val="0"/>
              </a:spcAft>
              <a:buSzPts val="1200"/>
              <a:buChar char="●"/>
              <a:defRPr sz="1200"/>
            </a:lvl4pPr>
            <a:lvl5pPr indent="-304800" lvl="4" marL="2286000" rtl="0">
              <a:lnSpc>
                <a:spcPct val="125000"/>
              </a:lnSpc>
              <a:spcBef>
                <a:spcPts val="0"/>
              </a:spcBef>
              <a:spcAft>
                <a:spcPts val="0"/>
              </a:spcAft>
              <a:buSzPts val="1200"/>
              <a:buChar char="○"/>
              <a:defRPr sz="1200"/>
            </a:lvl5pPr>
            <a:lvl6pPr indent="-304800" lvl="5" marL="2743200" rtl="0">
              <a:lnSpc>
                <a:spcPct val="125000"/>
              </a:lnSpc>
              <a:spcBef>
                <a:spcPts val="0"/>
              </a:spcBef>
              <a:spcAft>
                <a:spcPts val="0"/>
              </a:spcAft>
              <a:buSzPts val="1200"/>
              <a:buChar char="■"/>
              <a:defRPr sz="1200"/>
            </a:lvl6pPr>
            <a:lvl7pPr indent="-304800" lvl="6" marL="3200400" rtl="0">
              <a:lnSpc>
                <a:spcPct val="125000"/>
              </a:lnSpc>
              <a:spcBef>
                <a:spcPts val="0"/>
              </a:spcBef>
              <a:spcAft>
                <a:spcPts val="0"/>
              </a:spcAft>
              <a:buSzPts val="1200"/>
              <a:buChar char="●"/>
              <a:defRPr sz="1200"/>
            </a:lvl7pPr>
            <a:lvl8pPr indent="-304800" lvl="7" marL="3657600" rtl="0">
              <a:lnSpc>
                <a:spcPct val="125000"/>
              </a:lnSpc>
              <a:spcBef>
                <a:spcPts val="0"/>
              </a:spcBef>
              <a:spcAft>
                <a:spcPts val="0"/>
              </a:spcAft>
              <a:buSzPts val="1200"/>
              <a:buChar char="○"/>
              <a:defRPr sz="1200"/>
            </a:lvl8pPr>
            <a:lvl9pPr indent="-304800" lvl="8" marL="4114800" rtl="0">
              <a:lnSpc>
                <a:spcPct val="125000"/>
              </a:lnSpc>
              <a:spcBef>
                <a:spcPts val="0"/>
              </a:spcBef>
              <a:spcAft>
                <a:spcPts val="0"/>
              </a:spcAft>
              <a:buSzPts val="1200"/>
              <a:buChar char="■"/>
              <a:defRPr sz="1200"/>
            </a:lvl9pPr>
          </a:lstStyle>
          <a:p/>
        </p:txBody>
      </p:sp>
      <p:sp>
        <p:nvSpPr>
          <p:cNvPr id="62" name="Google Shape;62;p11"/>
          <p:cNvSpPr txBox="1"/>
          <p:nvPr>
            <p:ph idx="2" type="body"/>
          </p:nvPr>
        </p:nvSpPr>
        <p:spPr>
          <a:xfrm>
            <a:off x="2552500" y="2304075"/>
            <a:ext cx="1895100" cy="2153700"/>
          </a:xfrm>
          <a:prstGeom prst="rect">
            <a:avLst/>
          </a:prstGeom>
        </p:spPr>
        <p:txBody>
          <a:bodyPr anchorCtr="0" anchor="t" bIns="0" lIns="91425" spcFirstLastPara="1" rIns="91425" wrap="square" tIns="91425">
            <a:noAutofit/>
          </a:bodyPr>
          <a:lstStyle>
            <a:lvl1pPr indent="-304800" lvl="0" marL="457200" rtl="0">
              <a:lnSpc>
                <a:spcPct val="125000"/>
              </a:lnSpc>
              <a:spcBef>
                <a:spcPts val="0"/>
              </a:spcBef>
              <a:spcAft>
                <a:spcPts val="0"/>
              </a:spcAft>
              <a:buSzPts val="1200"/>
              <a:buChar char="●"/>
              <a:defRPr sz="1200"/>
            </a:lvl1pPr>
            <a:lvl2pPr indent="-304800" lvl="1" marL="914400" rtl="0">
              <a:lnSpc>
                <a:spcPct val="125000"/>
              </a:lnSpc>
              <a:spcBef>
                <a:spcPts val="0"/>
              </a:spcBef>
              <a:spcAft>
                <a:spcPts val="0"/>
              </a:spcAft>
              <a:buSzPts val="1200"/>
              <a:buChar char="○"/>
              <a:defRPr sz="1200"/>
            </a:lvl2pPr>
            <a:lvl3pPr indent="-304800" lvl="2" marL="1371600" rtl="0">
              <a:lnSpc>
                <a:spcPct val="125000"/>
              </a:lnSpc>
              <a:spcBef>
                <a:spcPts val="0"/>
              </a:spcBef>
              <a:spcAft>
                <a:spcPts val="0"/>
              </a:spcAft>
              <a:buSzPts val="1200"/>
              <a:buChar char="■"/>
              <a:defRPr sz="1200"/>
            </a:lvl3pPr>
            <a:lvl4pPr indent="-304800" lvl="3" marL="1828800" rtl="0">
              <a:lnSpc>
                <a:spcPct val="125000"/>
              </a:lnSpc>
              <a:spcBef>
                <a:spcPts val="0"/>
              </a:spcBef>
              <a:spcAft>
                <a:spcPts val="0"/>
              </a:spcAft>
              <a:buSzPts val="1200"/>
              <a:buChar char="●"/>
              <a:defRPr sz="1200"/>
            </a:lvl4pPr>
            <a:lvl5pPr indent="-304800" lvl="4" marL="2286000" rtl="0">
              <a:lnSpc>
                <a:spcPct val="125000"/>
              </a:lnSpc>
              <a:spcBef>
                <a:spcPts val="0"/>
              </a:spcBef>
              <a:spcAft>
                <a:spcPts val="0"/>
              </a:spcAft>
              <a:buSzPts val="1200"/>
              <a:buChar char="○"/>
              <a:defRPr sz="1200"/>
            </a:lvl5pPr>
            <a:lvl6pPr indent="-304800" lvl="5" marL="2743200" rtl="0">
              <a:lnSpc>
                <a:spcPct val="125000"/>
              </a:lnSpc>
              <a:spcBef>
                <a:spcPts val="0"/>
              </a:spcBef>
              <a:spcAft>
                <a:spcPts val="0"/>
              </a:spcAft>
              <a:buSzPts val="1200"/>
              <a:buChar char="■"/>
              <a:defRPr sz="1200"/>
            </a:lvl6pPr>
            <a:lvl7pPr indent="-304800" lvl="6" marL="3200400" rtl="0">
              <a:lnSpc>
                <a:spcPct val="125000"/>
              </a:lnSpc>
              <a:spcBef>
                <a:spcPts val="0"/>
              </a:spcBef>
              <a:spcAft>
                <a:spcPts val="0"/>
              </a:spcAft>
              <a:buSzPts val="1200"/>
              <a:buChar char="●"/>
              <a:defRPr sz="1200"/>
            </a:lvl7pPr>
            <a:lvl8pPr indent="-304800" lvl="7" marL="3657600" rtl="0">
              <a:lnSpc>
                <a:spcPct val="125000"/>
              </a:lnSpc>
              <a:spcBef>
                <a:spcPts val="0"/>
              </a:spcBef>
              <a:spcAft>
                <a:spcPts val="0"/>
              </a:spcAft>
              <a:buSzPts val="1200"/>
              <a:buChar char="○"/>
              <a:defRPr sz="1200"/>
            </a:lvl8pPr>
            <a:lvl9pPr indent="-304800" lvl="8" marL="4114800" rtl="0">
              <a:lnSpc>
                <a:spcPct val="125000"/>
              </a:lnSpc>
              <a:spcBef>
                <a:spcPts val="0"/>
              </a:spcBef>
              <a:spcAft>
                <a:spcPts val="0"/>
              </a:spcAft>
              <a:buSzPts val="1200"/>
              <a:buChar char="■"/>
              <a:defRPr sz="1200"/>
            </a:lvl9pPr>
          </a:lstStyle>
          <a:p/>
        </p:txBody>
      </p:sp>
      <p:sp>
        <p:nvSpPr>
          <p:cNvPr id="63" name="Google Shape;63;p11"/>
          <p:cNvSpPr txBox="1"/>
          <p:nvPr>
            <p:ph idx="3" type="body"/>
          </p:nvPr>
        </p:nvSpPr>
        <p:spPr>
          <a:xfrm>
            <a:off x="4702700" y="2304075"/>
            <a:ext cx="1895100" cy="2153700"/>
          </a:xfrm>
          <a:prstGeom prst="rect">
            <a:avLst/>
          </a:prstGeom>
        </p:spPr>
        <p:txBody>
          <a:bodyPr anchorCtr="0" anchor="t" bIns="0" lIns="91425" spcFirstLastPara="1" rIns="91425" wrap="square" tIns="91425">
            <a:noAutofit/>
          </a:bodyPr>
          <a:lstStyle>
            <a:lvl1pPr indent="-304800" lvl="0" marL="457200" rtl="0">
              <a:lnSpc>
                <a:spcPct val="125000"/>
              </a:lnSpc>
              <a:spcBef>
                <a:spcPts val="0"/>
              </a:spcBef>
              <a:spcAft>
                <a:spcPts val="0"/>
              </a:spcAft>
              <a:buSzPts val="1200"/>
              <a:buChar char="●"/>
              <a:defRPr sz="1200"/>
            </a:lvl1pPr>
            <a:lvl2pPr indent="-304800" lvl="1" marL="914400" rtl="0">
              <a:lnSpc>
                <a:spcPct val="125000"/>
              </a:lnSpc>
              <a:spcBef>
                <a:spcPts val="0"/>
              </a:spcBef>
              <a:spcAft>
                <a:spcPts val="0"/>
              </a:spcAft>
              <a:buSzPts val="1200"/>
              <a:buChar char="○"/>
              <a:defRPr sz="1200"/>
            </a:lvl2pPr>
            <a:lvl3pPr indent="-304800" lvl="2" marL="1371600" rtl="0">
              <a:lnSpc>
                <a:spcPct val="125000"/>
              </a:lnSpc>
              <a:spcBef>
                <a:spcPts val="0"/>
              </a:spcBef>
              <a:spcAft>
                <a:spcPts val="0"/>
              </a:spcAft>
              <a:buSzPts val="1200"/>
              <a:buChar char="■"/>
              <a:defRPr sz="1200"/>
            </a:lvl3pPr>
            <a:lvl4pPr indent="-304800" lvl="3" marL="1828800" rtl="0">
              <a:lnSpc>
                <a:spcPct val="125000"/>
              </a:lnSpc>
              <a:spcBef>
                <a:spcPts val="0"/>
              </a:spcBef>
              <a:spcAft>
                <a:spcPts val="0"/>
              </a:spcAft>
              <a:buSzPts val="1200"/>
              <a:buChar char="●"/>
              <a:defRPr sz="1200"/>
            </a:lvl4pPr>
            <a:lvl5pPr indent="-304800" lvl="4" marL="2286000" rtl="0">
              <a:lnSpc>
                <a:spcPct val="125000"/>
              </a:lnSpc>
              <a:spcBef>
                <a:spcPts val="0"/>
              </a:spcBef>
              <a:spcAft>
                <a:spcPts val="0"/>
              </a:spcAft>
              <a:buSzPts val="1200"/>
              <a:buChar char="○"/>
              <a:defRPr sz="1200"/>
            </a:lvl5pPr>
            <a:lvl6pPr indent="-304800" lvl="5" marL="2743200" rtl="0">
              <a:lnSpc>
                <a:spcPct val="125000"/>
              </a:lnSpc>
              <a:spcBef>
                <a:spcPts val="0"/>
              </a:spcBef>
              <a:spcAft>
                <a:spcPts val="0"/>
              </a:spcAft>
              <a:buSzPts val="1200"/>
              <a:buChar char="■"/>
              <a:defRPr sz="1200"/>
            </a:lvl6pPr>
            <a:lvl7pPr indent="-304800" lvl="6" marL="3200400" rtl="0">
              <a:lnSpc>
                <a:spcPct val="125000"/>
              </a:lnSpc>
              <a:spcBef>
                <a:spcPts val="0"/>
              </a:spcBef>
              <a:spcAft>
                <a:spcPts val="0"/>
              </a:spcAft>
              <a:buSzPts val="1200"/>
              <a:buChar char="●"/>
              <a:defRPr sz="1200"/>
            </a:lvl7pPr>
            <a:lvl8pPr indent="-304800" lvl="7" marL="3657600" rtl="0">
              <a:lnSpc>
                <a:spcPct val="125000"/>
              </a:lnSpc>
              <a:spcBef>
                <a:spcPts val="0"/>
              </a:spcBef>
              <a:spcAft>
                <a:spcPts val="0"/>
              </a:spcAft>
              <a:buSzPts val="1200"/>
              <a:buChar char="○"/>
              <a:defRPr sz="1200"/>
            </a:lvl8pPr>
            <a:lvl9pPr indent="-304800" lvl="8" marL="4114800" rtl="0">
              <a:lnSpc>
                <a:spcPct val="125000"/>
              </a:lnSpc>
              <a:spcBef>
                <a:spcPts val="0"/>
              </a:spcBef>
              <a:spcAft>
                <a:spcPts val="0"/>
              </a:spcAft>
              <a:buSzPts val="1200"/>
              <a:buChar char="■"/>
              <a:defRPr sz="1200"/>
            </a:lvl9pPr>
          </a:lstStyle>
          <a:p/>
        </p:txBody>
      </p:sp>
      <p:sp>
        <p:nvSpPr>
          <p:cNvPr id="64" name="Google Shape;64;p11"/>
          <p:cNvSpPr txBox="1"/>
          <p:nvPr>
            <p:ph idx="4" type="body"/>
          </p:nvPr>
        </p:nvSpPr>
        <p:spPr>
          <a:xfrm>
            <a:off x="6852975" y="2304075"/>
            <a:ext cx="1895100" cy="2153700"/>
          </a:xfrm>
          <a:prstGeom prst="rect">
            <a:avLst/>
          </a:prstGeom>
        </p:spPr>
        <p:txBody>
          <a:bodyPr anchorCtr="0" anchor="t" bIns="0" lIns="91425" spcFirstLastPara="1" rIns="91425" wrap="square" tIns="91425">
            <a:noAutofit/>
          </a:bodyPr>
          <a:lstStyle>
            <a:lvl1pPr indent="-304800" lvl="0" marL="457200" rtl="0">
              <a:lnSpc>
                <a:spcPct val="125000"/>
              </a:lnSpc>
              <a:spcBef>
                <a:spcPts val="0"/>
              </a:spcBef>
              <a:spcAft>
                <a:spcPts val="0"/>
              </a:spcAft>
              <a:buSzPts val="1200"/>
              <a:buChar char="●"/>
              <a:defRPr sz="1200"/>
            </a:lvl1pPr>
            <a:lvl2pPr indent="-304800" lvl="1" marL="914400" rtl="0">
              <a:lnSpc>
                <a:spcPct val="125000"/>
              </a:lnSpc>
              <a:spcBef>
                <a:spcPts val="0"/>
              </a:spcBef>
              <a:spcAft>
                <a:spcPts val="0"/>
              </a:spcAft>
              <a:buSzPts val="1200"/>
              <a:buChar char="○"/>
              <a:defRPr sz="1200"/>
            </a:lvl2pPr>
            <a:lvl3pPr indent="-304800" lvl="2" marL="1371600" rtl="0">
              <a:lnSpc>
                <a:spcPct val="125000"/>
              </a:lnSpc>
              <a:spcBef>
                <a:spcPts val="0"/>
              </a:spcBef>
              <a:spcAft>
                <a:spcPts val="0"/>
              </a:spcAft>
              <a:buSzPts val="1200"/>
              <a:buChar char="■"/>
              <a:defRPr sz="1200"/>
            </a:lvl3pPr>
            <a:lvl4pPr indent="-304800" lvl="3" marL="1828800" rtl="0">
              <a:lnSpc>
                <a:spcPct val="125000"/>
              </a:lnSpc>
              <a:spcBef>
                <a:spcPts val="0"/>
              </a:spcBef>
              <a:spcAft>
                <a:spcPts val="0"/>
              </a:spcAft>
              <a:buSzPts val="1200"/>
              <a:buChar char="●"/>
              <a:defRPr sz="1200"/>
            </a:lvl4pPr>
            <a:lvl5pPr indent="-304800" lvl="4" marL="2286000" rtl="0">
              <a:lnSpc>
                <a:spcPct val="125000"/>
              </a:lnSpc>
              <a:spcBef>
                <a:spcPts val="0"/>
              </a:spcBef>
              <a:spcAft>
                <a:spcPts val="0"/>
              </a:spcAft>
              <a:buSzPts val="1200"/>
              <a:buChar char="○"/>
              <a:defRPr sz="1200"/>
            </a:lvl5pPr>
            <a:lvl6pPr indent="-304800" lvl="5" marL="2743200" rtl="0">
              <a:lnSpc>
                <a:spcPct val="125000"/>
              </a:lnSpc>
              <a:spcBef>
                <a:spcPts val="0"/>
              </a:spcBef>
              <a:spcAft>
                <a:spcPts val="0"/>
              </a:spcAft>
              <a:buSzPts val="1200"/>
              <a:buChar char="■"/>
              <a:defRPr sz="1200"/>
            </a:lvl6pPr>
            <a:lvl7pPr indent="-304800" lvl="6" marL="3200400" rtl="0">
              <a:lnSpc>
                <a:spcPct val="125000"/>
              </a:lnSpc>
              <a:spcBef>
                <a:spcPts val="0"/>
              </a:spcBef>
              <a:spcAft>
                <a:spcPts val="0"/>
              </a:spcAft>
              <a:buSzPts val="1200"/>
              <a:buChar char="●"/>
              <a:defRPr sz="1200"/>
            </a:lvl7pPr>
            <a:lvl8pPr indent="-304800" lvl="7" marL="3657600" rtl="0">
              <a:lnSpc>
                <a:spcPct val="125000"/>
              </a:lnSpc>
              <a:spcBef>
                <a:spcPts val="0"/>
              </a:spcBef>
              <a:spcAft>
                <a:spcPts val="0"/>
              </a:spcAft>
              <a:buSzPts val="1200"/>
              <a:buChar char="○"/>
              <a:defRPr sz="1200"/>
            </a:lvl8pPr>
            <a:lvl9pPr indent="-304800" lvl="8" marL="4114800" rtl="0">
              <a:lnSpc>
                <a:spcPct val="125000"/>
              </a:lnSpc>
              <a:spcBef>
                <a:spcPts val="0"/>
              </a:spcBef>
              <a:spcAft>
                <a:spcPts val="0"/>
              </a:spcAft>
              <a:buSzPts val="1200"/>
              <a:buChar char="■"/>
              <a:defRPr sz="1200"/>
            </a:lvl9pPr>
          </a:lstStyle>
          <a:p/>
        </p:txBody>
      </p:sp>
      <p:sp>
        <p:nvSpPr>
          <p:cNvPr id="65" name="Google Shape;65;p11"/>
          <p:cNvSpPr/>
          <p:nvPr/>
        </p:nvSpPr>
        <p:spPr>
          <a:xfrm>
            <a:off x="0" y="0"/>
            <a:ext cx="9144000" cy="368700"/>
          </a:xfrm>
          <a:prstGeom prst="rect">
            <a:avLst/>
          </a:prstGeom>
          <a:solidFill>
            <a:srgbClr val="7B189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212121"/>
              </a:solidFill>
            </a:endParaRPr>
          </a:p>
        </p:txBody>
      </p:sp>
      <p:pic>
        <p:nvPicPr>
          <p:cNvPr id="66" name="Google Shape;66;p11"/>
          <p:cNvPicPr preferRelativeResize="0"/>
          <p:nvPr/>
        </p:nvPicPr>
        <p:blipFill rotWithShape="1">
          <a:blip r:embed="rId2">
            <a:alphaModFix/>
          </a:blip>
          <a:srcRect b="21394" l="5653" r="78268" t="21296"/>
          <a:stretch/>
        </p:blipFill>
        <p:spPr>
          <a:xfrm>
            <a:off x="8833925" y="60136"/>
            <a:ext cx="254899" cy="248436"/>
          </a:xfrm>
          <a:prstGeom prst="rect">
            <a:avLst/>
          </a:prstGeom>
          <a:noFill/>
          <a:ln>
            <a:noFill/>
          </a:ln>
        </p:spPr>
      </p:pic>
      <p:sp>
        <p:nvSpPr>
          <p:cNvPr id="67" name="Google Shape;67;p11"/>
          <p:cNvSpPr txBox="1"/>
          <p:nvPr>
            <p:ph type="title"/>
          </p:nvPr>
        </p:nvSpPr>
        <p:spPr>
          <a:xfrm>
            <a:off x="81800" y="0"/>
            <a:ext cx="8666400" cy="3687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600"/>
              <a:buNone/>
              <a:defRPr b="1" sz="1600">
                <a:solidFill>
                  <a:schemeClr val="lt1"/>
                </a:solidFill>
              </a:defRPr>
            </a:lvl1pPr>
            <a:lvl2pPr lvl="1" rtl="0">
              <a:spcBef>
                <a:spcPts val="0"/>
              </a:spcBef>
              <a:spcAft>
                <a:spcPts val="0"/>
              </a:spcAft>
              <a:buClr>
                <a:schemeClr val="lt1"/>
              </a:buClr>
              <a:buSzPts val="1600"/>
              <a:buNone/>
              <a:defRPr b="1" sz="1600">
                <a:solidFill>
                  <a:schemeClr val="lt1"/>
                </a:solidFill>
              </a:defRPr>
            </a:lvl2pPr>
            <a:lvl3pPr lvl="2" rtl="0">
              <a:spcBef>
                <a:spcPts val="0"/>
              </a:spcBef>
              <a:spcAft>
                <a:spcPts val="0"/>
              </a:spcAft>
              <a:buClr>
                <a:schemeClr val="lt1"/>
              </a:buClr>
              <a:buSzPts val="1600"/>
              <a:buNone/>
              <a:defRPr b="1" sz="1600">
                <a:solidFill>
                  <a:schemeClr val="lt1"/>
                </a:solidFill>
              </a:defRPr>
            </a:lvl3pPr>
            <a:lvl4pPr lvl="3" rtl="0">
              <a:spcBef>
                <a:spcPts val="0"/>
              </a:spcBef>
              <a:spcAft>
                <a:spcPts val="0"/>
              </a:spcAft>
              <a:buClr>
                <a:schemeClr val="lt1"/>
              </a:buClr>
              <a:buSzPts val="1600"/>
              <a:buNone/>
              <a:defRPr b="1" sz="1600">
                <a:solidFill>
                  <a:schemeClr val="lt1"/>
                </a:solidFill>
              </a:defRPr>
            </a:lvl4pPr>
            <a:lvl5pPr lvl="4" rtl="0">
              <a:spcBef>
                <a:spcPts val="0"/>
              </a:spcBef>
              <a:spcAft>
                <a:spcPts val="0"/>
              </a:spcAft>
              <a:buClr>
                <a:schemeClr val="lt1"/>
              </a:buClr>
              <a:buSzPts val="1600"/>
              <a:buNone/>
              <a:defRPr b="1" sz="1600">
                <a:solidFill>
                  <a:schemeClr val="lt1"/>
                </a:solidFill>
              </a:defRPr>
            </a:lvl5pPr>
            <a:lvl6pPr lvl="5" rtl="0">
              <a:spcBef>
                <a:spcPts val="0"/>
              </a:spcBef>
              <a:spcAft>
                <a:spcPts val="0"/>
              </a:spcAft>
              <a:buClr>
                <a:schemeClr val="lt1"/>
              </a:buClr>
              <a:buSzPts val="1600"/>
              <a:buNone/>
              <a:defRPr b="1" sz="1600">
                <a:solidFill>
                  <a:schemeClr val="lt1"/>
                </a:solidFill>
              </a:defRPr>
            </a:lvl6pPr>
            <a:lvl7pPr lvl="6" rtl="0">
              <a:spcBef>
                <a:spcPts val="0"/>
              </a:spcBef>
              <a:spcAft>
                <a:spcPts val="0"/>
              </a:spcAft>
              <a:buClr>
                <a:schemeClr val="lt1"/>
              </a:buClr>
              <a:buSzPts val="1600"/>
              <a:buNone/>
              <a:defRPr b="1" sz="1600">
                <a:solidFill>
                  <a:schemeClr val="lt1"/>
                </a:solidFill>
              </a:defRPr>
            </a:lvl7pPr>
            <a:lvl8pPr lvl="7" rtl="0">
              <a:spcBef>
                <a:spcPts val="0"/>
              </a:spcBef>
              <a:spcAft>
                <a:spcPts val="0"/>
              </a:spcAft>
              <a:buClr>
                <a:schemeClr val="lt1"/>
              </a:buClr>
              <a:buSzPts val="1600"/>
              <a:buNone/>
              <a:defRPr b="1" sz="1600">
                <a:solidFill>
                  <a:schemeClr val="lt1"/>
                </a:solidFill>
              </a:defRPr>
            </a:lvl8pPr>
            <a:lvl9pPr lvl="8" rtl="0">
              <a:spcBef>
                <a:spcPts val="0"/>
              </a:spcBef>
              <a:spcAft>
                <a:spcPts val="0"/>
              </a:spcAft>
              <a:buClr>
                <a:schemeClr val="lt1"/>
              </a:buClr>
              <a:buSzPts val="1600"/>
              <a:buNone/>
              <a:defRPr b="1" sz="1600">
                <a:solidFill>
                  <a:schemeClr val="lt1"/>
                </a:solidFill>
              </a:defRPr>
            </a:lvl9pPr>
          </a:lstStyle>
          <a:p/>
        </p:txBody>
      </p:sp>
      <p:sp>
        <p:nvSpPr>
          <p:cNvPr id="68" name="Google Shape;68;p11"/>
          <p:cNvSpPr/>
          <p:nvPr>
            <p:ph idx="5" type="pic"/>
          </p:nvPr>
        </p:nvSpPr>
        <p:spPr>
          <a:xfrm>
            <a:off x="442250" y="1054925"/>
            <a:ext cx="1815000" cy="1136700"/>
          </a:xfrm>
          <a:prstGeom prst="rect">
            <a:avLst/>
          </a:prstGeom>
          <a:noFill/>
          <a:ln>
            <a:noFill/>
          </a:ln>
        </p:spPr>
      </p:sp>
      <p:sp>
        <p:nvSpPr>
          <p:cNvPr id="69" name="Google Shape;69;p11"/>
          <p:cNvSpPr/>
          <p:nvPr>
            <p:ph idx="6" type="pic"/>
          </p:nvPr>
        </p:nvSpPr>
        <p:spPr>
          <a:xfrm>
            <a:off x="2592488" y="1054925"/>
            <a:ext cx="1815000" cy="1136700"/>
          </a:xfrm>
          <a:prstGeom prst="rect">
            <a:avLst/>
          </a:prstGeom>
          <a:noFill/>
          <a:ln>
            <a:noFill/>
          </a:ln>
        </p:spPr>
      </p:sp>
      <p:sp>
        <p:nvSpPr>
          <p:cNvPr id="70" name="Google Shape;70;p11"/>
          <p:cNvSpPr/>
          <p:nvPr>
            <p:ph idx="7" type="pic"/>
          </p:nvPr>
        </p:nvSpPr>
        <p:spPr>
          <a:xfrm>
            <a:off x="4742688" y="1054925"/>
            <a:ext cx="1815000" cy="1136700"/>
          </a:xfrm>
          <a:prstGeom prst="rect">
            <a:avLst/>
          </a:prstGeom>
          <a:noFill/>
          <a:ln>
            <a:noFill/>
          </a:ln>
        </p:spPr>
      </p:sp>
      <p:sp>
        <p:nvSpPr>
          <p:cNvPr id="71" name="Google Shape;71;p11"/>
          <p:cNvSpPr/>
          <p:nvPr>
            <p:ph idx="8" type="pic"/>
          </p:nvPr>
        </p:nvSpPr>
        <p:spPr>
          <a:xfrm>
            <a:off x="6892888" y="1054925"/>
            <a:ext cx="1815000" cy="1136700"/>
          </a:xfrm>
          <a:prstGeom prst="rect">
            <a:avLst/>
          </a:prstGeom>
          <a:noFill/>
          <a:ln>
            <a:noFill/>
          </a:ln>
        </p:spPr>
      </p:sp>
    </p:spTree>
  </p:cSld>
  <p:clrMapOvr>
    <a:masterClrMapping/>
  </p:clrMapOvr>
  <p:extLst>
    <p:ext uri="{DCECCB84-F9BA-43D5-87BE-67443E8EF086}">
      <p15:sldGuideLst>
        <p15:guide id="1" orient="horz" pos="2808">
          <p15:clr>
            <a:srgbClr val="E46962"/>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lumn – Topic Groups">
  <p:cSld name="SECTION_TITLE_AND_DESCRIPTION_1_1">
    <p:spTree>
      <p:nvGrpSpPr>
        <p:cNvPr id="72" name="Shape 72"/>
        <p:cNvGrpSpPr/>
        <p:nvPr/>
      </p:nvGrpSpPr>
      <p:grpSpPr>
        <a:xfrm>
          <a:off x="0" y="0"/>
          <a:ext cx="0" cy="0"/>
          <a:chOff x="0" y="0"/>
          <a:chExt cx="0" cy="0"/>
        </a:xfrm>
      </p:grpSpPr>
      <p:sp>
        <p:nvSpPr>
          <p:cNvPr id="73" name="Google Shape;73;p12"/>
          <p:cNvSpPr txBox="1"/>
          <p:nvPr>
            <p:ph idx="1" type="body"/>
          </p:nvPr>
        </p:nvSpPr>
        <p:spPr>
          <a:xfrm>
            <a:off x="402325" y="2978800"/>
            <a:ext cx="1895100" cy="1479000"/>
          </a:xfrm>
          <a:prstGeom prst="rect">
            <a:avLst/>
          </a:prstGeom>
        </p:spPr>
        <p:txBody>
          <a:bodyPr anchorCtr="0" anchor="t" bIns="0" lIns="91425" spcFirstLastPara="1" rIns="91425" wrap="square" tIns="91425">
            <a:noAutofit/>
          </a:bodyPr>
          <a:lstStyle>
            <a:lvl1pPr indent="-304800" lvl="0" marL="457200" rtl="0">
              <a:lnSpc>
                <a:spcPct val="125000"/>
              </a:lnSpc>
              <a:spcBef>
                <a:spcPts val="0"/>
              </a:spcBef>
              <a:spcAft>
                <a:spcPts val="0"/>
              </a:spcAft>
              <a:buSzPts val="1200"/>
              <a:buChar char="●"/>
              <a:defRPr sz="1200"/>
            </a:lvl1pPr>
            <a:lvl2pPr indent="-304800" lvl="1" marL="914400" rtl="0">
              <a:lnSpc>
                <a:spcPct val="125000"/>
              </a:lnSpc>
              <a:spcBef>
                <a:spcPts val="0"/>
              </a:spcBef>
              <a:spcAft>
                <a:spcPts val="0"/>
              </a:spcAft>
              <a:buSzPts val="1200"/>
              <a:buChar char="○"/>
              <a:defRPr sz="1200"/>
            </a:lvl2pPr>
            <a:lvl3pPr indent="-304800" lvl="2" marL="1371600" rtl="0">
              <a:lnSpc>
                <a:spcPct val="125000"/>
              </a:lnSpc>
              <a:spcBef>
                <a:spcPts val="0"/>
              </a:spcBef>
              <a:spcAft>
                <a:spcPts val="0"/>
              </a:spcAft>
              <a:buSzPts val="1200"/>
              <a:buChar char="■"/>
              <a:defRPr sz="1200"/>
            </a:lvl3pPr>
            <a:lvl4pPr indent="-304800" lvl="3" marL="1828800" rtl="0">
              <a:lnSpc>
                <a:spcPct val="125000"/>
              </a:lnSpc>
              <a:spcBef>
                <a:spcPts val="0"/>
              </a:spcBef>
              <a:spcAft>
                <a:spcPts val="0"/>
              </a:spcAft>
              <a:buSzPts val="1200"/>
              <a:buChar char="●"/>
              <a:defRPr sz="1200"/>
            </a:lvl4pPr>
            <a:lvl5pPr indent="-304800" lvl="4" marL="2286000" rtl="0">
              <a:lnSpc>
                <a:spcPct val="125000"/>
              </a:lnSpc>
              <a:spcBef>
                <a:spcPts val="0"/>
              </a:spcBef>
              <a:spcAft>
                <a:spcPts val="0"/>
              </a:spcAft>
              <a:buSzPts val="1200"/>
              <a:buChar char="○"/>
              <a:defRPr sz="1200"/>
            </a:lvl5pPr>
            <a:lvl6pPr indent="-304800" lvl="5" marL="2743200" rtl="0">
              <a:lnSpc>
                <a:spcPct val="125000"/>
              </a:lnSpc>
              <a:spcBef>
                <a:spcPts val="0"/>
              </a:spcBef>
              <a:spcAft>
                <a:spcPts val="0"/>
              </a:spcAft>
              <a:buSzPts val="1200"/>
              <a:buChar char="■"/>
              <a:defRPr sz="1200"/>
            </a:lvl6pPr>
            <a:lvl7pPr indent="-304800" lvl="6" marL="3200400" rtl="0">
              <a:lnSpc>
                <a:spcPct val="125000"/>
              </a:lnSpc>
              <a:spcBef>
                <a:spcPts val="0"/>
              </a:spcBef>
              <a:spcAft>
                <a:spcPts val="0"/>
              </a:spcAft>
              <a:buSzPts val="1200"/>
              <a:buChar char="●"/>
              <a:defRPr sz="1200"/>
            </a:lvl7pPr>
            <a:lvl8pPr indent="-304800" lvl="7" marL="3657600" rtl="0">
              <a:lnSpc>
                <a:spcPct val="125000"/>
              </a:lnSpc>
              <a:spcBef>
                <a:spcPts val="0"/>
              </a:spcBef>
              <a:spcAft>
                <a:spcPts val="0"/>
              </a:spcAft>
              <a:buSzPts val="1200"/>
              <a:buChar char="○"/>
              <a:defRPr sz="1200"/>
            </a:lvl8pPr>
            <a:lvl9pPr indent="-304800" lvl="8" marL="4114800" rtl="0">
              <a:lnSpc>
                <a:spcPct val="125000"/>
              </a:lnSpc>
              <a:spcBef>
                <a:spcPts val="0"/>
              </a:spcBef>
              <a:spcAft>
                <a:spcPts val="0"/>
              </a:spcAft>
              <a:buSzPts val="1200"/>
              <a:buChar char="■"/>
              <a:defRPr sz="1200"/>
            </a:lvl9pPr>
          </a:lstStyle>
          <a:p/>
        </p:txBody>
      </p:sp>
      <p:sp>
        <p:nvSpPr>
          <p:cNvPr id="74" name="Google Shape;74;p12"/>
          <p:cNvSpPr txBox="1"/>
          <p:nvPr>
            <p:ph idx="2" type="body"/>
          </p:nvPr>
        </p:nvSpPr>
        <p:spPr>
          <a:xfrm>
            <a:off x="2552500" y="2978800"/>
            <a:ext cx="1895100" cy="1479000"/>
          </a:xfrm>
          <a:prstGeom prst="rect">
            <a:avLst/>
          </a:prstGeom>
        </p:spPr>
        <p:txBody>
          <a:bodyPr anchorCtr="0" anchor="t" bIns="0" lIns="91425" spcFirstLastPara="1" rIns="91425" wrap="square" tIns="91425">
            <a:noAutofit/>
          </a:bodyPr>
          <a:lstStyle>
            <a:lvl1pPr indent="-304800" lvl="0" marL="457200" rtl="0">
              <a:lnSpc>
                <a:spcPct val="125000"/>
              </a:lnSpc>
              <a:spcBef>
                <a:spcPts val="0"/>
              </a:spcBef>
              <a:spcAft>
                <a:spcPts val="0"/>
              </a:spcAft>
              <a:buSzPts val="1200"/>
              <a:buChar char="●"/>
              <a:defRPr sz="1200"/>
            </a:lvl1pPr>
            <a:lvl2pPr indent="-304800" lvl="1" marL="914400" rtl="0">
              <a:lnSpc>
                <a:spcPct val="125000"/>
              </a:lnSpc>
              <a:spcBef>
                <a:spcPts val="0"/>
              </a:spcBef>
              <a:spcAft>
                <a:spcPts val="0"/>
              </a:spcAft>
              <a:buSzPts val="1200"/>
              <a:buChar char="○"/>
              <a:defRPr sz="1200"/>
            </a:lvl2pPr>
            <a:lvl3pPr indent="-304800" lvl="2" marL="1371600" rtl="0">
              <a:lnSpc>
                <a:spcPct val="125000"/>
              </a:lnSpc>
              <a:spcBef>
                <a:spcPts val="0"/>
              </a:spcBef>
              <a:spcAft>
                <a:spcPts val="0"/>
              </a:spcAft>
              <a:buSzPts val="1200"/>
              <a:buChar char="■"/>
              <a:defRPr sz="1200"/>
            </a:lvl3pPr>
            <a:lvl4pPr indent="-304800" lvl="3" marL="1828800" rtl="0">
              <a:lnSpc>
                <a:spcPct val="125000"/>
              </a:lnSpc>
              <a:spcBef>
                <a:spcPts val="0"/>
              </a:spcBef>
              <a:spcAft>
                <a:spcPts val="0"/>
              </a:spcAft>
              <a:buSzPts val="1200"/>
              <a:buChar char="●"/>
              <a:defRPr sz="1200"/>
            </a:lvl4pPr>
            <a:lvl5pPr indent="-304800" lvl="4" marL="2286000" rtl="0">
              <a:lnSpc>
                <a:spcPct val="125000"/>
              </a:lnSpc>
              <a:spcBef>
                <a:spcPts val="0"/>
              </a:spcBef>
              <a:spcAft>
                <a:spcPts val="0"/>
              </a:spcAft>
              <a:buSzPts val="1200"/>
              <a:buChar char="○"/>
              <a:defRPr sz="1200"/>
            </a:lvl5pPr>
            <a:lvl6pPr indent="-304800" lvl="5" marL="2743200" rtl="0">
              <a:lnSpc>
                <a:spcPct val="125000"/>
              </a:lnSpc>
              <a:spcBef>
                <a:spcPts val="0"/>
              </a:spcBef>
              <a:spcAft>
                <a:spcPts val="0"/>
              </a:spcAft>
              <a:buSzPts val="1200"/>
              <a:buChar char="■"/>
              <a:defRPr sz="1200"/>
            </a:lvl6pPr>
            <a:lvl7pPr indent="-304800" lvl="6" marL="3200400" rtl="0">
              <a:lnSpc>
                <a:spcPct val="125000"/>
              </a:lnSpc>
              <a:spcBef>
                <a:spcPts val="0"/>
              </a:spcBef>
              <a:spcAft>
                <a:spcPts val="0"/>
              </a:spcAft>
              <a:buSzPts val="1200"/>
              <a:buChar char="●"/>
              <a:defRPr sz="1200"/>
            </a:lvl7pPr>
            <a:lvl8pPr indent="-304800" lvl="7" marL="3657600" rtl="0">
              <a:lnSpc>
                <a:spcPct val="125000"/>
              </a:lnSpc>
              <a:spcBef>
                <a:spcPts val="0"/>
              </a:spcBef>
              <a:spcAft>
                <a:spcPts val="0"/>
              </a:spcAft>
              <a:buSzPts val="1200"/>
              <a:buChar char="○"/>
              <a:defRPr sz="1200"/>
            </a:lvl8pPr>
            <a:lvl9pPr indent="-304800" lvl="8" marL="4114800" rtl="0">
              <a:lnSpc>
                <a:spcPct val="125000"/>
              </a:lnSpc>
              <a:spcBef>
                <a:spcPts val="0"/>
              </a:spcBef>
              <a:spcAft>
                <a:spcPts val="0"/>
              </a:spcAft>
              <a:buSzPts val="1200"/>
              <a:buChar char="■"/>
              <a:defRPr sz="1200"/>
            </a:lvl9pPr>
          </a:lstStyle>
          <a:p/>
        </p:txBody>
      </p:sp>
      <p:sp>
        <p:nvSpPr>
          <p:cNvPr id="75" name="Google Shape;75;p12"/>
          <p:cNvSpPr txBox="1"/>
          <p:nvPr>
            <p:ph idx="3" type="body"/>
          </p:nvPr>
        </p:nvSpPr>
        <p:spPr>
          <a:xfrm>
            <a:off x="4702700" y="2978800"/>
            <a:ext cx="1895100" cy="1479000"/>
          </a:xfrm>
          <a:prstGeom prst="rect">
            <a:avLst/>
          </a:prstGeom>
        </p:spPr>
        <p:txBody>
          <a:bodyPr anchorCtr="0" anchor="t" bIns="0" lIns="91425" spcFirstLastPara="1" rIns="91425" wrap="square" tIns="91425">
            <a:noAutofit/>
          </a:bodyPr>
          <a:lstStyle>
            <a:lvl1pPr indent="-304800" lvl="0" marL="457200" rtl="0">
              <a:lnSpc>
                <a:spcPct val="125000"/>
              </a:lnSpc>
              <a:spcBef>
                <a:spcPts val="0"/>
              </a:spcBef>
              <a:spcAft>
                <a:spcPts val="0"/>
              </a:spcAft>
              <a:buSzPts val="1200"/>
              <a:buChar char="●"/>
              <a:defRPr sz="1200"/>
            </a:lvl1pPr>
            <a:lvl2pPr indent="-304800" lvl="1" marL="914400" rtl="0">
              <a:lnSpc>
                <a:spcPct val="125000"/>
              </a:lnSpc>
              <a:spcBef>
                <a:spcPts val="0"/>
              </a:spcBef>
              <a:spcAft>
                <a:spcPts val="0"/>
              </a:spcAft>
              <a:buSzPts val="1200"/>
              <a:buChar char="○"/>
              <a:defRPr sz="1200"/>
            </a:lvl2pPr>
            <a:lvl3pPr indent="-304800" lvl="2" marL="1371600" rtl="0">
              <a:lnSpc>
                <a:spcPct val="125000"/>
              </a:lnSpc>
              <a:spcBef>
                <a:spcPts val="0"/>
              </a:spcBef>
              <a:spcAft>
                <a:spcPts val="0"/>
              </a:spcAft>
              <a:buSzPts val="1200"/>
              <a:buChar char="■"/>
              <a:defRPr sz="1200"/>
            </a:lvl3pPr>
            <a:lvl4pPr indent="-304800" lvl="3" marL="1828800" rtl="0">
              <a:lnSpc>
                <a:spcPct val="125000"/>
              </a:lnSpc>
              <a:spcBef>
                <a:spcPts val="0"/>
              </a:spcBef>
              <a:spcAft>
                <a:spcPts val="0"/>
              </a:spcAft>
              <a:buSzPts val="1200"/>
              <a:buChar char="●"/>
              <a:defRPr sz="1200"/>
            </a:lvl4pPr>
            <a:lvl5pPr indent="-304800" lvl="4" marL="2286000" rtl="0">
              <a:lnSpc>
                <a:spcPct val="125000"/>
              </a:lnSpc>
              <a:spcBef>
                <a:spcPts val="0"/>
              </a:spcBef>
              <a:spcAft>
                <a:spcPts val="0"/>
              </a:spcAft>
              <a:buSzPts val="1200"/>
              <a:buChar char="○"/>
              <a:defRPr sz="1200"/>
            </a:lvl5pPr>
            <a:lvl6pPr indent="-304800" lvl="5" marL="2743200" rtl="0">
              <a:lnSpc>
                <a:spcPct val="125000"/>
              </a:lnSpc>
              <a:spcBef>
                <a:spcPts val="0"/>
              </a:spcBef>
              <a:spcAft>
                <a:spcPts val="0"/>
              </a:spcAft>
              <a:buSzPts val="1200"/>
              <a:buChar char="■"/>
              <a:defRPr sz="1200"/>
            </a:lvl6pPr>
            <a:lvl7pPr indent="-304800" lvl="6" marL="3200400" rtl="0">
              <a:lnSpc>
                <a:spcPct val="125000"/>
              </a:lnSpc>
              <a:spcBef>
                <a:spcPts val="0"/>
              </a:spcBef>
              <a:spcAft>
                <a:spcPts val="0"/>
              </a:spcAft>
              <a:buSzPts val="1200"/>
              <a:buChar char="●"/>
              <a:defRPr sz="1200"/>
            </a:lvl7pPr>
            <a:lvl8pPr indent="-304800" lvl="7" marL="3657600" rtl="0">
              <a:lnSpc>
                <a:spcPct val="125000"/>
              </a:lnSpc>
              <a:spcBef>
                <a:spcPts val="0"/>
              </a:spcBef>
              <a:spcAft>
                <a:spcPts val="0"/>
              </a:spcAft>
              <a:buSzPts val="1200"/>
              <a:buChar char="○"/>
              <a:defRPr sz="1200"/>
            </a:lvl8pPr>
            <a:lvl9pPr indent="-304800" lvl="8" marL="4114800" rtl="0">
              <a:lnSpc>
                <a:spcPct val="125000"/>
              </a:lnSpc>
              <a:spcBef>
                <a:spcPts val="0"/>
              </a:spcBef>
              <a:spcAft>
                <a:spcPts val="0"/>
              </a:spcAft>
              <a:buSzPts val="1200"/>
              <a:buChar char="■"/>
              <a:defRPr sz="1200"/>
            </a:lvl9pPr>
          </a:lstStyle>
          <a:p/>
        </p:txBody>
      </p:sp>
      <p:sp>
        <p:nvSpPr>
          <p:cNvPr id="76" name="Google Shape;76;p12"/>
          <p:cNvSpPr txBox="1"/>
          <p:nvPr>
            <p:ph idx="4" type="body"/>
          </p:nvPr>
        </p:nvSpPr>
        <p:spPr>
          <a:xfrm>
            <a:off x="6852975" y="2978800"/>
            <a:ext cx="1895100" cy="1479000"/>
          </a:xfrm>
          <a:prstGeom prst="rect">
            <a:avLst/>
          </a:prstGeom>
        </p:spPr>
        <p:txBody>
          <a:bodyPr anchorCtr="0" anchor="t" bIns="0" lIns="91425" spcFirstLastPara="1" rIns="91425" wrap="square" tIns="91425">
            <a:noAutofit/>
          </a:bodyPr>
          <a:lstStyle>
            <a:lvl1pPr indent="-304800" lvl="0" marL="457200" rtl="0">
              <a:lnSpc>
                <a:spcPct val="125000"/>
              </a:lnSpc>
              <a:spcBef>
                <a:spcPts val="0"/>
              </a:spcBef>
              <a:spcAft>
                <a:spcPts val="0"/>
              </a:spcAft>
              <a:buSzPts val="1200"/>
              <a:buChar char="●"/>
              <a:defRPr sz="1200"/>
            </a:lvl1pPr>
            <a:lvl2pPr indent="-304800" lvl="1" marL="914400" rtl="0">
              <a:lnSpc>
                <a:spcPct val="125000"/>
              </a:lnSpc>
              <a:spcBef>
                <a:spcPts val="0"/>
              </a:spcBef>
              <a:spcAft>
                <a:spcPts val="0"/>
              </a:spcAft>
              <a:buSzPts val="1200"/>
              <a:buChar char="○"/>
              <a:defRPr sz="1200"/>
            </a:lvl2pPr>
            <a:lvl3pPr indent="-304800" lvl="2" marL="1371600" rtl="0">
              <a:lnSpc>
                <a:spcPct val="125000"/>
              </a:lnSpc>
              <a:spcBef>
                <a:spcPts val="0"/>
              </a:spcBef>
              <a:spcAft>
                <a:spcPts val="0"/>
              </a:spcAft>
              <a:buSzPts val="1200"/>
              <a:buChar char="■"/>
              <a:defRPr sz="1200"/>
            </a:lvl3pPr>
            <a:lvl4pPr indent="-304800" lvl="3" marL="1828800" rtl="0">
              <a:lnSpc>
                <a:spcPct val="125000"/>
              </a:lnSpc>
              <a:spcBef>
                <a:spcPts val="0"/>
              </a:spcBef>
              <a:spcAft>
                <a:spcPts val="0"/>
              </a:spcAft>
              <a:buSzPts val="1200"/>
              <a:buChar char="●"/>
              <a:defRPr sz="1200"/>
            </a:lvl4pPr>
            <a:lvl5pPr indent="-304800" lvl="4" marL="2286000" rtl="0">
              <a:lnSpc>
                <a:spcPct val="125000"/>
              </a:lnSpc>
              <a:spcBef>
                <a:spcPts val="0"/>
              </a:spcBef>
              <a:spcAft>
                <a:spcPts val="0"/>
              </a:spcAft>
              <a:buSzPts val="1200"/>
              <a:buChar char="○"/>
              <a:defRPr sz="1200"/>
            </a:lvl5pPr>
            <a:lvl6pPr indent="-304800" lvl="5" marL="2743200" rtl="0">
              <a:lnSpc>
                <a:spcPct val="125000"/>
              </a:lnSpc>
              <a:spcBef>
                <a:spcPts val="0"/>
              </a:spcBef>
              <a:spcAft>
                <a:spcPts val="0"/>
              </a:spcAft>
              <a:buSzPts val="1200"/>
              <a:buChar char="■"/>
              <a:defRPr sz="1200"/>
            </a:lvl6pPr>
            <a:lvl7pPr indent="-304800" lvl="6" marL="3200400" rtl="0">
              <a:lnSpc>
                <a:spcPct val="125000"/>
              </a:lnSpc>
              <a:spcBef>
                <a:spcPts val="0"/>
              </a:spcBef>
              <a:spcAft>
                <a:spcPts val="0"/>
              </a:spcAft>
              <a:buSzPts val="1200"/>
              <a:buChar char="●"/>
              <a:defRPr sz="1200"/>
            </a:lvl7pPr>
            <a:lvl8pPr indent="-304800" lvl="7" marL="3657600" rtl="0">
              <a:lnSpc>
                <a:spcPct val="125000"/>
              </a:lnSpc>
              <a:spcBef>
                <a:spcPts val="0"/>
              </a:spcBef>
              <a:spcAft>
                <a:spcPts val="0"/>
              </a:spcAft>
              <a:buSzPts val="1200"/>
              <a:buChar char="○"/>
              <a:defRPr sz="1200"/>
            </a:lvl8pPr>
            <a:lvl9pPr indent="-304800" lvl="8" marL="4114800" rtl="0">
              <a:lnSpc>
                <a:spcPct val="125000"/>
              </a:lnSpc>
              <a:spcBef>
                <a:spcPts val="0"/>
              </a:spcBef>
              <a:spcAft>
                <a:spcPts val="0"/>
              </a:spcAft>
              <a:buSzPts val="1200"/>
              <a:buChar char="■"/>
              <a:defRPr sz="1200"/>
            </a:lvl9pPr>
          </a:lstStyle>
          <a:p/>
        </p:txBody>
      </p:sp>
      <p:sp>
        <p:nvSpPr>
          <p:cNvPr id="77" name="Google Shape;77;p12"/>
          <p:cNvSpPr/>
          <p:nvPr/>
        </p:nvSpPr>
        <p:spPr>
          <a:xfrm>
            <a:off x="0" y="0"/>
            <a:ext cx="9144000" cy="368700"/>
          </a:xfrm>
          <a:prstGeom prst="rect">
            <a:avLst/>
          </a:prstGeom>
          <a:solidFill>
            <a:srgbClr val="7B189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212121"/>
              </a:solidFill>
            </a:endParaRPr>
          </a:p>
        </p:txBody>
      </p:sp>
      <p:pic>
        <p:nvPicPr>
          <p:cNvPr id="78" name="Google Shape;78;p12"/>
          <p:cNvPicPr preferRelativeResize="0"/>
          <p:nvPr/>
        </p:nvPicPr>
        <p:blipFill rotWithShape="1">
          <a:blip r:embed="rId2">
            <a:alphaModFix/>
          </a:blip>
          <a:srcRect b="21394" l="5653" r="78268" t="21296"/>
          <a:stretch/>
        </p:blipFill>
        <p:spPr>
          <a:xfrm>
            <a:off x="8833925" y="60136"/>
            <a:ext cx="254899" cy="248436"/>
          </a:xfrm>
          <a:prstGeom prst="rect">
            <a:avLst/>
          </a:prstGeom>
          <a:noFill/>
          <a:ln>
            <a:noFill/>
          </a:ln>
        </p:spPr>
      </p:pic>
      <p:sp>
        <p:nvSpPr>
          <p:cNvPr id="79" name="Google Shape;79;p12"/>
          <p:cNvSpPr txBox="1"/>
          <p:nvPr>
            <p:ph type="title"/>
          </p:nvPr>
        </p:nvSpPr>
        <p:spPr>
          <a:xfrm>
            <a:off x="81800" y="0"/>
            <a:ext cx="8666400" cy="3687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600"/>
              <a:buNone/>
              <a:defRPr b="1" sz="1600">
                <a:solidFill>
                  <a:schemeClr val="lt1"/>
                </a:solidFill>
              </a:defRPr>
            </a:lvl1pPr>
            <a:lvl2pPr lvl="1" rtl="0">
              <a:spcBef>
                <a:spcPts val="0"/>
              </a:spcBef>
              <a:spcAft>
                <a:spcPts val="0"/>
              </a:spcAft>
              <a:buClr>
                <a:schemeClr val="lt1"/>
              </a:buClr>
              <a:buSzPts val="1600"/>
              <a:buNone/>
              <a:defRPr b="1" sz="1600">
                <a:solidFill>
                  <a:schemeClr val="lt1"/>
                </a:solidFill>
              </a:defRPr>
            </a:lvl2pPr>
            <a:lvl3pPr lvl="2" rtl="0">
              <a:spcBef>
                <a:spcPts val="0"/>
              </a:spcBef>
              <a:spcAft>
                <a:spcPts val="0"/>
              </a:spcAft>
              <a:buClr>
                <a:schemeClr val="lt1"/>
              </a:buClr>
              <a:buSzPts val="1600"/>
              <a:buNone/>
              <a:defRPr b="1" sz="1600">
                <a:solidFill>
                  <a:schemeClr val="lt1"/>
                </a:solidFill>
              </a:defRPr>
            </a:lvl3pPr>
            <a:lvl4pPr lvl="3" rtl="0">
              <a:spcBef>
                <a:spcPts val="0"/>
              </a:spcBef>
              <a:spcAft>
                <a:spcPts val="0"/>
              </a:spcAft>
              <a:buClr>
                <a:schemeClr val="lt1"/>
              </a:buClr>
              <a:buSzPts val="1600"/>
              <a:buNone/>
              <a:defRPr b="1" sz="1600">
                <a:solidFill>
                  <a:schemeClr val="lt1"/>
                </a:solidFill>
              </a:defRPr>
            </a:lvl4pPr>
            <a:lvl5pPr lvl="4" rtl="0">
              <a:spcBef>
                <a:spcPts val="0"/>
              </a:spcBef>
              <a:spcAft>
                <a:spcPts val="0"/>
              </a:spcAft>
              <a:buClr>
                <a:schemeClr val="lt1"/>
              </a:buClr>
              <a:buSzPts val="1600"/>
              <a:buNone/>
              <a:defRPr b="1" sz="1600">
                <a:solidFill>
                  <a:schemeClr val="lt1"/>
                </a:solidFill>
              </a:defRPr>
            </a:lvl5pPr>
            <a:lvl6pPr lvl="5" rtl="0">
              <a:spcBef>
                <a:spcPts val="0"/>
              </a:spcBef>
              <a:spcAft>
                <a:spcPts val="0"/>
              </a:spcAft>
              <a:buClr>
                <a:schemeClr val="lt1"/>
              </a:buClr>
              <a:buSzPts val="1600"/>
              <a:buNone/>
              <a:defRPr b="1" sz="1600">
                <a:solidFill>
                  <a:schemeClr val="lt1"/>
                </a:solidFill>
              </a:defRPr>
            </a:lvl6pPr>
            <a:lvl7pPr lvl="6" rtl="0">
              <a:spcBef>
                <a:spcPts val="0"/>
              </a:spcBef>
              <a:spcAft>
                <a:spcPts val="0"/>
              </a:spcAft>
              <a:buClr>
                <a:schemeClr val="lt1"/>
              </a:buClr>
              <a:buSzPts val="1600"/>
              <a:buNone/>
              <a:defRPr b="1" sz="1600">
                <a:solidFill>
                  <a:schemeClr val="lt1"/>
                </a:solidFill>
              </a:defRPr>
            </a:lvl7pPr>
            <a:lvl8pPr lvl="7" rtl="0">
              <a:spcBef>
                <a:spcPts val="0"/>
              </a:spcBef>
              <a:spcAft>
                <a:spcPts val="0"/>
              </a:spcAft>
              <a:buClr>
                <a:schemeClr val="lt1"/>
              </a:buClr>
              <a:buSzPts val="1600"/>
              <a:buNone/>
              <a:defRPr b="1" sz="1600">
                <a:solidFill>
                  <a:schemeClr val="lt1"/>
                </a:solidFill>
              </a:defRPr>
            </a:lvl8pPr>
            <a:lvl9pPr lvl="8" rtl="0">
              <a:spcBef>
                <a:spcPts val="0"/>
              </a:spcBef>
              <a:spcAft>
                <a:spcPts val="0"/>
              </a:spcAft>
              <a:buClr>
                <a:schemeClr val="lt1"/>
              </a:buClr>
              <a:buSzPts val="1600"/>
              <a:buNone/>
              <a:defRPr b="1" sz="1600">
                <a:solidFill>
                  <a:schemeClr val="lt1"/>
                </a:solidFill>
              </a:defRPr>
            </a:lvl9pPr>
          </a:lstStyle>
          <a:p/>
        </p:txBody>
      </p:sp>
      <p:sp>
        <p:nvSpPr>
          <p:cNvPr id="80" name="Google Shape;80;p12"/>
          <p:cNvSpPr/>
          <p:nvPr>
            <p:ph idx="5" type="pic"/>
          </p:nvPr>
        </p:nvSpPr>
        <p:spPr>
          <a:xfrm>
            <a:off x="1559125" y="1054925"/>
            <a:ext cx="1815000" cy="1136700"/>
          </a:xfrm>
          <a:prstGeom prst="rect">
            <a:avLst/>
          </a:prstGeom>
          <a:noFill/>
          <a:ln>
            <a:noFill/>
          </a:ln>
        </p:spPr>
      </p:sp>
      <p:sp>
        <p:nvSpPr>
          <p:cNvPr id="81" name="Google Shape;81;p12"/>
          <p:cNvSpPr/>
          <p:nvPr>
            <p:ph idx="6" type="pic"/>
          </p:nvPr>
        </p:nvSpPr>
        <p:spPr>
          <a:xfrm>
            <a:off x="5769863" y="1054925"/>
            <a:ext cx="1815000" cy="1136700"/>
          </a:xfrm>
          <a:prstGeom prst="rect">
            <a:avLst/>
          </a:prstGeom>
          <a:noFill/>
          <a:ln>
            <a:noFill/>
          </a:ln>
        </p:spPr>
      </p:sp>
      <p:sp>
        <p:nvSpPr>
          <p:cNvPr id="82" name="Google Shape;82;p12"/>
          <p:cNvSpPr txBox="1"/>
          <p:nvPr>
            <p:ph idx="7" type="subTitle"/>
          </p:nvPr>
        </p:nvSpPr>
        <p:spPr>
          <a:xfrm>
            <a:off x="496075" y="2368025"/>
            <a:ext cx="3941100" cy="310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000"/>
              <a:buNone/>
              <a:defRPr b="1" sz="1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83" name="Google Shape;83;p12"/>
          <p:cNvSpPr txBox="1"/>
          <p:nvPr>
            <p:ph idx="8" type="subTitle"/>
          </p:nvPr>
        </p:nvSpPr>
        <p:spPr>
          <a:xfrm>
            <a:off x="4706825" y="2368025"/>
            <a:ext cx="3941100" cy="310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000"/>
              <a:buNone/>
              <a:defRPr b="1" sz="1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2808">
          <p15:clr>
            <a:srgbClr val="E46962"/>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lumn – Stats">
  <p:cSld name="SECTION_TITLE_AND_DESCRIPTION_1_1_1">
    <p:spTree>
      <p:nvGrpSpPr>
        <p:cNvPr id="84" name="Shape 84"/>
        <p:cNvGrpSpPr/>
        <p:nvPr/>
      </p:nvGrpSpPr>
      <p:grpSpPr>
        <a:xfrm>
          <a:off x="0" y="0"/>
          <a:ext cx="0" cy="0"/>
          <a:chOff x="0" y="0"/>
          <a:chExt cx="0" cy="0"/>
        </a:xfrm>
      </p:grpSpPr>
      <p:sp>
        <p:nvSpPr>
          <p:cNvPr id="85" name="Google Shape;85;p13"/>
          <p:cNvSpPr txBox="1"/>
          <p:nvPr>
            <p:ph idx="1" type="body"/>
          </p:nvPr>
        </p:nvSpPr>
        <p:spPr>
          <a:xfrm>
            <a:off x="402325" y="2305600"/>
            <a:ext cx="1895100" cy="2025900"/>
          </a:xfrm>
          <a:prstGeom prst="rect">
            <a:avLst/>
          </a:prstGeom>
        </p:spPr>
        <p:txBody>
          <a:bodyPr anchorCtr="0" anchor="t" bIns="0" lIns="91425" spcFirstLastPara="1" rIns="91425" wrap="square" tIns="91425">
            <a:noAutofit/>
          </a:bodyPr>
          <a:lstStyle>
            <a:lvl1pPr indent="-304800" lvl="0" marL="457200" rtl="0">
              <a:lnSpc>
                <a:spcPct val="125000"/>
              </a:lnSpc>
              <a:spcBef>
                <a:spcPts val="0"/>
              </a:spcBef>
              <a:spcAft>
                <a:spcPts val="0"/>
              </a:spcAft>
              <a:buSzPts val="1200"/>
              <a:buChar char="●"/>
              <a:defRPr sz="1200"/>
            </a:lvl1pPr>
            <a:lvl2pPr indent="-304800" lvl="1" marL="914400" rtl="0">
              <a:lnSpc>
                <a:spcPct val="125000"/>
              </a:lnSpc>
              <a:spcBef>
                <a:spcPts val="0"/>
              </a:spcBef>
              <a:spcAft>
                <a:spcPts val="0"/>
              </a:spcAft>
              <a:buSzPts val="1200"/>
              <a:buChar char="○"/>
              <a:defRPr sz="1200"/>
            </a:lvl2pPr>
            <a:lvl3pPr indent="-304800" lvl="2" marL="1371600" rtl="0">
              <a:lnSpc>
                <a:spcPct val="125000"/>
              </a:lnSpc>
              <a:spcBef>
                <a:spcPts val="0"/>
              </a:spcBef>
              <a:spcAft>
                <a:spcPts val="0"/>
              </a:spcAft>
              <a:buSzPts val="1200"/>
              <a:buChar char="■"/>
              <a:defRPr sz="1200"/>
            </a:lvl3pPr>
            <a:lvl4pPr indent="-304800" lvl="3" marL="1828800" rtl="0">
              <a:lnSpc>
                <a:spcPct val="125000"/>
              </a:lnSpc>
              <a:spcBef>
                <a:spcPts val="0"/>
              </a:spcBef>
              <a:spcAft>
                <a:spcPts val="0"/>
              </a:spcAft>
              <a:buSzPts val="1200"/>
              <a:buChar char="●"/>
              <a:defRPr sz="1200"/>
            </a:lvl4pPr>
            <a:lvl5pPr indent="-304800" lvl="4" marL="2286000" rtl="0">
              <a:lnSpc>
                <a:spcPct val="125000"/>
              </a:lnSpc>
              <a:spcBef>
                <a:spcPts val="0"/>
              </a:spcBef>
              <a:spcAft>
                <a:spcPts val="0"/>
              </a:spcAft>
              <a:buSzPts val="1200"/>
              <a:buChar char="○"/>
              <a:defRPr sz="1200"/>
            </a:lvl5pPr>
            <a:lvl6pPr indent="-304800" lvl="5" marL="2743200" rtl="0">
              <a:lnSpc>
                <a:spcPct val="125000"/>
              </a:lnSpc>
              <a:spcBef>
                <a:spcPts val="0"/>
              </a:spcBef>
              <a:spcAft>
                <a:spcPts val="0"/>
              </a:spcAft>
              <a:buSzPts val="1200"/>
              <a:buChar char="■"/>
              <a:defRPr sz="1200"/>
            </a:lvl6pPr>
            <a:lvl7pPr indent="-304800" lvl="6" marL="3200400" rtl="0">
              <a:lnSpc>
                <a:spcPct val="125000"/>
              </a:lnSpc>
              <a:spcBef>
                <a:spcPts val="0"/>
              </a:spcBef>
              <a:spcAft>
                <a:spcPts val="0"/>
              </a:spcAft>
              <a:buSzPts val="1200"/>
              <a:buChar char="●"/>
              <a:defRPr sz="1200"/>
            </a:lvl7pPr>
            <a:lvl8pPr indent="-304800" lvl="7" marL="3657600" rtl="0">
              <a:lnSpc>
                <a:spcPct val="125000"/>
              </a:lnSpc>
              <a:spcBef>
                <a:spcPts val="0"/>
              </a:spcBef>
              <a:spcAft>
                <a:spcPts val="0"/>
              </a:spcAft>
              <a:buSzPts val="1200"/>
              <a:buChar char="○"/>
              <a:defRPr sz="1200"/>
            </a:lvl8pPr>
            <a:lvl9pPr indent="-304800" lvl="8" marL="4114800" rtl="0">
              <a:lnSpc>
                <a:spcPct val="125000"/>
              </a:lnSpc>
              <a:spcBef>
                <a:spcPts val="0"/>
              </a:spcBef>
              <a:spcAft>
                <a:spcPts val="0"/>
              </a:spcAft>
              <a:buSzPts val="1200"/>
              <a:buChar char="■"/>
              <a:defRPr sz="1200"/>
            </a:lvl9pPr>
          </a:lstStyle>
          <a:p/>
        </p:txBody>
      </p:sp>
      <p:sp>
        <p:nvSpPr>
          <p:cNvPr id="86" name="Google Shape;86;p13"/>
          <p:cNvSpPr txBox="1"/>
          <p:nvPr>
            <p:ph idx="2" type="body"/>
          </p:nvPr>
        </p:nvSpPr>
        <p:spPr>
          <a:xfrm>
            <a:off x="2552500" y="2305600"/>
            <a:ext cx="1895100" cy="2025900"/>
          </a:xfrm>
          <a:prstGeom prst="rect">
            <a:avLst/>
          </a:prstGeom>
        </p:spPr>
        <p:txBody>
          <a:bodyPr anchorCtr="0" anchor="t" bIns="0" lIns="91425" spcFirstLastPara="1" rIns="91425" wrap="square" tIns="91425">
            <a:noAutofit/>
          </a:bodyPr>
          <a:lstStyle>
            <a:lvl1pPr indent="-304800" lvl="0" marL="457200" rtl="0">
              <a:lnSpc>
                <a:spcPct val="125000"/>
              </a:lnSpc>
              <a:spcBef>
                <a:spcPts val="0"/>
              </a:spcBef>
              <a:spcAft>
                <a:spcPts val="0"/>
              </a:spcAft>
              <a:buSzPts val="1200"/>
              <a:buChar char="●"/>
              <a:defRPr sz="1200"/>
            </a:lvl1pPr>
            <a:lvl2pPr indent="-304800" lvl="1" marL="914400" rtl="0">
              <a:lnSpc>
                <a:spcPct val="125000"/>
              </a:lnSpc>
              <a:spcBef>
                <a:spcPts val="0"/>
              </a:spcBef>
              <a:spcAft>
                <a:spcPts val="0"/>
              </a:spcAft>
              <a:buSzPts val="1200"/>
              <a:buChar char="○"/>
              <a:defRPr sz="1200"/>
            </a:lvl2pPr>
            <a:lvl3pPr indent="-304800" lvl="2" marL="1371600" rtl="0">
              <a:lnSpc>
                <a:spcPct val="125000"/>
              </a:lnSpc>
              <a:spcBef>
                <a:spcPts val="0"/>
              </a:spcBef>
              <a:spcAft>
                <a:spcPts val="0"/>
              </a:spcAft>
              <a:buSzPts val="1200"/>
              <a:buChar char="■"/>
              <a:defRPr sz="1200"/>
            </a:lvl3pPr>
            <a:lvl4pPr indent="-304800" lvl="3" marL="1828800" rtl="0">
              <a:lnSpc>
                <a:spcPct val="125000"/>
              </a:lnSpc>
              <a:spcBef>
                <a:spcPts val="0"/>
              </a:spcBef>
              <a:spcAft>
                <a:spcPts val="0"/>
              </a:spcAft>
              <a:buSzPts val="1200"/>
              <a:buChar char="●"/>
              <a:defRPr sz="1200"/>
            </a:lvl4pPr>
            <a:lvl5pPr indent="-304800" lvl="4" marL="2286000" rtl="0">
              <a:lnSpc>
                <a:spcPct val="125000"/>
              </a:lnSpc>
              <a:spcBef>
                <a:spcPts val="0"/>
              </a:spcBef>
              <a:spcAft>
                <a:spcPts val="0"/>
              </a:spcAft>
              <a:buSzPts val="1200"/>
              <a:buChar char="○"/>
              <a:defRPr sz="1200"/>
            </a:lvl5pPr>
            <a:lvl6pPr indent="-304800" lvl="5" marL="2743200" rtl="0">
              <a:lnSpc>
                <a:spcPct val="125000"/>
              </a:lnSpc>
              <a:spcBef>
                <a:spcPts val="0"/>
              </a:spcBef>
              <a:spcAft>
                <a:spcPts val="0"/>
              </a:spcAft>
              <a:buSzPts val="1200"/>
              <a:buChar char="■"/>
              <a:defRPr sz="1200"/>
            </a:lvl6pPr>
            <a:lvl7pPr indent="-304800" lvl="6" marL="3200400" rtl="0">
              <a:lnSpc>
                <a:spcPct val="125000"/>
              </a:lnSpc>
              <a:spcBef>
                <a:spcPts val="0"/>
              </a:spcBef>
              <a:spcAft>
                <a:spcPts val="0"/>
              </a:spcAft>
              <a:buSzPts val="1200"/>
              <a:buChar char="●"/>
              <a:defRPr sz="1200"/>
            </a:lvl7pPr>
            <a:lvl8pPr indent="-304800" lvl="7" marL="3657600" rtl="0">
              <a:lnSpc>
                <a:spcPct val="125000"/>
              </a:lnSpc>
              <a:spcBef>
                <a:spcPts val="0"/>
              </a:spcBef>
              <a:spcAft>
                <a:spcPts val="0"/>
              </a:spcAft>
              <a:buSzPts val="1200"/>
              <a:buChar char="○"/>
              <a:defRPr sz="1200"/>
            </a:lvl8pPr>
            <a:lvl9pPr indent="-304800" lvl="8" marL="4114800" rtl="0">
              <a:lnSpc>
                <a:spcPct val="125000"/>
              </a:lnSpc>
              <a:spcBef>
                <a:spcPts val="0"/>
              </a:spcBef>
              <a:spcAft>
                <a:spcPts val="0"/>
              </a:spcAft>
              <a:buSzPts val="1200"/>
              <a:buChar char="■"/>
              <a:defRPr sz="1200"/>
            </a:lvl9pPr>
          </a:lstStyle>
          <a:p/>
        </p:txBody>
      </p:sp>
      <p:sp>
        <p:nvSpPr>
          <p:cNvPr id="87" name="Google Shape;87;p13"/>
          <p:cNvSpPr txBox="1"/>
          <p:nvPr>
            <p:ph idx="3" type="body"/>
          </p:nvPr>
        </p:nvSpPr>
        <p:spPr>
          <a:xfrm>
            <a:off x="4702700" y="2305600"/>
            <a:ext cx="1895100" cy="2025900"/>
          </a:xfrm>
          <a:prstGeom prst="rect">
            <a:avLst/>
          </a:prstGeom>
        </p:spPr>
        <p:txBody>
          <a:bodyPr anchorCtr="0" anchor="t" bIns="0" lIns="91425" spcFirstLastPara="1" rIns="91425" wrap="square" tIns="91425">
            <a:noAutofit/>
          </a:bodyPr>
          <a:lstStyle>
            <a:lvl1pPr indent="-304800" lvl="0" marL="457200" rtl="0">
              <a:lnSpc>
                <a:spcPct val="125000"/>
              </a:lnSpc>
              <a:spcBef>
                <a:spcPts val="0"/>
              </a:spcBef>
              <a:spcAft>
                <a:spcPts val="0"/>
              </a:spcAft>
              <a:buSzPts val="1200"/>
              <a:buChar char="●"/>
              <a:defRPr sz="1200"/>
            </a:lvl1pPr>
            <a:lvl2pPr indent="-304800" lvl="1" marL="914400" rtl="0">
              <a:lnSpc>
                <a:spcPct val="125000"/>
              </a:lnSpc>
              <a:spcBef>
                <a:spcPts val="0"/>
              </a:spcBef>
              <a:spcAft>
                <a:spcPts val="0"/>
              </a:spcAft>
              <a:buSzPts val="1200"/>
              <a:buChar char="○"/>
              <a:defRPr sz="1200"/>
            </a:lvl2pPr>
            <a:lvl3pPr indent="-304800" lvl="2" marL="1371600" rtl="0">
              <a:lnSpc>
                <a:spcPct val="125000"/>
              </a:lnSpc>
              <a:spcBef>
                <a:spcPts val="0"/>
              </a:spcBef>
              <a:spcAft>
                <a:spcPts val="0"/>
              </a:spcAft>
              <a:buSzPts val="1200"/>
              <a:buChar char="■"/>
              <a:defRPr sz="1200"/>
            </a:lvl3pPr>
            <a:lvl4pPr indent="-304800" lvl="3" marL="1828800" rtl="0">
              <a:lnSpc>
                <a:spcPct val="125000"/>
              </a:lnSpc>
              <a:spcBef>
                <a:spcPts val="0"/>
              </a:spcBef>
              <a:spcAft>
                <a:spcPts val="0"/>
              </a:spcAft>
              <a:buSzPts val="1200"/>
              <a:buChar char="●"/>
              <a:defRPr sz="1200"/>
            </a:lvl4pPr>
            <a:lvl5pPr indent="-304800" lvl="4" marL="2286000" rtl="0">
              <a:lnSpc>
                <a:spcPct val="125000"/>
              </a:lnSpc>
              <a:spcBef>
                <a:spcPts val="0"/>
              </a:spcBef>
              <a:spcAft>
                <a:spcPts val="0"/>
              </a:spcAft>
              <a:buSzPts val="1200"/>
              <a:buChar char="○"/>
              <a:defRPr sz="1200"/>
            </a:lvl5pPr>
            <a:lvl6pPr indent="-304800" lvl="5" marL="2743200" rtl="0">
              <a:lnSpc>
                <a:spcPct val="125000"/>
              </a:lnSpc>
              <a:spcBef>
                <a:spcPts val="0"/>
              </a:spcBef>
              <a:spcAft>
                <a:spcPts val="0"/>
              </a:spcAft>
              <a:buSzPts val="1200"/>
              <a:buChar char="■"/>
              <a:defRPr sz="1200"/>
            </a:lvl6pPr>
            <a:lvl7pPr indent="-304800" lvl="6" marL="3200400" rtl="0">
              <a:lnSpc>
                <a:spcPct val="125000"/>
              </a:lnSpc>
              <a:spcBef>
                <a:spcPts val="0"/>
              </a:spcBef>
              <a:spcAft>
                <a:spcPts val="0"/>
              </a:spcAft>
              <a:buSzPts val="1200"/>
              <a:buChar char="●"/>
              <a:defRPr sz="1200"/>
            </a:lvl7pPr>
            <a:lvl8pPr indent="-304800" lvl="7" marL="3657600" rtl="0">
              <a:lnSpc>
                <a:spcPct val="125000"/>
              </a:lnSpc>
              <a:spcBef>
                <a:spcPts val="0"/>
              </a:spcBef>
              <a:spcAft>
                <a:spcPts val="0"/>
              </a:spcAft>
              <a:buSzPts val="1200"/>
              <a:buChar char="○"/>
              <a:defRPr sz="1200"/>
            </a:lvl8pPr>
            <a:lvl9pPr indent="-304800" lvl="8" marL="4114800" rtl="0">
              <a:lnSpc>
                <a:spcPct val="125000"/>
              </a:lnSpc>
              <a:spcBef>
                <a:spcPts val="0"/>
              </a:spcBef>
              <a:spcAft>
                <a:spcPts val="0"/>
              </a:spcAft>
              <a:buSzPts val="1200"/>
              <a:buChar char="■"/>
              <a:defRPr sz="1200"/>
            </a:lvl9pPr>
          </a:lstStyle>
          <a:p/>
        </p:txBody>
      </p:sp>
      <p:sp>
        <p:nvSpPr>
          <p:cNvPr id="88" name="Google Shape;88;p13"/>
          <p:cNvSpPr txBox="1"/>
          <p:nvPr>
            <p:ph idx="4" type="body"/>
          </p:nvPr>
        </p:nvSpPr>
        <p:spPr>
          <a:xfrm>
            <a:off x="6852975" y="2305600"/>
            <a:ext cx="1895100" cy="2025900"/>
          </a:xfrm>
          <a:prstGeom prst="rect">
            <a:avLst/>
          </a:prstGeom>
        </p:spPr>
        <p:txBody>
          <a:bodyPr anchorCtr="0" anchor="t" bIns="0" lIns="91425" spcFirstLastPara="1" rIns="91425" wrap="square" tIns="91425">
            <a:noAutofit/>
          </a:bodyPr>
          <a:lstStyle>
            <a:lvl1pPr indent="-304800" lvl="0" marL="457200" rtl="0">
              <a:lnSpc>
                <a:spcPct val="125000"/>
              </a:lnSpc>
              <a:spcBef>
                <a:spcPts val="0"/>
              </a:spcBef>
              <a:spcAft>
                <a:spcPts val="0"/>
              </a:spcAft>
              <a:buSzPts val="1200"/>
              <a:buChar char="●"/>
              <a:defRPr sz="1200"/>
            </a:lvl1pPr>
            <a:lvl2pPr indent="-304800" lvl="1" marL="914400" rtl="0">
              <a:lnSpc>
                <a:spcPct val="125000"/>
              </a:lnSpc>
              <a:spcBef>
                <a:spcPts val="0"/>
              </a:spcBef>
              <a:spcAft>
                <a:spcPts val="0"/>
              </a:spcAft>
              <a:buSzPts val="1200"/>
              <a:buChar char="○"/>
              <a:defRPr sz="1200"/>
            </a:lvl2pPr>
            <a:lvl3pPr indent="-304800" lvl="2" marL="1371600" rtl="0">
              <a:lnSpc>
                <a:spcPct val="125000"/>
              </a:lnSpc>
              <a:spcBef>
                <a:spcPts val="0"/>
              </a:spcBef>
              <a:spcAft>
                <a:spcPts val="0"/>
              </a:spcAft>
              <a:buSzPts val="1200"/>
              <a:buChar char="■"/>
              <a:defRPr sz="1200"/>
            </a:lvl3pPr>
            <a:lvl4pPr indent="-304800" lvl="3" marL="1828800" rtl="0">
              <a:lnSpc>
                <a:spcPct val="125000"/>
              </a:lnSpc>
              <a:spcBef>
                <a:spcPts val="0"/>
              </a:spcBef>
              <a:spcAft>
                <a:spcPts val="0"/>
              </a:spcAft>
              <a:buSzPts val="1200"/>
              <a:buChar char="●"/>
              <a:defRPr sz="1200"/>
            </a:lvl4pPr>
            <a:lvl5pPr indent="-304800" lvl="4" marL="2286000" rtl="0">
              <a:lnSpc>
                <a:spcPct val="125000"/>
              </a:lnSpc>
              <a:spcBef>
                <a:spcPts val="0"/>
              </a:spcBef>
              <a:spcAft>
                <a:spcPts val="0"/>
              </a:spcAft>
              <a:buSzPts val="1200"/>
              <a:buChar char="○"/>
              <a:defRPr sz="1200"/>
            </a:lvl5pPr>
            <a:lvl6pPr indent="-304800" lvl="5" marL="2743200" rtl="0">
              <a:lnSpc>
                <a:spcPct val="125000"/>
              </a:lnSpc>
              <a:spcBef>
                <a:spcPts val="0"/>
              </a:spcBef>
              <a:spcAft>
                <a:spcPts val="0"/>
              </a:spcAft>
              <a:buSzPts val="1200"/>
              <a:buChar char="■"/>
              <a:defRPr sz="1200"/>
            </a:lvl6pPr>
            <a:lvl7pPr indent="-304800" lvl="6" marL="3200400" rtl="0">
              <a:lnSpc>
                <a:spcPct val="125000"/>
              </a:lnSpc>
              <a:spcBef>
                <a:spcPts val="0"/>
              </a:spcBef>
              <a:spcAft>
                <a:spcPts val="0"/>
              </a:spcAft>
              <a:buSzPts val="1200"/>
              <a:buChar char="●"/>
              <a:defRPr sz="1200"/>
            </a:lvl7pPr>
            <a:lvl8pPr indent="-304800" lvl="7" marL="3657600" rtl="0">
              <a:lnSpc>
                <a:spcPct val="125000"/>
              </a:lnSpc>
              <a:spcBef>
                <a:spcPts val="0"/>
              </a:spcBef>
              <a:spcAft>
                <a:spcPts val="0"/>
              </a:spcAft>
              <a:buSzPts val="1200"/>
              <a:buChar char="○"/>
              <a:defRPr sz="1200"/>
            </a:lvl8pPr>
            <a:lvl9pPr indent="-304800" lvl="8" marL="4114800" rtl="0">
              <a:lnSpc>
                <a:spcPct val="125000"/>
              </a:lnSpc>
              <a:spcBef>
                <a:spcPts val="0"/>
              </a:spcBef>
              <a:spcAft>
                <a:spcPts val="0"/>
              </a:spcAft>
              <a:buSzPts val="1200"/>
              <a:buChar char="■"/>
              <a:defRPr sz="1200"/>
            </a:lvl9pPr>
          </a:lstStyle>
          <a:p/>
        </p:txBody>
      </p:sp>
      <p:sp>
        <p:nvSpPr>
          <p:cNvPr id="89" name="Google Shape;89;p13"/>
          <p:cNvSpPr/>
          <p:nvPr/>
        </p:nvSpPr>
        <p:spPr>
          <a:xfrm>
            <a:off x="0" y="0"/>
            <a:ext cx="9144000" cy="368700"/>
          </a:xfrm>
          <a:prstGeom prst="rect">
            <a:avLst/>
          </a:prstGeom>
          <a:solidFill>
            <a:srgbClr val="7B189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212121"/>
              </a:solidFill>
            </a:endParaRPr>
          </a:p>
        </p:txBody>
      </p:sp>
      <p:pic>
        <p:nvPicPr>
          <p:cNvPr id="90" name="Google Shape;90;p13"/>
          <p:cNvPicPr preferRelativeResize="0"/>
          <p:nvPr/>
        </p:nvPicPr>
        <p:blipFill rotWithShape="1">
          <a:blip r:embed="rId2">
            <a:alphaModFix/>
          </a:blip>
          <a:srcRect b="21394" l="5653" r="78268" t="21296"/>
          <a:stretch/>
        </p:blipFill>
        <p:spPr>
          <a:xfrm>
            <a:off x="8833925" y="60136"/>
            <a:ext cx="254899" cy="248436"/>
          </a:xfrm>
          <a:prstGeom prst="rect">
            <a:avLst/>
          </a:prstGeom>
          <a:noFill/>
          <a:ln>
            <a:noFill/>
          </a:ln>
        </p:spPr>
      </p:pic>
      <p:sp>
        <p:nvSpPr>
          <p:cNvPr id="91" name="Google Shape;91;p13"/>
          <p:cNvSpPr txBox="1"/>
          <p:nvPr>
            <p:ph type="title"/>
          </p:nvPr>
        </p:nvSpPr>
        <p:spPr>
          <a:xfrm>
            <a:off x="81800" y="0"/>
            <a:ext cx="8666400" cy="3687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600"/>
              <a:buNone/>
              <a:defRPr b="1" sz="1600">
                <a:solidFill>
                  <a:schemeClr val="lt1"/>
                </a:solidFill>
              </a:defRPr>
            </a:lvl1pPr>
            <a:lvl2pPr lvl="1" rtl="0">
              <a:spcBef>
                <a:spcPts val="0"/>
              </a:spcBef>
              <a:spcAft>
                <a:spcPts val="0"/>
              </a:spcAft>
              <a:buClr>
                <a:schemeClr val="lt1"/>
              </a:buClr>
              <a:buSzPts val="1600"/>
              <a:buNone/>
              <a:defRPr b="1" sz="1600">
                <a:solidFill>
                  <a:schemeClr val="lt1"/>
                </a:solidFill>
              </a:defRPr>
            </a:lvl2pPr>
            <a:lvl3pPr lvl="2" rtl="0">
              <a:spcBef>
                <a:spcPts val="0"/>
              </a:spcBef>
              <a:spcAft>
                <a:spcPts val="0"/>
              </a:spcAft>
              <a:buClr>
                <a:schemeClr val="lt1"/>
              </a:buClr>
              <a:buSzPts val="1600"/>
              <a:buNone/>
              <a:defRPr b="1" sz="1600">
                <a:solidFill>
                  <a:schemeClr val="lt1"/>
                </a:solidFill>
              </a:defRPr>
            </a:lvl3pPr>
            <a:lvl4pPr lvl="3" rtl="0">
              <a:spcBef>
                <a:spcPts val="0"/>
              </a:spcBef>
              <a:spcAft>
                <a:spcPts val="0"/>
              </a:spcAft>
              <a:buClr>
                <a:schemeClr val="lt1"/>
              </a:buClr>
              <a:buSzPts val="1600"/>
              <a:buNone/>
              <a:defRPr b="1" sz="1600">
                <a:solidFill>
                  <a:schemeClr val="lt1"/>
                </a:solidFill>
              </a:defRPr>
            </a:lvl4pPr>
            <a:lvl5pPr lvl="4" rtl="0">
              <a:spcBef>
                <a:spcPts val="0"/>
              </a:spcBef>
              <a:spcAft>
                <a:spcPts val="0"/>
              </a:spcAft>
              <a:buClr>
                <a:schemeClr val="lt1"/>
              </a:buClr>
              <a:buSzPts val="1600"/>
              <a:buNone/>
              <a:defRPr b="1" sz="1600">
                <a:solidFill>
                  <a:schemeClr val="lt1"/>
                </a:solidFill>
              </a:defRPr>
            </a:lvl5pPr>
            <a:lvl6pPr lvl="5" rtl="0">
              <a:spcBef>
                <a:spcPts val="0"/>
              </a:spcBef>
              <a:spcAft>
                <a:spcPts val="0"/>
              </a:spcAft>
              <a:buClr>
                <a:schemeClr val="lt1"/>
              </a:buClr>
              <a:buSzPts val="1600"/>
              <a:buNone/>
              <a:defRPr b="1" sz="1600">
                <a:solidFill>
                  <a:schemeClr val="lt1"/>
                </a:solidFill>
              </a:defRPr>
            </a:lvl6pPr>
            <a:lvl7pPr lvl="6" rtl="0">
              <a:spcBef>
                <a:spcPts val="0"/>
              </a:spcBef>
              <a:spcAft>
                <a:spcPts val="0"/>
              </a:spcAft>
              <a:buClr>
                <a:schemeClr val="lt1"/>
              </a:buClr>
              <a:buSzPts val="1600"/>
              <a:buNone/>
              <a:defRPr b="1" sz="1600">
                <a:solidFill>
                  <a:schemeClr val="lt1"/>
                </a:solidFill>
              </a:defRPr>
            </a:lvl7pPr>
            <a:lvl8pPr lvl="7" rtl="0">
              <a:spcBef>
                <a:spcPts val="0"/>
              </a:spcBef>
              <a:spcAft>
                <a:spcPts val="0"/>
              </a:spcAft>
              <a:buClr>
                <a:schemeClr val="lt1"/>
              </a:buClr>
              <a:buSzPts val="1600"/>
              <a:buNone/>
              <a:defRPr b="1" sz="1600">
                <a:solidFill>
                  <a:schemeClr val="lt1"/>
                </a:solidFill>
              </a:defRPr>
            </a:lvl8pPr>
            <a:lvl9pPr lvl="8" rtl="0">
              <a:spcBef>
                <a:spcPts val="0"/>
              </a:spcBef>
              <a:spcAft>
                <a:spcPts val="0"/>
              </a:spcAft>
              <a:buClr>
                <a:schemeClr val="lt1"/>
              </a:buClr>
              <a:buSzPts val="1600"/>
              <a:buNone/>
              <a:defRPr b="1" sz="1600">
                <a:solidFill>
                  <a:schemeClr val="lt1"/>
                </a:solidFill>
              </a:defRPr>
            </a:lvl9pPr>
          </a:lstStyle>
          <a:p/>
        </p:txBody>
      </p:sp>
      <p:sp>
        <p:nvSpPr>
          <p:cNvPr id="92" name="Google Shape;92;p13"/>
          <p:cNvSpPr txBox="1"/>
          <p:nvPr>
            <p:ph idx="5" type="title"/>
          </p:nvPr>
        </p:nvSpPr>
        <p:spPr>
          <a:xfrm>
            <a:off x="400300" y="1609344"/>
            <a:ext cx="1892700" cy="685800"/>
          </a:xfrm>
          <a:prstGeom prst="rect">
            <a:avLst/>
          </a:prstGeom>
        </p:spPr>
        <p:txBody>
          <a:bodyPr anchorCtr="0" anchor="ctr" bIns="91425" lIns="91425" spcFirstLastPara="1" rIns="91425" wrap="square" tIns="91425">
            <a:noAutofit/>
          </a:bodyPr>
          <a:lstStyle>
            <a:lvl1pPr lvl="0">
              <a:spcBef>
                <a:spcPts val="0"/>
              </a:spcBef>
              <a:spcAft>
                <a:spcPts val="0"/>
              </a:spcAft>
              <a:buSzPts val="5100"/>
              <a:buNone/>
              <a:defRPr sz="51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3" name="Google Shape;93;p13"/>
          <p:cNvSpPr txBox="1"/>
          <p:nvPr>
            <p:ph idx="6" type="title"/>
          </p:nvPr>
        </p:nvSpPr>
        <p:spPr>
          <a:xfrm>
            <a:off x="4700763" y="1609350"/>
            <a:ext cx="1892700" cy="685800"/>
          </a:xfrm>
          <a:prstGeom prst="rect">
            <a:avLst/>
          </a:prstGeom>
        </p:spPr>
        <p:txBody>
          <a:bodyPr anchorCtr="0" anchor="ctr" bIns="91425" lIns="91425" spcFirstLastPara="1" rIns="91425" wrap="square" tIns="91425">
            <a:noAutofit/>
          </a:bodyPr>
          <a:lstStyle>
            <a:lvl1pPr lvl="0">
              <a:spcBef>
                <a:spcPts val="0"/>
              </a:spcBef>
              <a:spcAft>
                <a:spcPts val="0"/>
              </a:spcAft>
              <a:buSzPts val="5100"/>
              <a:buNone/>
              <a:defRPr sz="5100"/>
            </a:lvl1pPr>
            <a:lvl2pPr lvl="1">
              <a:spcBef>
                <a:spcPts val="0"/>
              </a:spcBef>
              <a:spcAft>
                <a:spcPts val="0"/>
              </a:spcAft>
              <a:buSzPts val="5100"/>
              <a:buNone/>
              <a:defRPr sz="5100"/>
            </a:lvl2pPr>
            <a:lvl3pPr lvl="2">
              <a:spcBef>
                <a:spcPts val="0"/>
              </a:spcBef>
              <a:spcAft>
                <a:spcPts val="0"/>
              </a:spcAft>
              <a:buSzPts val="5100"/>
              <a:buNone/>
              <a:defRPr sz="5100"/>
            </a:lvl3pPr>
            <a:lvl4pPr lvl="3">
              <a:spcBef>
                <a:spcPts val="0"/>
              </a:spcBef>
              <a:spcAft>
                <a:spcPts val="0"/>
              </a:spcAft>
              <a:buSzPts val="5100"/>
              <a:buNone/>
              <a:defRPr sz="5100"/>
            </a:lvl4pPr>
            <a:lvl5pPr lvl="4">
              <a:spcBef>
                <a:spcPts val="0"/>
              </a:spcBef>
              <a:spcAft>
                <a:spcPts val="0"/>
              </a:spcAft>
              <a:buSzPts val="5100"/>
              <a:buNone/>
              <a:defRPr sz="5100"/>
            </a:lvl5pPr>
            <a:lvl6pPr lvl="5">
              <a:spcBef>
                <a:spcPts val="0"/>
              </a:spcBef>
              <a:spcAft>
                <a:spcPts val="0"/>
              </a:spcAft>
              <a:buSzPts val="5100"/>
              <a:buNone/>
              <a:defRPr sz="5100"/>
            </a:lvl6pPr>
            <a:lvl7pPr lvl="6">
              <a:spcBef>
                <a:spcPts val="0"/>
              </a:spcBef>
              <a:spcAft>
                <a:spcPts val="0"/>
              </a:spcAft>
              <a:buSzPts val="5100"/>
              <a:buNone/>
              <a:defRPr sz="5100"/>
            </a:lvl7pPr>
            <a:lvl8pPr lvl="7">
              <a:spcBef>
                <a:spcPts val="0"/>
              </a:spcBef>
              <a:spcAft>
                <a:spcPts val="0"/>
              </a:spcAft>
              <a:buSzPts val="5100"/>
              <a:buNone/>
              <a:defRPr sz="5100"/>
            </a:lvl8pPr>
            <a:lvl9pPr lvl="8">
              <a:spcBef>
                <a:spcPts val="0"/>
              </a:spcBef>
              <a:spcAft>
                <a:spcPts val="0"/>
              </a:spcAft>
              <a:buSzPts val="5100"/>
              <a:buNone/>
              <a:defRPr sz="5100"/>
            </a:lvl9pPr>
          </a:lstStyle>
          <a:p/>
        </p:txBody>
      </p:sp>
      <p:sp>
        <p:nvSpPr>
          <p:cNvPr id="94" name="Google Shape;94;p13"/>
          <p:cNvSpPr txBox="1"/>
          <p:nvPr>
            <p:ph idx="7" type="title"/>
          </p:nvPr>
        </p:nvSpPr>
        <p:spPr>
          <a:xfrm>
            <a:off x="6849725" y="1609350"/>
            <a:ext cx="1892700" cy="685800"/>
          </a:xfrm>
          <a:prstGeom prst="rect">
            <a:avLst/>
          </a:prstGeom>
        </p:spPr>
        <p:txBody>
          <a:bodyPr anchorCtr="0" anchor="ctr" bIns="91425" lIns="91425" spcFirstLastPara="1" rIns="91425" wrap="square" tIns="91425">
            <a:noAutofit/>
          </a:bodyPr>
          <a:lstStyle>
            <a:lvl1pPr lvl="0">
              <a:spcBef>
                <a:spcPts val="0"/>
              </a:spcBef>
              <a:spcAft>
                <a:spcPts val="0"/>
              </a:spcAft>
              <a:buSzPts val="5100"/>
              <a:buNone/>
              <a:defRPr sz="5100"/>
            </a:lvl1pPr>
            <a:lvl2pPr lvl="1">
              <a:spcBef>
                <a:spcPts val="0"/>
              </a:spcBef>
              <a:spcAft>
                <a:spcPts val="0"/>
              </a:spcAft>
              <a:buSzPts val="5100"/>
              <a:buNone/>
              <a:defRPr sz="5100"/>
            </a:lvl2pPr>
            <a:lvl3pPr lvl="2">
              <a:spcBef>
                <a:spcPts val="0"/>
              </a:spcBef>
              <a:spcAft>
                <a:spcPts val="0"/>
              </a:spcAft>
              <a:buSzPts val="5100"/>
              <a:buNone/>
              <a:defRPr sz="5100"/>
            </a:lvl3pPr>
            <a:lvl4pPr lvl="3">
              <a:spcBef>
                <a:spcPts val="0"/>
              </a:spcBef>
              <a:spcAft>
                <a:spcPts val="0"/>
              </a:spcAft>
              <a:buSzPts val="5100"/>
              <a:buNone/>
              <a:defRPr sz="5100"/>
            </a:lvl4pPr>
            <a:lvl5pPr lvl="4">
              <a:spcBef>
                <a:spcPts val="0"/>
              </a:spcBef>
              <a:spcAft>
                <a:spcPts val="0"/>
              </a:spcAft>
              <a:buSzPts val="5100"/>
              <a:buNone/>
              <a:defRPr sz="5100"/>
            </a:lvl5pPr>
            <a:lvl6pPr lvl="5">
              <a:spcBef>
                <a:spcPts val="0"/>
              </a:spcBef>
              <a:spcAft>
                <a:spcPts val="0"/>
              </a:spcAft>
              <a:buSzPts val="5100"/>
              <a:buNone/>
              <a:defRPr sz="5100"/>
            </a:lvl6pPr>
            <a:lvl7pPr lvl="6">
              <a:spcBef>
                <a:spcPts val="0"/>
              </a:spcBef>
              <a:spcAft>
                <a:spcPts val="0"/>
              </a:spcAft>
              <a:buSzPts val="5100"/>
              <a:buNone/>
              <a:defRPr sz="5100"/>
            </a:lvl7pPr>
            <a:lvl8pPr lvl="7">
              <a:spcBef>
                <a:spcPts val="0"/>
              </a:spcBef>
              <a:spcAft>
                <a:spcPts val="0"/>
              </a:spcAft>
              <a:buSzPts val="5100"/>
              <a:buNone/>
              <a:defRPr sz="5100"/>
            </a:lvl8pPr>
            <a:lvl9pPr lvl="8">
              <a:spcBef>
                <a:spcPts val="0"/>
              </a:spcBef>
              <a:spcAft>
                <a:spcPts val="0"/>
              </a:spcAft>
              <a:buSzPts val="5100"/>
              <a:buNone/>
              <a:defRPr sz="5100"/>
            </a:lvl9pPr>
          </a:lstStyle>
          <a:p/>
        </p:txBody>
      </p:sp>
      <p:sp>
        <p:nvSpPr>
          <p:cNvPr id="95" name="Google Shape;95;p13"/>
          <p:cNvSpPr txBox="1"/>
          <p:nvPr>
            <p:ph idx="8" type="title"/>
          </p:nvPr>
        </p:nvSpPr>
        <p:spPr>
          <a:xfrm>
            <a:off x="2549913" y="1609350"/>
            <a:ext cx="1892700" cy="685800"/>
          </a:xfrm>
          <a:prstGeom prst="rect">
            <a:avLst/>
          </a:prstGeom>
        </p:spPr>
        <p:txBody>
          <a:bodyPr anchorCtr="0" anchor="ctr" bIns="91425" lIns="91425" spcFirstLastPara="1" rIns="91425" wrap="square" tIns="91425">
            <a:noAutofit/>
          </a:bodyPr>
          <a:lstStyle>
            <a:lvl1pPr lvl="0">
              <a:spcBef>
                <a:spcPts val="0"/>
              </a:spcBef>
              <a:spcAft>
                <a:spcPts val="0"/>
              </a:spcAft>
              <a:buSzPts val="5100"/>
              <a:buNone/>
              <a:defRPr sz="5100"/>
            </a:lvl1pPr>
            <a:lvl2pPr lvl="1">
              <a:spcBef>
                <a:spcPts val="0"/>
              </a:spcBef>
              <a:spcAft>
                <a:spcPts val="0"/>
              </a:spcAft>
              <a:buSzPts val="5100"/>
              <a:buNone/>
              <a:defRPr sz="5100"/>
            </a:lvl2pPr>
            <a:lvl3pPr lvl="2">
              <a:spcBef>
                <a:spcPts val="0"/>
              </a:spcBef>
              <a:spcAft>
                <a:spcPts val="0"/>
              </a:spcAft>
              <a:buSzPts val="5100"/>
              <a:buNone/>
              <a:defRPr sz="5100"/>
            </a:lvl3pPr>
            <a:lvl4pPr lvl="3">
              <a:spcBef>
                <a:spcPts val="0"/>
              </a:spcBef>
              <a:spcAft>
                <a:spcPts val="0"/>
              </a:spcAft>
              <a:buSzPts val="5100"/>
              <a:buNone/>
              <a:defRPr sz="5100"/>
            </a:lvl4pPr>
            <a:lvl5pPr lvl="4">
              <a:spcBef>
                <a:spcPts val="0"/>
              </a:spcBef>
              <a:spcAft>
                <a:spcPts val="0"/>
              </a:spcAft>
              <a:buSzPts val="5100"/>
              <a:buNone/>
              <a:defRPr sz="5100"/>
            </a:lvl5pPr>
            <a:lvl6pPr lvl="5">
              <a:spcBef>
                <a:spcPts val="0"/>
              </a:spcBef>
              <a:spcAft>
                <a:spcPts val="0"/>
              </a:spcAft>
              <a:buSzPts val="5100"/>
              <a:buNone/>
              <a:defRPr sz="5100"/>
            </a:lvl6pPr>
            <a:lvl7pPr lvl="6">
              <a:spcBef>
                <a:spcPts val="0"/>
              </a:spcBef>
              <a:spcAft>
                <a:spcPts val="0"/>
              </a:spcAft>
              <a:buSzPts val="5100"/>
              <a:buNone/>
              <a:defRPr sz="5100"/>
            </a:lvl7pPr>
            <a:lvl8pPr lvl="7">
              <a:spcBef>
                <a:spcPts val="0"/>
              </a:spcBef>
              <a:spcAft>
                <a:spcPts val="0"/>
              </a:spcAft>
              <a:buSzPts val="5100"/>
              <a:buNone/>
              <a:defRPr sz="5100"/>
            </a:lvl8pPr>
            <a:lvl9pPr lvl="8">
              <a:spcBef>
                <a:spcPts val="0"/>
              </a:spcBef>
              <a:spcAft>
                <a:spcPts val="0"/>
              </a:spcAft>
              <a:buSzPts val="5100"/>
              <a:buNone/>
              <a:defRPr sz="5100"/>
            </a:lvl9pPr>
          </a:lstStyle>
          <a:p/>
        </p:txBody>
      </p:sp>
    </p:spTree>
  </p:cSld>
  <p:clrMapOvr>
    <a:masterClrMapping/>
  </p:clrMapOvr>
  <p:extLst>
    <p:ext uri="{DCECCB84-F9BA-43D5-87BE-67443E8EF086}">
      <p15:sldGuideLst>
        <p15:guide id="1" orient="horz" pos="2808">
          <p15:clr>
            <a:srgbClr val="E46962"/>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6" name="Shape 96"/>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Card">
  <p:cSld name="TITLE_1">
    <p:bg>
      <p:bgPr>
        <a:solidFill>
          <a:schemeClr val="accent1"/>
        </a:solidFill>
      </p:bgPr>
    </p:bg>
    <p:spTree>
      <p:nvGrpSpPr>
        <p:cNvPr id="97" name="Shape 97"/>
        <p:cNvGrpSpPr/>
        <p:nvPr/>
      </p:nvGrpSpPr>
      <p:grpSpPr>
        <a:xfrm>
          <a:off x="0" y="0"/>
          <a:ext cx="0" cy="0"/>
          <a:chOff x="0" y="0"/>
          <a:chExt cx="0" cy="0"/>
        </a:xfrm>
      </p:grpSpPr>
      <p:pic>
        <p:nvPicPr>
          <p:cNvPr id="98" name="Google Shape;98;p15"/>
          <p:cNvPicPr preferRelativeResize="0"/>
          <p:nvPr/>
        </p:nvPicPr>
        <p:blipFill>
          <a:blip r:embed="rId2">
            <a:alphaModFix/>
          </a:blip>
          <a:stretch>
            <a:fillRect/>
          </a:stretch>
        </p:blipFill>
        <p:spPr>
          <a:xfrm>
            <a:off x="1904812" y="1963319"/>
            <a:ext cx="5334377" cy="1216875"/>
          </a:xfrm>
          <a:prstGeom prst="rect">
            <a:avLst/>
          </a:prstGeom>
          <a:noFill/>
          <a:ln>
            <a:noFill/>
          </a:ln>
        </p:spPr>
      </p:pic>
      <p:sp>
        <p:nvSpPr>
          <p:cNvPr id="99" name="Google Shape;99;p15"/>
          <p:cNvSpPr/>
          <p:nvPr/>
        </p:nvSpPr>
        <p:spPr>
          <a:xfrm>
            <a:off x="8258425" y="4850025"/>
            <a:ext cx="844500" cy="2370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Milestones">
  <p:cSld name="CUSTOM_3">
    <p:spTree>
      <p:nvGrpSpPr>
        <p:cNvPr id="100" name="Shape 100"/>
        <p:cNvGrpSpPr/>
        <p:nvPr/>
      </p:nvGrpSpPr>
      <p:grpSpPr>
        <a:xfrm>
          <a:off x="0" y="0"/>
          <a:ext cx="0" cy="0"/>
          <a:chOff x="0" y="0"/>
          <a:chExt cx="0" cy="0"/>
        </a:xfrm>
      </p:grpSpPr>
      <p:sp>
        <p:nvSpPr>
          <p:cNvPr id="101" name="Google Shape;101;p16"/>
          <p:cNvSpPr/>
          <p:nvPr/>
        </p:nvSpPr>
        <p:spPr>
          <a:xfrm>
            <a:off x="0" y="3498800"/>
            <a:ext cx="9144000" cy="1644600"/>
          </a:xfrm>
          <a:prstGeom prst="rect">
            <a:avLst/>
          </a:prstGeom>
          <a:solidFill>
            <a:srgbClr val="FAF2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102" name="Google Shape;102;p16"/>
          <p:cNvSpPr txBox="1"/>
          <p:nvPr>
            <p:ph idx="1" type="body"/>
          </p:nvPr>
        </p:nvSpPr>
        <p:spPr>
          <a:xfrm>
            <a:off x="402325" y="1041047"/>
            <a:ext cx="1895100" cy="1773900"/>
          </a:xfrm>
          <a:prstGeom prst="rect">
            <a:avLst/>
          </a:prstGeom>
        </p:spPr>
        <p:txBody>
          <a:bodyPr anchorCtr="0" anchor="t" bIns="0" lIns="0" spcFirstLastPara="1" rIns="0" wrap="square" tIns="0">
            <a:noAutofit/>
          </a:bodyPr>
          <a:lstStyle>
            <a:lvl1pPr indent="-304800" lvl="0" marL="457200" rtl="0">
              <a:lnSpc>
                <a:spcPct val="125000"/>
              </a:lnSpc>
              <a:spcBef>
                <a:spcPts val="0"/>
              </a:spcBef>
              <a:spcAft>
                <a:spcPts val="0"/>
              </a:spcAft>
              <a:buSzPts val="1200"/>
              <a:buChar char="●"/>
              <a:defRPr sz="1200"/>
            </a:lvl1pPr>
            <a:lvl2pPr indent="-304800" lvl="1" marL="914400" rtl="0">
              <a:lnSpc>
                <a:spcPct val="125000"/>
              </a:lnSpc>
              <a:spcBef>
                <a:spcPts val="0"/>
              </a:spcBef>
              <a:spcAft>
                <a:spcPts val="0"/>
              </a:spcAft>
              <a:buSzPts val="1200"/>
              <a:buChar char="○"/>
              <a:defRPr sz="1200"/>
            </a:lvl2pPr>
            <a:lvl3pPr indent="-304800" lvl="2" marL="1371600" rtl="0">
              <a:lnSpc>
                <a:spcPct val="125000"/>
              </a:lnSpc>
              <a:spcBef>
                <a:spcPts val="0"/>
              </a:spcBef>
              <a:spcAft>
                <a:spcPts val="0"/>
              </a:spcAft>
              <a:buSzPts val="1200"/>
              <a:buChar char="■"/>
              <a:defRPr sz="1200"/>
            </a:lvl3pPr>
            <a:lvl4pPr indent="-304800" lvl="3" marL="1828800" rtl="0">
              <a:lnSpc>
                <a:spcPct val="125000"/>
              </a:lnSpc>
              <a:spcBef>
                <a:spcPts val="0"/>
              </a:spcBef>
              <a:spcAft>
                <a:spcPts val="0"/>
              </a:spcAft>
              <a:buSzPts val="1200"/>
              <a:buChar char="●"/>
              <a:defRPr sz="1200"/>
            </a:lvl4pPr>
            <a:lvl5pPr indent="-304800" lvl="4" marL="2286000" rtl="0">
              <a:lnSpc>
                <a:spcPct val="125000"/>
              </a:lnSpc>
              <a:spcBef>
                <a:spcPts val="0"/>
              </a:spcBef>
              <a:spcAft>
                <a:spcPts val="0"/>
              </a:spcAft>
              <a:buSzPts val="1200"/>
              <a:buChar char="○"/>
              <a:defRPr sz="1200"/>
            </a:lvl5pPr>
            <a:lvl6pPr indent="-304800" lvl="5" marL="2743200" rtl="0">
              <a:lnSpc>
                <a:spcPct val="125000"/>
              </a:lnSpc>
              <a:spcBef>
                <a:spcPts val="0"/>
              </a:spcBef>
              <a:spcAft>
                <a:spcPts val="0"/>
              </a:spcAft>
              <a:buSzPts val="1200"/>
              <a:buChar char="■"/>
              <a:defRPr sz="1200"/>
            </a:lvl6pPr>
            <a:lvl7pPr indent="-304800" lvl="6" marL="3200400" rtl="0">
              <a:lnSpc>
                <a:spcPct val="125000"/>
              </a:lnSpc>
              <a:spcBef>
                <a:spcPts val="0"/>
              </a:spcBef>
              <a:spcAft>
                <a:spcPts val="0"/>
              </a:spcAft>
              <a:buSzPts val="1200"/>
              <a:buChar char="●"/>
              <a:defRPr sz="1200"/>
            </a:lvl7pPr>
            <a:lvl8pPr indent="-304800" lvl="7" marL="3657600" rtl="0">
              <a:lnSpc>
                <a:spcPct val="125000"/>
              </a:lnSpc>
              <a:spcBef>
                <a:spcPts val="0"/>
              </a:spcBef>
              <a:spcAft>
                <a:spcPts val="0"/>
              </a:spcAft>
              <a:buSzPts val="1200"/>
              <a:buChar char="○"/>
              <a:defRPr sz="1200"/>
            </a:lvl8pPr>
            <a:lvl9pPr indent="-304800" lvl="8" marL="4114800" rtl="0">
              <a:lnSpc>
                <a:spcPct val="125000"/>
              </a:lnSpc>
              <a:spcBef>
                <a:spcPts val="0"/>
              </a:spcBef>
              <a:spcAft>
                <a:spcPts val="0"/>
              </a:spcAft>
              <a:buSzPts val="1200"/>
              <a:buChar char="■"/>
              <a:defRPr sz="1200"/>
            </a:lvl9pPr>
          </a:lstStyle>
          <a:p/>
        </p:txBody>
      </p:sp>
      <p:sp>
        <p:nvSpPr>
          <p:cNvPr id="103" name="Google Shape;103;p16"/>
          <p:cNvSpPr txBox="1"/>
          <p:nvPr>
            <p:ph idx="2" type="body"/>
          </p:nvPr>
        </p:nvSpPr>
        <p:spPr>
          <a:xfrm>
            <a:off x="2551375" y="1041037"/>
            <a:ext cx="1895100" cy="1773900"/>
          </a:xfrm>
          <a:prstGeom prst="rect">
            <a:avLst/>
          </a:prstGeom>
        </p:spPr>
        <p:txBody>
          <a:bodyPr anchorCtr="0" anchor="t" bIns="0" lIns="0" spcFirstLastPara="1" rIns="0" wrap="square" tIns="0">
            <a:noAutofit/>
          </a:bodyPr>
          <a:lstStyle>
            <a:lvl1pPr indent="-304800" lvl="0" marL="457200" rtl="0">
              <a:lnSpc>
                <a:spcPct val="125000"/>
              </a:lnSpc>
              <a:spcBef>
                <a:spcPts val="0"/>
              </a:spcBef>
              <a:spcAft>
                <a:spcPts val="0"/>
              </a:spcAft>
              <a:buSzPts val="1200"/>
              <a:buChar char="●"/>
              <a:defRPr sz="1200"/>
            </a:lvl1pPr>
            <a:lvl2pPr indent="-304800" lvl="1" marL="914400" rtl="0">
              <a:lnSpc>
                <a:spcPct val="125000"/>
              </a:lnSpc>
              <a:spcBef>
                <a:spcPts val="0"/>
              </a:spcBef>
              <a:spcAft>
                <a:spcPts val="0"/>
              </a:spcAft>
              <a:buSzPts val="1200"/>
              <a:buChar char="○"/>
              <a:defRPr sz="1200"/>
            </a:lvl2pPr>
            <a:lvl3pPr indent="-304800" lvl="2" marL="1371600" rtl="0">
              <a:lnSpc>
                <a:spcPct val="125000"/>
              </a:lnSpc>
              <a:spcBef>
                <a:spcPts val="0"/>
              </a:spcBef>
              <a:spcAft>
                <a:spcPts val="0"/>
              </a:spcAft>
              <a:buSzPts val="1200"/>
              <a:buChar char="■"/>
              <a:defRPr sz="1200"/>
            </a:lvl3pPr>
            <a:lvl4pPr indent="-304800" lvl="3" marL="1828800" rtl="0">
              <a:lnSpc>
                <a:spcPct val="125000"/>
              </a:lnSpc>
              <a:spcBef>
                <a:spcPts val="0"/>
              </a:spcBef>
              <a:spcAft>
                <a:spcPts val="0"/>
              </a:spcAft>
              <a:buSzPts val="1200"/>
              <a:buChar char="●"/>
              <a:defRPr sz="1200"/>
            </a:lvl4pPr>
            <a:lvl5pPr indent="-304800" lvl="4" marL="2286000" rtl="0">
              <a:lnSpc>
                <a:spcPct val="125000"/>
              </a:lnSpc>
              <a:spcBef>
                <a:spcPts val="0"/>
              </a:spcBef>
              <a:spcAft>
                <a:spcPts val="0"/>
              </a:spcAft>
              <a:buSzPts val="1200"/>
              <a:buChar char="○"/>
              <a:defRPr sz="1200"/>
            </a:lvl5pPr>
            <a:lvl6pPr indent="-304800" lvl="5" marL="2743200" rtl="0">
              <a:lnSpc>
                <a:spcPct val="125000"/>
              </a:lnSpc>
              <a:spcBef>
                <a:spcPts val="0"/>
              </a:spcBef>
              <a:spcAft>
                <a:spcPts val="0"/>
              </a:spcAft>
              <a:buSzPts val="1200"/>
              <a:buChar char="■"/>
              <a:defRPr sz="1200"/>
            </a:lvl6pPr>
            <a:lvl7pPr indent="-304800" lvl="6" marL="3200400" rtl="0">
              <a:lnSpc>
                <a:spcPct val="125000"/>
              </a:lnSpc>
              <a:spcBef>
                <a:spcPts val="0"/>
              </a:spcBef>
              <a:spcAft>
                <a:spcPts val="0"/>
              </a:spcAft>
              <a:buSzPts val="1200"/>
              <a:buChar char="●"/>
              <a:defRPr sz="1200"/>
            </a:lvl7pPr>
            <a:lvl8pPr indent="-304800" lvl="7" marL="3657600" rtl="0">
              <a:lnSpc>
                <a:spcPct val="125000"/>
              </a:lnSpc>
              <a:spcBef>
                <a:spcPts val="0"/>
              </a:spcBef>
              <a:spcAft>
                <a:spcPts val="0"/>
              </a:spcAft>
              <a:buSzPts val="1200"/>
              <a:buChar char="○"/>
              <a:defRPr sz="1200"/>
            </a:lvl8pPr>
            <a:lvl9pPr indent="-304800" lvl="8" marL="4114800" rtl="0">
              <a:lnSpc>
                <a:spcPct val="125000"/>
              </a:lnSpc>
              <a:spcBef>
                <a:spcPts val="0"/>
              </a:spcBef>
              <a:spcAft>
                <a:spcPts val="0"/>
              </a:spcAft>
              <a:buSzPts val="1200"/>
              <a:buChar char="■"/>
              <a:defRPr sz="1200"/>
            </a:lvl9pPr>
          </a:lstStyle>
          <a:p/>
        </p:txBody>
      </p:sp>
      <p:cxnSp>
        <p:nvCxnSpPr>
          <p:cNvPr id="104" name="Google Shape;104;p16"/>
          <p:cNvCxnSpPr/>
          <p:nvPr/>
        </p:nvCxnSpPr>
        <p:spPr>
          <a:xfrm>
            <a:off x="1135875" y="4673050"/>
            <a:ext cx="7070400" cy="0"/>
          </a:xfrm>
          <a:prstGeom prst="straightConnector1">
            <a:avLst/>
          </a:prstGeom>
          <a:noFill/>
          <a:ln cap="flat" cmpd="sng" w="19050">
            <a:solidFill>
              <a:schemeClr val="accent1"/>
            </a:solidFill>
            <a:prstDash val="solid"/>
            <a:round/>
            <a:headEnd len="med" w="med" type="none"/>
            <a:tailEnd len="med" w="med" type="none"/>
          </a:ln>
        </p:spPr>
      </p:cxnSp>
      <p:sp>
        <p:nvSpPr>
          <p:cNvPr id="105" name="Google Shape;105;p16"/>
          <p:cNvSpPr txBox="1"/>
          <p:nvPr>
            <p:ph idx="3" type="body"/>
          </p:nvPr>
        </p:nvSpPr>
        <p:spPr>
          <a:xfrm>
            <a:off x="4700425" y="1052565"/>
            <a:ext cx="1895100" cy="1773900"/>
          </a:xfrm>
          <a:prstGeom prst="rect">
            <a:avLst/>
          </a:prstGeom>
        </p:spPr>
        <p:txBody>
          <a:bodyPr anchorCtr="0" anchor="t" bIns="0" lIns="0" spcFirstLastPara="1" rIns="0" wrap="square" tIns="0">
            <a:noAutofit/>
          </a:bodyPr>
          <a:lstStyle>
            <a:lvl1pPr indent="-304800" lvl="0" marL="457200" rtl="0">
              <a:lnSpc>
                <a:spcPct val="125000"/>
              </a:lnSpc>
              <a:spcBef>
                <a:spcPts val="0"/>
              </a:spcBef>
              <a:spcAft>
                <a:spcPts val="0"/>
              </a:spcAft>
              <a:buSzPts val="1200"/>
              <a:buChar char="●"/>
              <a:defRPr sz="1200"/>
            </a:lvl1pPr>
            <a:lvl2pPr indent="-304800" lvl="1" marL="914400" rtl="0">
              <a:lnSpc>
                <a:spcPct val="125000"/>
              </a:lnSpc>
              <a:spcBef>
                <a:spcPts val="0"/>
              </a:spcBef>
              <a:spcAft>
                <a:spcPts val="0"/>
              </a:spcAft>
              <a:buSzPts val="1200"/>
              <a:buChar char="○"/>
              <a:defRPr sz="1200"/>
            </a:lvl2pPr>
            <a:lvl3pPr indent="-304800" lvl="2" marL="1371600" rtl="0">
              <a:lnSpc>
                <a:spcPct val="125000"/>
              </a:lnSpc>
              <a:spcBef>
                <a:spcPts val="0"/>
              </a:spcBef>
              <a:spcAft>
                <a:spcPts val="0"/>
              </a:spcAft>
              <a:buSzPts val="1200"/>
              <a:buChar char="■"/>
              <a:defRPr sz="1200"/>
            </a:lvl3pPr>
            <a:lvl4pPr indent="-304800" lvl="3" marL="1828800" rtl="0">
              <a:lnSpc>
                <a:spcPct val="125000"/>
              </a:lnSpc>
              <a:spcBef>
                <a:spcPts val="0"/>
              </a:spcBef>
              <a:spcAft>
                <a:spcPts val="0"/>
              </a:spcAft>
              <a:buSzPts val="1200"/>
              <a:buChar char="●"/>
              <a:defRPr sz="1200"/>
            </a:lvl4pPr>
            <a:lvl5pPr indent="-304800" lvl="4" marL="2286000" rtl="0">
              <a:lnSpc>
                <a:spcPct val="125000"/>
              </a:lnSpc>
              <a:spcBef>
                <a:spcPts val="0"/>
              </a:spcBef>
              <a:spcAft>
                <a:spcPts val="0"/>
              </a:spcAft>
              <a:buSzPts val="1200"/>
              <a:buChar char="○"/>
              <a:defRPr sz="1200"/>
            </a:lvl5pPr>
            <a:lvl6pPr indent="-304800" lvl="5" marL="2743200" rtl="0">
              <a:lnSpc>
                <a:spcPct val="125000"/>
              </a:lnSpc>
              <a:spcBef>
                <a:spcPts val="0"/>
              </a:spcBef>
              <a:spcAft>
                <a:spcPts val="0"/>
              </a:spcAft>
              <a:buSzPts val="1200"/>
              <a:buChar char="■"/>
              <a:defRPr sz="1200"/>
            </a:lvl6pPr>
            <a:lvl7pPr indent="-304800" lvl="6" marL="3200400" rtl="0">
              <a:lnSpc>
                <a:spcPct val="125000"/>
              </a:lnSpc>
              <a:spcBef>
                <a:spcPts val="0"/>
              </a:spcBef>
              <a:spcAft>
                <a:spcPts val="0"/>
              </a:spcAft>
              <a:buSzPts val="1200"/>
              <a:buChar char="●"/>
              <a:defRPr sz="1200"/>
            </a:lvl7pPr>
            <a:lvl8pPr indent="-304800" lvl="7" marL="3657600" rtl="0">
              <a:lnSpc>
                <a:spcPct val="125000"/>
              </a:lnSpc>
              <a:spcBef>
                <a:spcPts val="0"/>
              </a:spcBef>
              <a:spcAft>
                <a:spcPts val="0"/>
              </a:spcAft>
              <a:buSzPts val="1200"/>
              <a:buChar char="○"/>
              <a:defRPr sz="1200"/>
            </a:lvl8pPr>
            <a:lvl9pPr indent="-304800" lvl="8" marL="4114800" rtl="0">
              <a:lnSpc>
                <a:spcPct val="125000"/>
              </a:lnSpc>
              <a:spcBef>
                <a:spcPts val="0"/>
              </a:spcBef>
              <a:spcAft>
                <a:spcPts val="0"/>
              </a:spcAft>
              <a:buSzPts val="1200"/>
              <a:buChar char="■"/>
              <a:defRPr sz="1200"/>
            </a:lvl9pPr>
          </a:lstStyle>
          <a:p/>
        </p:txBody>
      </p:sp>
      <p:sp>
        <p:nvSpPr>
          <p:cNvPr id="106" name="Google Shape;106;p16"/>
          <p:cNvSpPr txBox="1"/>
          <p:nvPr>
            <p:ph type="title"/>
          </p:nvPr>
        </p:nvSpPr>
        <p:spPr>
          <a:xfrm>
            <a:off x="404775" y="3852925"/>
            <a:ext cx="1271700" cy="314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050"/>
              <a:buNone/>
              <a:defRPr b="1" sz="1050"/>
            </a:lvl1pPr>
            <a:lvl2pPr lvl="1" rtl="0" algn="ctr">
              <a:spcBef>
                <a:spcPts val="0"/>
              </a:spcBef>
              <a:spcAft>
                <a:spcPts val="0"/>
              </a:spcAft>
              <a:buSzPts val="1050"/>
              <a:buNone/>
              <a:defRPr b="1" sz="1050"/>
            </a:lvl2pPr>
            <a:lvl3pPr lvl="2" rtl="0" algn="ctr">
              <a:spcBef>
                <a:spcPts val="0"/>
              </a:spcBef>
              <a:spcAft>
                <a:spcPts val="0"/>
              </a:spcAft>
              <a:buSzPts val="1050"/>
              <a:buNone/>
              <a:defRPr b="1" sz="1050"/>
            </a:lvl3pPr>
            <a:lvl4pPr lvl="3" rtl="0" algn="ctr">
              <a:spcBef>
                <a:spcPts val="0"/>
              </a:spcBef>
              <a:spcAft>
                <a:spcPts val="0"/>
              </a:spcAft>
              <a:buSzPts val="1050"/>
              <a:buNone/>
              <a:defRPr b="1" sz="1050"/>
            </a:lvl4pPr>
            <a:lvl5pPr lvl="4" rtl="0" algn="ctr">
              <a:spcBef>
                <a:spcPts val="0"/>
              </a:spcBef>
              <a:spcAft>
                <a:spcPts val="0"/>
              </a:spcAft>
              <a:buSzPts val="1050"/>
              <a:buNone/>
              <a:defRPr b="1" sz="1050"/>
            </a:lvl5pPr>
            <a:lvl6pPr lvl="5" rtl="0" algn="ctr">
              <a:spcBef>
                <a:spcPts val="0"/>
              </a:spcBef>
              <a:spcAft>
                <a:spcPts val="0"/>
              </a:spcAft>
              <a:buSzPts val="1050"/>
              <a:buNone/>
              <a:defRPr b="1" sz="1050"/>
            </a:lvl6pPr>
            <a:lvl7pPr lvl="6" rtl="0" algn="ctr">
              <a:spcBef>
                <a:spcPts val="0"/>
              </a:spcBef>
              <a:spcAft>
                <a:spcPts val="0"/>
              </a:spcAft>
              <a:buSzPts val="1050"/>
              <a:buNone/>
              <a:defRPr b="1" sz="1050"/>
            </a:lvl7pPr>
            <a:lvl8pPr lvl="7" rtl="0" algn="ctr">
              <a:spcBef>
                <a:spcPts val="0"/>
              </a:spcBef>
              <a:spcAft>
                <a:spcPts val="0"/>
              </a:spcAft>
              <a:buSzPts val="1050"/>
              <a:buNone/>
              <a:defRPr b="1" sz="1050"/>
            </a:lvl8pPr>
            <a:lvl9pPr lvl="8" rtl="0" algn="ctr">
              <a:spcBef>
                <a:spcPts val="0"/>
              </a:spcBef>
              <a:spcAft>
                <a:spcPts val="0"/>
              </a:spcAft>
              <a:buSzPts val="1050"/>
              <a:buNone/>
              <a:defRPr b="1" sz="1050"/>
            </a:lvl9pPr>
          </a:lstStyle>
          <a:p/>
        </p:txBody>
      </p:sp>
      <p:sp>
        <p:nvSpPr>
          <p:cNvPr id="107" name="Google Shape;107;p16"/>
          <p:cNvSpPr txBox="1"/>
          <p:nvPr>
            <p:ph idx="4" type="title"/>
          </p:nvPr>
        </p:nvSpPr>
        <p:spPr>
          <a:xfrm>
            <a:off x="404775" y="4312438"/>
            <a:ext cx="1271700" cy="314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700"/>
              <a:buNone/>
              <a:defRPr b="1" sz="700"/>
            </a:lvl1pPr>
            <a:lvl2pPr lvl="1" rtl="0" algn="ctr">
              <a:spcBef>
                <a:spcPts val="0"/>
              </a:spcBef>
              <a:spcAft>
                <a:spcPts val="0"/>
              </a:spcAft>
              <a:buSzPts val="700"/>
              <a:buNone/>
              <a:defRPr b="1" sz="700"/>
            </a:lvl2pPr>
            <a:lvl3pPr lvl="2" rtl="0" algn="ctr">
              <a:spcBef>
                <a:spcPts val="0"/>
              </a:spcBef>
              <a:spcAft>
                <a:spcPts val="0"/>
              </a:spcAft>
              <a:buSzPts val="700"/>
              <a:buNone/>
              <a:defRPr b="1" sz="700"/>
            </a:lvl3pPr>
            <a:lvl4pPr lvl="3" rtl="0" algn="ctr">
              <a:spcBef>
                <a:spcPts val="0"/>
              </a:spcBef>
              <a:spcAft>
                <a:spcPts val="0"/>
              </a:spcAft>
              <a:buSzPts val="700"/>
              <a:buNone/>
              <a:defRPr b="1" sz="700"/>
            </a:lvl4pPr>
            <a:lvl5pPr lvl="4" rtl="0" algn="ctr">
              <a:spcBef>
                <a:spcPts val="0"/>
              </a:spcBef>
              <a:spcAft>
                <a:spcPts val="0"/>
              </a:spcAft>
              <a:buSzPts val="700"/>
              <a:buNone/>
              <a:defRPr b="1" sz="700"/>
            </a:lvl5pPr>
            <a:lvl6pPr lvl="5" rtl="0" algn="ctr">
              <a:spcBef>
                <a:spcPts val="0"/>
              </a:spcBef>
              <a:spcAft>
                <a:spcPts val="0"/>
              </a:spcAft>
              <a:buSzPts val="700"/>
              <a:buNone/>
              <a:defRPr b="1" sz="700"/>
            </a:lvl6pPr>
            <a:lvl7pPr lvl="6" rtl="0" algn="ctr">
              <a:spcBef>
                <a:spcPts val="0"/>
              </a:spcBef>
              <a:spcAft>
                <a:spcPts val="0"/>
              </a:spcAft>
              <a:buSzPts val="700"/>
              <a:buNone/>
              <a:defRPr b="1" sz="700"/>
            </a:lvl7pPr>
            <a:lvl8pPr lvl="7" rtl="0" algn="ctr">
              <a:spcBef>
                <a:spcPts val="0"/>
              </a:spcBef>
              <a:spcAft>
                <a:spcPts val="0"/>
              </a:spcAft>
              <a:buSzPts val="700"/>
              <a:buNone/>
              <a:defRPr b="1" sz="700"/>
            </a:lvl8pPr>
            <a:lvl9pPr lvl="8" rtl="0" algn="ctr">
              <a:spcBef>
                <a:spcPts val="0"/>
              </a:spcBef>
              <a:spcAft>
                <a:spcPts val="0"/>
              </a:spcAft>
              <a:buSzPts val="700"/>
              <a:buNone/>
              <a:defRPr b="1" sz="700"/>
            </a:lvl9pPr>
          </a:lstStyle>
          <a:p/>
        </p:txBody>
      </p:sp>
      <p:sp>
        <p:nvSpPr>
          <p:cNvPr id="108" name="Google Shape;108;p16"/>
          <p:cNvSpPr txBox="1"/>
          <p:nvPr>
            <p:ph idx="5" type="title"/>
          </p:nvPr>
        </p:nvSpPr>
        <p:spPr>
          <a:xfrm>
            <a:off x="5707575" y="3852925"/>
            <a:ext cx="1271700" cy="3144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2"/>
              </a:buClr>
              <a:buSzPts val="1050"/>
              <a:buNone/>
              <a:defRPr b="1" sz="1050">
                <a:solidFill>
                  <a:schemeClr val="dk2"/>
                </a:solidFill>
              </a:defRPr>
            </a:lvl1pPr>
            <a:lvl2pPr lvl="1" rtl="0" algn="ctr">
              <a:spcBef>
                <a:spcPts val="0"/>
              </a:spcBef>
              <a:spcAft>
                <a:spcPts val="0"/>
              </a:spcAft>
              <a:buClr>
                <a:schemeClr val="dk2"/>
              </a:buClr>
              <a:buSzPts val="1050"/>
              <a:buNone/>
              <a:defRPr b="1" sz="1050">
                <a:solidFill>
                  <a:schemeClr val="dk2"/>
                </a:solidFill>
              </a:defRPr>
            </a:lvl2pPr>
            <a:lvl3pPr lvl="2" rtl="0" algn="ctr">
              <a:spcBef>
                <a:spcPts val="0"/>
              </a:spcBef>
              <a:spcAft>
                <a:spcPts val="0"/>
              </a:spcAft>
              <a:buClr>
                <a:schemeClr val="dk2"/>
              </a:buClr>
              <a:buSzPts val="1050"/>
              <a:buNone/>
              <a:defRPr b="1" sz="1050">
                <a:solidFill>
                  <a:schemeClr val="dk2"/>
                </a:solidFill>
              </a:defRPr>
            </a:lvl3pPr>
            <a:lvl4pPr lvl="3" rtl="0" algn="ctr">
              <a:spcBef>
                <a:spcPts val="0"/>
              </a:spcBef>
              <a:spcAft>
                <a:spcPts val="0"/>
              </a:spcAft>
              <a:buClr>
                <a:schemeClr val="dk2"/>
              </a:buClr>
              <a:buSzPts val="1050"/>
              <a:buNone/>
              <a:defRPr b="1" sz="1050">
                <a:solidFill>
                  <a:schemeClr val="dk2"/>
                </a:solidFill>
              </a:defRPr>
            </a:lvl4pPr>
            <a:lvl5pPr lvl="4" rtl="0" algn="ctr">
              <a:spcBef>
                <a:spcPts val="0"/>
              </a:spcBef>
              <a:spcAft>
                <a:spcPts val="0"/>
              </a:spcAft>
              <a:buClr>
                <a:schemeClr val="dk2"/>
              </a:buClr>
              <a:buSzPts val="1050"/>
              <a:buNone/>
              <a:defRPr b="1" sz="1050">
                <a:solidFill>
                  <a:schemeClr val="dk2"/>
                </a:solidFill>
              </a:defRPr>
            </a:lvl5pPr>
            <a:lvl6pPr lvl="5" rtl="0" algn="ctr">
              <a:spcBef>
                <a:spcPts val="0"/>
              </a:spcBef>
              <a:spcAft>
                <a:spcPts val="0"/>
              </a:spcAft>
              <a:buClr>
                <a:schemeClr val="dk2"/>
              </a:buClr>
              <a:buSzPts val="1050"/>
              <a:buNone/>
              <a:defRPr b="1" sz="1050">
                <a:solidFill>
                  <a:schemeClr val="dk2"/>
                </a:solidFill>
              </a:defRPr>
            </a:lvl6pPr>
            <a:lvl7pPr lvl="6" rtl="0" algn="ctr">
              <a:spcBef>
                <a:spcPts val="0"/>
              </a:spcBef>
              <a:spcAft>
                <a:spcPts val="0"/>
              </a:spcAft>
              <a:buClr>
                <a:schemeClr val="dk2"/>
              </a:buClr>
              <a:buSzPts val="1050"/>
              <a:buNone/>
              <a:defRPr b="1" sz="1050">
                <a:solidFill>
                  <a:schemeClr val="dk2"/>
                </a:solidFill>
              </a:defRPr>
            </a:lvl7pPr>
            <a:lvl8pPr lvl="7" rtl="0" algn="ctr">
              <a:spcBef>
                <a:spcPts val="0"/>
              </a:spcBef>
              <a:spcAft>
                <a:spcPts val="0"/>
              </a:spcAft>
              <a:buClr>
                <a:schemeClr val="dk2"/>
              </a:buClr>
              <a:buSzPts val="1050"/>
              <a:buNone/>
              <a:defRPr b="1" sz="1050">
                <a:solidFill>
                  <a:schemeClr val="dk2"/>
                </a:solidFill>
              </a:defRPr>
            </a:lvl8pPr>
            <a:lvl9pPr lvl="8" rtl="0" algn="ctr">
              <a:spcBef>
                <a:spcPts val="0"/>
              </a:spcBef>
              <a:spcAft>
                <a:spcPts val="0"/>
              </a:spcAft>
              <a:buClr>
                <a:schemeClr val="dk2"/>
              </a:buClr>
              <a:buSzPts val="1050"/>
              <a:buNone/>
              <a:defRPr b="1" sz="1050">
                <a:solidFill>
                  <a:schemeClr val="dk2"/>
                </a:solidFill>
              </a:defRPr>
            </a:lvl9pPr>
          </a:lstStyle>
          <a:p/>
        </p:txBody>
      </p:sp>
      <p:sp>
        <p:nvSpPr>
          <p:cNvPr id="109" name="Google Shape;109;p16"/>
          <p:cNvSpPr txBox="1"/>
          <p:nvPr>
            <p:ph idx="6" type="title"/>
          </p:nvPr>
        </p:nvSpPr>
        <p:spPr>
          <a:xfrm>
            <a:off x="5707575" y="4312438"/>
            <a:ext cx="1271700" cy="3144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2"/>
              </a:buClr>
              <a:buSzPts val="700"/>
              <a:buNone/>
              <a:defRPr b="1" sz="700">
                <a:solidFill>
                  <a:schemeClr val="dk2"/>
                </a:solidFill>
              </a:defRPr>
            </a:lvl1pPr>
            <a:lvl2pPr lvl="1" rtl="0" algn="ctr">
              <a:spcBef>
                <a:spcPts val="0"/>
              </a:spcBef>
              <a:spcAft>
                <a:spcPts val="0"/>
              </a:spcAft>
              <a:buClr>
                <a:schemeClr val="dk2"/>
              </a:buClr>
              <a:buSzPts val="700"/>
              <a:buNone/>
              <a:defRPr b="1" sz="700">
                <a:solidFill>
                  <a:schemeClr val="dk2"/>
                </a:solidFill>
              </a:defRPr>
            </a:lvl2pPr>
            <a:lvl3pPr lvl="2" rtl="0" algn="ctr">
              <a:spcBef>
                <a:spcPts val="0"/>
              </a:spcBef>
              <a:spcAft>
                <a:spcPts val="0"/>
              </a:spcAft>
              <a:buClr>
                <a:schemeClr val="dk2"/>
              </a:buClr>
              <a:buSzPts val="700"/>
              <a:buNone/>
              <a:defRPr b="1" sz="700">
                <a:solidFill>
                  <a:schemeClr val="dk2"/>
                </a:solidFill>
              </a:defRPr>
            </a:lvl3pPr>
            <a:lvl4pPr lvl="3" rtl="0" algn="ctr">
              <a:spcBef>
                <a:spcPts val="0"/>
              </a:spcBef>
              <a:spcAft>
                <a:spcPts val="0"/>
              </a:spcAft>
              <a:buClr>
                <a:schemeClr val="dk2"/>
              </a:buClr>
              <a:buSzPts val="700"/>
              <a:buNone/>
              <a:defRPr b="1" sz="700">
                <a:solidFill>
                  <a:schemeClr val="dk2"/>
                </a:solidFill>
              </a:defRPr>
            </a:lvl4pPr>
            <a:lvl5pPr lvl="4" rtl="0" algn="ctr">
              <a:spcBef>
                <a:spcPts val="0"/>
              </a:spcBef>
              <a:spcAft>
                <a:spcPts val="0"/>
              </a:spcAft>
              <a:buClr>
                <a:schemeClr val="dk2"/>
              </a:buClr>
              <a:buSzPts val="700"/>
              <a:buNone/>
              <a:defRPr b="1" sz="700">
                <a:solidFill>
                  <a:schemeClr val="dk2"/>
                </a:solidFill>
              </a:defRPr>
            </a:lvl5pPr>
            <a:lvl6pPr lvl="5" rtl="0" algn="ctr">
              <a:spcBef>
                <a:spcPts val="0"/>
              </a:spcBef>
              <a:spcAft>
                <a:spcPts val="0"/>
              </a:spcAft>
              <a:buClr>
                <a:schemeClr val="dk2"/>
              </a:buClr>
              <a:buSzPts val="700"/>
              <a:buNone/>
              <a:defRPr b="1" sz="700">
                <a:solidFill>
                  <a:schemeClr val="dk2"/>
                </a:solidFill>
              </a:defRPr>
            </a:lvl6pPr>
            <a:lvl7pPr lvl="6" rtl="0" algn="ctr">
              <a:spcBef>
                <a:spcPts val="0"/>
              </a:spcBef>
              <a:spcAft>
                <a:spcPts val="0"/>
              </a:spcAft>
              <a:buClr>
                <a:schemeClr val="dk2"/>
              </a:buClr>
              <a:buSzPts val="700"/>
              <a:buNone/>
              <a:defRPr b="1" sz="700">
                <a:solidFill>
                  <a:schemeClr val="dk2"/>
                </a:solidFill>
              </a:defRPr>
            </a:lvl7pPr>
            <a:lvl8pPr lvl="7" rtl="0" algn="ctr">
              <a:spcBef>
                <a:spcPts val="0"/>
              </a:spcBef>
              <a:spcAft>
                <a:spcPts val="0"/>
              </a:spcAft>
              <a:buClr>
                <a:schemeClr val="dk2"/>
              </a:buClr>
              <a:buSzPts val="700"/>
              <a:buNone/>
              <a:defRPr b="1" sz="700">
                <a:solidFill>
                  <a:schemeClr val="dk2"/>
                </a:solidFill>
              </a:defRPr>
            </a:lvl8pPr>
            <a:lvl9pPr lvl="8" rtl="0" algn="ctr">
              <a:spcBef>
                <a:spcPts val="0"/>
              </a:spcBef>
              <a:spcAft>
                <a:spcPts val="0"/>
              </a:spcAft>
              <a:buClr>
                <a:schemeClr val="dk2"/>
              </a:buClr>
              <a:buSzPts val="700"/>
              <a:buNone/>
              <a:defRPr b="1" sz="700">
                <a:solidFill>
                  <a:schemeClr val="dk2"/>
                </a:solidFill>
              </a:defRPr>
            </a:lvl9pPr>
          </a:lstStyle>
          <a:p/>
        </p:txBody>
      </p:sp>
      <p:sp>
        <p:nvSpPr>
          <p:cNvPr id="110" name="Google Shape;110;p16"/>
          <p:cNvSpPr txBox="1"/>
          <p:nvPr>
            <p:ph idx="7" type="title"/>
          </p:nvPr>
        </p:nvSpPr>
        <p:spPr>
          <a:xfrm>
            <a:off x="2172375" y="3852925"/>
            <a:ext cx="1271700" cy="3144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2"/>
              </a:buClr>
              <a:buSzPts val="1050"/>
              <a:buNone/>
              <a:defRPr b="1" sz="1050">
                <a:solidFill>
                  <a:schemeClr val="dk2"/>
                </a:solidFill>
              </a:defRPr>
            </a:lvl1pPr>
            <a:lvl2pPr lvl="1" rtl="0" algn="ctr">
              <a:spcBef>
                <a:spcPts val="0"/>
              </a:spcBef>
              <a:spcAft>
                <a:spcPts val="0"/>
              </a:spcAft>
              <a:buClr>
                <a:schemeClr val="dk2"/>
              </a:buClr>
              <a:buSzPts val="1050"/>
              <a:buNone/>
              <a:defRPr b="1" sz="1050">
                <a:solidFill>
                  <a:schemeClr val="dk2"/>
                </a:solidFill>
              </a:defRPr>
            </a:lvl2pPr>
            <a:lvl3pPr lvl="2" rtl="0" algn="ctr">
              <a:spcBef>
                <a:spcPts val="0"/>
              </a:spcBef>
              <a:spcAft>
                <a:spcPts val="0"/>
              </a:spcAft>
              <a:buClr>
                <a:schemeClr val="dk2"/>
              </a:buClr>
              <a:buSzPts val="1050"/>
              <a:buNone/>
              <a:defRPr b="1" sz="1050">
                <a:solidFill>
                  <a:schemeClr val="dk2"/>
                </a:solidFill>
              </a:defRPr>
            </a:lvl3pPr>
            <a:lvl4pPr lvl="3" rtl="0" algn="ctr">
              <a:spcBef>
                <a:spcPts val="0"/>
              </a:spcBef>
              <a:spcAft>
                <a:spcPts val="0"/>
              </a:spcAft>
              <a:buClr>
                <a:schemeClr val="dk2"/>
              </a:buClr>
              <a:buSzPts val="1050"/>
              <a:buNone/>
              <a:defRPr b="1" sz="1050">
                <a:solidFill>
                  <a:schemeClr val="dk2"/>
                </a:solidFill>
              </a:defRPr>
            </a:lvl4pPr>
            <a:lvl5pPr lvl="4" rtl="0" algn="ctr">
              <a:spcBef>
                <a:spcPts val="0"/>
              </a:spcBef>
              <a:spcAft>
                <a:spcPts val="0"/>
              </a:spcAft>
              <a:buClr>
                <a:schemeClr val="dk2"/>
              </a:buClr>
              <a:buSzPts val="1050"/>
              <a:buNone/>
              <a:defRPr b="1" sz="1050">
                <a:solidFill>
                  <a:schemeClr val="dk2"/>
                </a:solidFill>
              </a:defRPr>
            </a:lvl5pPr>
            <a:lvl6pPr lvl="5" rtl="0" algn="ctr">
              <a:spcBef>
                <a:spcPts val="0"/>
              </a:spcBef>
              <a:spcAft>
                <a:spcPts val="0"/>
              </a:spcAft>
              <a:buClr>
                <a:schemeClr val="dk2"/>
              </a:buClr>
              <a:buSzPts val="1050"/>
              <a:buNone/>
              <a:defRPr b="1" sz="1050">
                <a:solidFill>
                  <a:schemeClr val="dk2"/>
                </a:solidFill>
              </a:defRPr>
            </a:lvl6pPr>
            <a:lvl7pPr lvl="6" rtl="0" algn="ctr">
              <a:spcBef>
                <a:spcPts val="0"/>
              </a:spcBef>
              <a:spcAft>
                <a:spcPts val="0"/>
              </a:spcAft>
              <a:buClr>
                <a:schemeClr val="dk2"/>
              </a:buClr>
              <a:buSzPts val="1050"/>
              <a:buNone/>
              <a:defRPr b="1" sz="1050">
                <a:solidFill>
                  <a:schemeClr val="dk2"/>
                </a:solidFill>
              </a:defRPr>
            </a:lvl7pPr>
            <a:lvl8pPr lvl="7" rtl="0" algn="ctr">
              <a:spcBef>
                <a:spcPts val="0"/>
              </a:spcBef>
              <a:spcAft>
                <a:spcPts val="0"/>
              </a:spcAft>
              <a:buClr>
                <a:schemeClr val="dk2"/>
              </a:buClr>
              <a:buSzPts val="1050"/>
              <a:buNone/>
              <a:defRPr b="1" sz="1050">
                <a:solidFill>
                  <a:schemeClr val="dk2"/>
                </a:solidFill>
              </a:defRPr>
            </a:lvl8pPr>
            <a:lvl9pPr lvl="8" rtl="0" algn="ctr">
              <a:spcBef>
                <a:spcPts val="0"/>
              </a:spcBef>
              <a:spcAft>
                <a:spcPts val="0"/>
              </a:spcAft>
              <a:buClr>
                <a:schemeClr val="dk2"/>
              </a:buClr>
              <a:buSzPts val="1050"/>
              <a:buNone/>
              <a:defRPr b="1" sz="1050">
                <a:solidFill>
                  <a:schemeClr val="dk2"/>
                </a:solidFill>
              </a:defRPr>
            </a:lvl9pPr>
          </a:lstStyle>
          <a:p/>
        </p:txBody>
      </p:sp>
      <p:sp>
        <p:nvSpPr>
          <p:cNvPr id="111" name="Google Shape;111;p16"/>
          <p:cNvSpPr txBox="1"/>
          <p:nvPr>
            <p:ph idx="8" type="title"/>
          </p:nvPr>
        </p:nvSpPr>
        <p:spPr>
          <a:xfrm>
            <a:off x="2172363" y="4312438"/>
            <a:ext cx="1271700" cy="3144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2"/>
              </a:buClr>
              <a:buSzPts val="700"/>
              <a:buNone/>
              <a:defRPr b="1" sz="700">
                <a:solidFill>
                  <a:schemeClr val="dk2"/>
                </a:solidFill>
              </a:defRPr>
            </a:lvl1pPr>
            <a:lvl2pPr lvl="1" rtl="0" algn="ctr">
              <a:spcBef>
                <a:spcPts val="0"/>
              </a:spcBef>
              <a:spcAft>
                <a:spcPts val="0"/>
              </a:spcAft>
              <a:buClr>
                <a:schemeClr val="dk2"/>
              </a:buClr>
              <a:buSzPts val="700"/>
              <a:buNone/>
              <a:defRPr b="1" sz="700">
                <a:solidFill>
                  <a:schemeClr val="dk2"/>
                </a:solidFill>
              </a:defRPr>
            </a:lvl2pPr>
            <a:lvl3pPr lvl="2" rtl="0" algn="ctr">
              <a:spcBef>
                <a:spcPts val="0"/>
              </a:spcBef>
              <a:spcAft>
                <a:spcPts val="0"/>
              </a:spcAft>
              <a:buClr>
                <a:schemeClr val="dk2"/>
              </a:buClr>
              <a:buSzPts val="700"/>
              <a:buNone/>
              <a:defRPr b="1" sz="700">
                <a:solidFill>
                  <a:schemeClr val="dk2"/>
                </a:solidFill>
              </a:defRPr>
            </a:lvl3pPr>
            <a:lvl4pPr lvl="3" rtl="0" algn="ctr">
              <a:spcBef>
                <a:spcPts val="0"/>
              </a:spcBef>
              <a:spcAft>
                <a:spcPts val="0"/>
              </a:spcAft>
              <a:buClr>
                <a:schemeClr val="dk2"/>
              </a:buClr>
              <a:buSzPts val="700"/>
              <a:buNone/>
              <a:defRPr b="1" sz="700">
                <a:solidFill>
                  <a:schemeClr val="dk2"/>
                </a:solidFill>
              </a:defRPr>
            </a:lvl4pPr>
            <a:lvl5pPr lvl="4" rtl="0" algn="ctr">
              <a:spcBef>
                <a:spcPts val="0"/>
              </a:spcBef>
              <a:spcAft>
                <a:spcPts val="0"/>
              </a:spcAft>
              <a:buClr>
                <a:schemeClr val="dk2"/>
              </a:buClr>
              <a:buSzPts val="700"/>
              <a:buNone/>
              <a:defRPr b="1" sz="700">
                <a:solidFill>
                  <a:schemeClr val="dk2"/>
                </a:solidFill>
              </a:defRPr>
            </a:lvl5pPr>
            <a:lvl6pPr lvl="5" rtl="0" algn="ctr">
              <a:spcBef>
                <a:spcPts val="0"/>
              </a:spcBef>
              <a:spcAft>
                <a:spcPts val="0"/>
              </a:spcAft>
              <a:buClr>
                <a:schemeClr val="dk2"/>
              </a:buClr>
              <a:buSzPts val="700"/>
              <a:buNone/>
              <a:defRPr b="1" sz="700">
                <a:solidFill>
                  <a:schemeClr val="dk2"/>
                </a:solidFill>
              </a:defRPr>
            </a:lvl6pPr>
            <a:lvl7pPr lvl="6" rtl="0" algn="ctr">
              <a:spcBef>
                <a:spcPts val="0"/>
              </a:spcBef>
              <a:spcAft>
                <a:spcPts val="0"/>
              </a:spcAft>
              <a:buClr>
                <a:schemeClr val="dk2"/>
              </a:buClr>
              <a:buSzPts val="700"/>
              <a:buNone/>
              <a:defRPr b="1" sz="700">
                <a:solidFill>
                  <a:schemeClr val="dk2"/>
                </a:solidFill>
              </a:defRPr>
            </a:lvl7pPr>
            <a:lvl8pPr lvl="7" rtl="0" algn="ctr">
              <a:spcBef>
                <a:spcPts val="0"/>
              </a:spcBef>
              <a:spcAft>
                <a:spcPts val="0"/>
              </a:spcAft>
              <a:buClr>
                <a:schemeClr val="dk2"/>
              </a:buClr>
              <a:buSzPts val="700"/>
              <a:buNone/>
              <a:defRPr b="1" sz="700">
                <a:solidFill>
                  <a:schemeClr val="dk2"/>
                </a:solidFill>
              </a:defRPr>
            </a:lvl8pPr>
            <a:lvl9pPr lvl="8" rtl="0" algn="ctr">
              <a:spcBef>
                <a:spcPts val="0"/>
              </a:spcBef>
              <a:spcAft>
                <a:spcPts val="0"/>
              </a:spcAft>
              <a:buClr>
                <a:schemeClr val="dk2"/>
              </a:buClr>
              <a:buSzPts val="700"/>
              <a:buNone/>
              <a:defRPr b="1" sz="700">
                <a:solidFill>
                  <a:schemeClr val="dk2"/>
                </a:solidFill>
              </a:defRPr>
            </a:lvl9pPr>
          </a:lstStyle>
          <a:p/>
        </p:txBody>
      </p:sp>
      <p:sp>
        <p:nvSpPr>
          <p:cNvPr id="112" name="Google Shape;112;p16"/>
          <p:cNvSpPr txBox="1"/>
          <p:nvPr>
            <p:ph idx="9" type="title"/>
          </p:nvPr>
        </p:nvSpPr>
        <p:spPr>
          <a:xfrm>
            <a:off x="3939975" y="3852925"/>
            <a:ext cx="1271700" cy="3144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2"/>
              </a:buClr>
              <a:buSzPts val="1050"/>
              <a:buNone/>
              <a:defRPr b="1" sz="1050">
                <a:solidFill>
                  <a:schemeClr val="dk2"/>
                </a:solidFill>
              </a:defRPr>
            </a:lvl1pPr>
            <a:lvl2pPr lvl="1" rtl="0" algn="ctr">
              <a:spcBef>
                <a:spcPts val="0"/>
              </a:spcBef>
              <a:spcAft>
                <a:spcPts val="0"/>
              </a:spcAft>
              <a:buClr>
                <a:schemeClr val="dk2"/>
              </a:buClr>
              <a:buSzPts val="1050"/>
              <a:buNone/>
              <a:defRPr b="1" sz="1050">
                <a:solidFill>
                  <a:schemeClr val="dk2"/>
                </a:solidFill>
              </a:defRPr>
            </a:lvl2pPr>
            <a:lvl3pPr lvl="2" rtl="0" algn="ctr">
              <a:spcBef>
                <a:spcPts val="0"/>
              </a:spcBef>
              <a:spcAft>
                <a:spcPts val="0"/>
              </a:spcAft>
              <a:buClr>
                <a:schemeClr val="dk2"/>
              </a:buClr>
              <a:buSzPts val="1050"/>
              <a:buNone/>
              <a:defRPr b="1" sz="1050">
                <a:solidFill>
                  <a:schemeClr val="dk2"/>
                </a:solidFill>
              </a:defRPr>
            </a:lvl3pPr>
            <a:lvl4pPr lvl="3" rtl="0" algn="ctr">
              <a:spcBef>
                <a:spcPts val="0"/>
              </a:spcBef>
              <a:spcAft>
                <a:spcPts val="0"/>
              </a:spcAft>
              <a:buClr>
                <a:schemeClr val="dk2"/>
              </a:buClr>
              <a:buSzPts val="1050"/>
              <a:buNone/>
              <a:defRPr b="1" sz="1050">
                <a:solidFill>
                  <a:schemeClr val="dk2"/>
                </a:solidFill>
              </a:defRPr>
            </a:lvl4pPr>
            <a:lvl5pPr lvl="4" rtl="0" algn="ctr">
              <a:spcBef>
                <a:spcPts val="0"/>
              </a:spcBef>
              <a:spcAft>
                <a:spcPts val="0"/>
              </a:spcAft>
              <a:buClr>
                <a:schemeClr val="dk2"/>
              </a:buClr>
              <a:buSzPts val="1050"/>
              <a:buNone/>
              <a:defRPr b="1" sz="1050">
                <a:solidFill>
                  <a:schemeClr val="dk2"/>
                </a:solidFill>
              </a:defRPr>
            </a:lvl5pPr>
            <a:lvl6pPr lvl="5" rtl="0" algn="ctr">
              <a:spcBef>
                <a:spcPts val="0"/>
              </a:spcBef>
              <a:spcAft>
                <a:spcPts val="0"/>
              </a:spcAft>
              <a:buClr>
                <a:schemeClr val="dk2"/>
              </a:buClr>
              <a:buSzPts val="1050"/>
              <a:buNone/>
              <a:defRPr b="1" sz="1050">
                <a:solidFill>
                  <a:schemeClr val="dk2"/>
                </a:solidFill>
              </a:defRPr>
            </a:lvl6pPr>
            <a:lvl7pPr lvl="6" rtl="0" algn="ctr">
              <a:spcBef>
                <a:spcPts val="0"/>
              </a:spcBef>
              <a:spcAft>
                <a:spcPts val="0"/>
              </a:spcAft>
              <a:buClr>
                <a:schemeClr val="dk2"/>
              </a:buClr>
              <a:buSzPts val="1050"/>
              <a:buNone/>
              <a:defRPr b="1" sz="1050">
                <a:solidFill>
                  <a:schemeClr val="dk2"/>
                </a:solidFill>
              </a:defRPr>
            </a:lvl7pPr>
            <a:lvl8pPr lvl="7" rtl="0" algn="ctr">
              <a:spcBef>
                <a:spcPts val="0"/>
              </a:spcBef>
              <a:spcAft>
                <a:spcPts val="0"/>
              </a:spcAft>
              <a:buClr>
                <a:schemeClr val="dk2"/>
              </a:buClr>
              <a:buSzPts val="1050"/>
              <a:buNone/>
              <a:defRPr b="1" sz="1050">
                <a:solidFill>
                  <a:schemeClr val="dk2"/>
                </a:solidFill>
              </a:defRPr>
            </a:lvl8pPr>
            <a:lvl9pPr lvl="8" rtl="0" algn="ctr">
              <a:spcBef>
                <a:spcPts val="0"/>
              </a:spcBef>
              <a:spcAft>
                <a:spcPts val="0"/>
              </a:spcAft>
              <a:buClr>
                <a:schemeClr val="dk2"/>
              </a:buClr>
              <a:buSzPts val="1050"/>
              <a:buNone/>
              <a:defRPr b="1" sz="1050">
                <a:solidFill>
                  <a:schemeClr val="dk2"/>
                </a:solidFill>
              </a:defRPr>
            </a:lvl9pPr>
          </a:lstStyle>
          <a:p/>
        </p:txBody>
      </p:sp>
      <p:sp>
        <p:nvSpPr>
          <p:cNvPr id="113" name="Google Shape;113;p16"/>
          <p:cNvSpPr txBox="1"/>
          <p:nvPr>
            <p:ph idx="13" type="title"/>
          </p:nvPr>
        </p:nvSpPr>
        <p:spPr>
          <a:xfrm>
            <a:off x="3939963" y="4312438"/>
            <a:ext cx="1271700" cy="3144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2"/>
              </a:buClr>
              <a:buSzPts val="700"/>
              <a:buNone/>
              <a:defRPr b="1" sz="700">
                <a:solidFill>
                  <a:schemeClr val="dk2"/>
                </a:solidFill>
              </a:defRPr>
            </a:lvl1pPr>
            <a:lvl2pPr lvl="1" rtl="0" algn="ctr">
              <a:spcBef>
                <a:spcPts val="0"/>
              </a:spcBef>
              <a:spcAft>
                <a:spcPts val="0"/>
              </a:spcAft>
              <a:buClr>
                <a:schemeClr val="dk2"/>
              </a:buClr>
              <a:buSzPts val="700"/>
              <a:buNone/>
              <a:defRPr b="1" sz="700">
                <a:solidFill>
                  <a:schemeClr val="dk2"/>
                </a:solidFill>
              </a:defRPr>
            </a:lvl2pPr>
            <a:lvl3pPr lvl="2" rtl="0" algn="ctr">
              <a:spcBef>
                <a:spcPts val="0"/>
              </a:spcBef>
              <a:spcAft>
                <a:spcPts val="0"/>
              </a:spcAft>
              <a:buClr>
                <a:schemeClr val="dk2"/>
              </a:buClr>
              <a:buSzPts val="700"/>
              <a:buNone/>
              <a:defRPr b="1" sz="700">
                <a:solidFill>
                  <a:schemeClr val="dk2"/>
                </a:solidFill>
              </a:defRPr>
            </a:lvl3pPr>
            <a:lvl4pPr lvl="3" rtl="0" algn="ctr">
              <a:spcBef>
                <a:spcPts val="0"/>
              </a:spcBef>
              <a:spcAft>
                <a:spcPts val="0"/>
              </a:spcAft>
              <a:buClr>
                <a:schemeClr val="dk2"/>
              </a:buClr>
              <a:buSzPts val="700"/>
              <a:buNone/>
              <a:defRPr b="1" sz="700">
                <a:solidFill>
                  <a:schemeClr val="dk2"/>
                </a:solidFill>
              </a:defRPr>
            </a:lvl4pPr>
            <a:lvl5pPr lvl="4" rtl="0" algn="ctr">
              <a:spcBef>
                <a:spcPts val="0"/>
              </a:spcBef>
              <a:spcAft>
                <a:spcPts val="0"/>
              </a:spcAft>
              <a:buClr>
                <a:schemeClr val="dk2"/>
              </a:buClr>
              <a:buSzPts val="700"/>
              <a:buNone/>
              <a:defRPr b="1" sz="700">
                <a:solidFill>
                  <a:schemeClr val="dk2"/>
                </a:solidFill>
              </a:defRPr>
            </a:lvl5pPr>
            <a:lvl6pPr lvl="5" rtl="0" algn="ctr">
              <a:spcBef>
                <a:spcPts val="0"/>
              </a:spcBef>
              <a:spcAft>
                <a:spcPts val="0"/>
              </a:spcAft>
              <a:buClr>
                <a:schemeClr val="dk2"/>
              </a:buClr>
              <a:buSzPts val="700"/>
              <a:buNone/>
              <a:defRPr b="1" sz="700">
                <a:solidFill>
                  <a:schemeClr val="dk2"/>
                </a:solidFill>
              </a:defRPr>
            </a:lvl6pPr>
            <a:lvl7pPr lvl="6" rtl="0" algn="ctr">
              <a:spcBef>
                <a:spcPts val="0"/>
              </a:spcBef>
              <a:spcAft>
                <a:spcPts val="0"/>
              </a:spcAft>
              <a:buClr>
                <a:schemeClr val="dk2"/>
              </a:buClr>
              <a:buSzPts val="700"/>
              <a:buNone/>
              <a:defRPr b="1" sz="700">
                <a:solidFill>
                  <a:schemeClr val="dk2"/>
                </a:solidFill>
              </a:defRPr>
            </a:lvl7pPr>
            <a:lvl8pPr lvl="7" rtl="0" algn="ctr">
              <a:spcBef>
                <a:spcPts val="0"/>
              </a:spcBef>
              <a:spcAft>
                <a:spcPts val="0"/>
              </a:spcAft>
              <a:buClr>
                <a:schemeClr val="dk2"/>
              </a:buClr>
              <a:buSzPts val="700"/>
              <a:buNone/>
              <a:defRPr b="1" sz="700">
                <a:solidFill>
                  <a:schemeClr val="dk2"/>
                </a:solidFill>
              </a:defRPr>
            </a:lvl8pPr>
            <a:lvl9pPr lvl="8" rtl="0" algn="ctr">
              <a:spcBef>
                <a:spcPts val="0"/>
              </a:spcBef>
              <a:spcAft>
                <a:spcPts val="0"/>
              </a:spcAft>
              <a:buClr>
                <a:schemeClr val="dk2"/>
              </a:buClr>
              <a:buSzPts val="700"/>
              <a:buNone/>
              <a:defRPr b="1" sz="700">
                <a:solidFill>
                  <a:schemeClr val="dk2"/>
                </a:solidFill>
              </a:defRPr>
            </a:lvl9pPr>
          </a:lstStyle>
          <a:p/>
        </p:txBody>
      </p:sp>
      <p:sp>
        <p:nvSpPr>
          <p:cNvPr id="114" name="Google Shape;114;p16"/>
          <p:cNvSpPr txBox="1"/>
          <p:nvPr>
            <p:ph idx="14" type="body"/>
          </p:nvPr>
        </p:nvSpPr>
        <p:spPr>
          <a:xfrm>
            <a:off x="6852900" y="1052565"/>
            <a:ext cx="1895100" cy="1773900"/>
          </a:xfrm>
          <a:prstGeom prst="rect">
            <a:avLst/>
          </a:prstGeom>
        </p:spPr>
        <p:txBody>
          <a:bodyPr anchorCtr="0" anchor="t" bIns="0" lIns="0" spcFirstLastPara="1" rIns="0" wrap="square" tIns="0">
            <a:noAutofit/>
          </a:bodyPr>
          <a:lstStyle>
            <a:lvl1pPr indent="-304800" lvl="0" marL="457200" rtl="0">
              <a:lnSpc>
                <a:spcPct val="125000"/>
              </a:lnSpc>
              <a:spcBef>
                <a:spcPts val="0"/>
              </a:spcBef>
              <a:spcAft>
                <a:spcPts val="0"/>
              </a:spcAft>
              <a:buSzPts val="1200"/>
              <a:buChar char="●"/>
              <a:defRPr sz="1200"/>
            </a:lvl1pPr>
            <a:lvl2pPr indent="-304800" lvl="1" marL="914400" rtl="0">
              <a:lnSpc>
                <a:spcPct val="125000"/>
              </a:lnSpc>
              <a:spcBef>
                <a:spcPts val="0"/>
              </a:spcBef>
              <a:spcAft>
                <a:spcPts val="0"/>
              </a:spcAft>
              <a:buSzPts val="1200"/>
              <a:buChar char="○"/>
              <a:defRPr sz="1200"/>
            </a:lvl2pPr>
            <a:lvl3pPr indent="-304800" lvl="2" marL="1371600" rtl="0">
              <a:lnSpc>
                <a:spcPct val="125000"/>
              </a:lnSpc>
              <a:spcBef>
                <a:spcPts val="0"/>
              </a:spcBef>
              <a:spcAft>
                <a:spcPts val="0"/>
              </a:spcAft>
              <a:buSzPts val="1200"/>
              <a:buChar char="■"/>
              <a:defRPr sz="1200"/>
            </a:lvl3pPr>
            <a:lvl4pPr indent="-304800" lvl="3" marL="1828800" rtl="0">
              <a:lnSpc>
                <a:spcPct val="125000"/>
              </a:lnSpc>
              <a:spcBef>
                <a:spcPts val="0"/>
              </a:spcBef>
              <a:spcAft>
                <a:spcPts val="0"/>
              </a:spcAft>
              <a:buSzPts val="1200"/>
              <a:buChar char="●"/>
              <a:defRPr sz="1200"/>
            </a:lvl4pPr>
            <a:lvl5pPr indent="-304800" lvl="4" marL="2286000" rtl="0">
              <a:lnSpc>
                <a:spcPct val="125000"/>
              </a:lnSpc>
              <a:spcBef>
                <a:spcPts val="0"/>
              </a:spcBef>
              <a:spcAft>
                <a:spcPts val="0"/>
              </a:spcAft>
              <a:buSzPts val="1200"/>
              <a:buChar char="○"/>
              <a:defRPr sz="1200"/>
            </a:lvl5pPr>
            <a:lvl6pPr indent="-304800" lvl="5" marL="2743200" rtl="0">
              <a:lnSpc>
                <a:spcPct val="125000"/>
              </a:lnSpc>
              <a:spcBef>
                <a:spcPts val="0"/>
              </a:spcBef>
              <a:spcAft>
                <a:spcPts val="0"/>
              </a:spcAft>
              <a:buSzPts val="1200"/>
              <a:buChar char="■"/>
              <a:defRPr sz="1200"/>
            </a:lvl6pPr>
            <a:lvl7pPr indent="-304800" lvl="6" marL="3200400" rtl="0">
              <a:lnSpc>
                <a:spcPct val="125000"/>
              </a:lnSpc>
              <a:spcBef>
                <a:spcPts val="0"/>
              </a:spcBef>
              <a:spcAft>
                <a:spcPts val="0"/>
              </a:spcAft>
              <a:buSzPts val="1200"/>
              <a:buChar char="●"/>
              <a:defRPr sz="1200"/>
            </a:lvl7pPr>
            <a:lvl8pPr indent="-304800" lvl="7" marL="3657600" rtl="0">
              <a:lnSpc>
                <a:spcPct val="125000"/>
              </a:lnSpc>
              <a:spcBef>
                <a:spcPts val="0"/>
              </a:spcBef>
              <a:spcAft>
                <a:spcPts val="0"/>
              </a:spcAft>
              <a:buSzPts val="1200"/>
              <a:buChar char="○"/>
              <a:defRPr sz="1200"/>
            </a:lvl8pPr>
            <a:lvl9pPr indent="-304800" lvl="8" marL="4114800" rtl="0">
              <a:lnSpc>
                <a:spcPct val="125000"/>
              </a:lnSpc>
              <a:spcBef>
                <a:spcPts val="0"/>
              </a:spcBef>
              <a:spcAft>
                <a:spcPts val="0"/>
              </a:spcAft>
              <a:buSzPts val="1200"/>
              <a:buChar char="■"/>
              <a:defRPr sz="1200"/>
            </a:lvl9pPr>
          </a:lstStyle>
          <a:p/>
        </p:txBody>
      </p:sp>
      <p:sp>
        <p:nvSpPr>
          <p:cNvPr id="115" name="Google Shape;115;p16"/>
          <p:cNvSpPr/>
          <p:nvPr/>
        </p:nvSpPr>
        <p:spPr>
          <a:xfrm>
            <a:off x="0" y="0"/>
            <a:ext cx="9144000" cy="368700"/>
          </a:xfrm>
          <a:prstGeom prst="rect">
            <a:avLst/>
          </a:prstGeom>
          <a:solidFill>
            <a:srgbClr val="7B189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212121"/>
              </a:solidFill>
            </a:endParaRPr>
          </a:p>
        </p:txBody>
      </p:sp>
      <p:sp>
        <p:nvSpPr>
          <p:cNvPr id="116" name="Google Shape;116;p16"/>
          <p:cNvSpPr txBox="1"/>
          <p:nvPr>
            <p:ph idx="15" type="title"/>
          </p:nvPr>
        </p:nvSpPr>
        <p:spPr>
          <a:xfrm>
            <a:off x="81575" y="0"/>
            <a:ext cx="8657700" cy="3687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600"/>
              <a:buNone/>
              <a:defRPr b="1" sz="1600">
                <a:solidFill>
                  <a:schemeClr val="lt1"/>
                </a:solidFill>
              </a:defRPr>
            </a:lvl1pPr>
            <a:lvl2pPr lvl="1" rtl="0">
              <a:spcBef>
                <a:spcPts val="0"/>
              </a:spcBef>
              <a:spcAft>
                <a:spcPts val="0"/>
              </a:spcAft>
              <a:buClr>
                <a:schemeClr val="lt1"/>
              </a:buClr>
              <a:buSzPts val="1800"/>
              <a:buNone/>
              <a:defRPr b="1" sz="1800">
                <a:solidFill>
                  <a:schemeClr val="lt1"/>
                </a:solidFill>
              </a:defRPr>
            </a:lvl2pPr>
            <a:lvl3pPr lvl="2" rtl="0">
              <a:spcBef>
                <a:spcPts val="0"/>
              </a:spcBef>
              <a:spcAft>
                <a:spcPts val="0"/>
              </a:spcAft>
              <a:buClr>
                <a:schemeClr val="lt1"/>
              </a:buClr>
              <a:buSzPts val="1800"/>
              <a:buNone/>
              <a:defRPr b="1" sz="1800">
                <a:solidFill>
                  <a:schemeClr val="lt1"/>
                </a:solidFill>
              </a:defRPr>
            </a:lvl3pPr>
            <a:lvl4pPr lvl="3" rtl="0">
              <a:spcBef>
                <a:spcPts val="0"/>
              </a:spcBef>
              <a:spcAft>
                <a:spcPts val="0"/>
              </a:spcAft>
              <a:buClr>
                <a:schemeClr val="lt1"/>
              </a:buClr>
              <a:buSzPts val="1800"/>
              <a:buNone/>
              <a:defRPr b="1" sz="1800">
                <a:solidFill>
                  <a:schemeClr val="lt1"/>
                </a:solidFill>
              </a:defRPr>
            </a:lvl4pPr>
            <a:lvl5pPr lvl="4" rtl="0">
              <a:spcBef>
                <a:spcPts val="0"/>
              </a:spcBef>
              <a:spcAft>
                <a:spcPts val="0"/>
              </a:spcAft>
              <a:buClr>
                <a:schemeClr val="lt1"/>
              </a:buClr>
              <a:buSzPts val="1800"/>
              <a:buNone/>
              <a:defRPr b="1" sz="1800">
                <a:solidFill>
                  <a:schemeClr val="lt1"/>
                </a:solidFill>
              </a:defRPr>
            </a:lvl5pPr>
            <a:lvl6pPr lvl="5" rtl="0">
              <a:spcBef>
                <a:spcPts val="0"/>
              </a:spcBef>
              <a:spcAft>
                <a:spcPts val="0"/>
              </a:spcAft>
              <a:buClr>
                <a:schemeClr val="lt1"/>
              </a:buClr>
              <a:buSzPts val="1800"/>
              <a:buNone/>
              <a:defRPr b="1" sz="1800">
                <a:solidFill>
                  <a:schemeClr val="lt1"/>
                </a:solidFill>
              </a:defRPr>
            </a:lvl6pPr>
            <a:lvl7pPr lvl="6" rtl="0">
              <a:spcBef>
                <a:spcPts val="0"/>
              </a:spcBef>
              <a:spcAft>
                <a:spcPts val="0"/>
              </a:spcAft>
              <a:buClr>
                <a:schemeClr val="lt1"/>
              </a:buClr>
              <a:buSzPts val="1800"/>
              <a:buNone/>
              <a:defRPr b="1" sz="1800">
                <a:solidFill>
                  <a:schemeClr val="lt1"/>
                </a:solidFill>
              </a:defRPr>
            </a:lvl7pPr>
            <a:lvl8pPr lvl="7" rtl="0">
              <a:spcBef>
                <a:spcPts val="0"/>
              </a:spcBef>
              <a:spcAft>
                <a:spcPts val="0"/>
              </a:spcAft>
              <a:buClr>
                <a:schemeClr val="lt1"/>
              </a:buClr>
              <a:buSzPts val="1800"/>
              <a:buNone/>
              <a:defRPr b="1" sz="1800">
                <a:solidFill>
                  <a:schemeClr val="lt1"/>
                </a:solidFill>
              </a:defRPr>
            </a:lvl8pPr>
            <a:lvl9pPr lvl="8" rtl="0">
              <a:spcBef>
                <a:spcPts val="0"/>
              </a:spcBef>
              <a:spcAft>
                <a:spcPts val="0"/>
              </a:spcAft>
              <a:buClr>
                <a:schemeClr val="lt1"/>
              </a:buClr>
              <a:buSzPts val="1800"/>
              <a:buNone/>
              <a:defRPr b="1" sz="1800">
                <a:solidFill>
                  <a:schemeClr val="lt1"/>
                </a:solidFill>
              </a:defRPr>
            </a:lvl9pPr>
          </a:lstStyle>
          <a:p/>
        </p:txBody>
      </p:sp>
      <p:pic>
        <p:nvPicPr>
          <p:cNvPr id="117" name="Google Shape;117;p16"/>
          <p:cNvPicPr preferRelativeResize="0"/>
          <p:nvPr/>
        </p:nvPicPr>
        <p:blipFill rotWithShape="1">
          <a:blip r:embed="rId2">
            <a:alphaModFix/>
          </a:blip>
          <a:srcRect b="21394" l="5653" r="78268" t="21296"/>
          <a:stretch/>
        </p:blipFill>
        <p:spPr>
          <a:xfrm>
            <a:off x="8833925" y="60136"/>
            <a:ext cx="254899" cy="248436"/>
          </a:xfrm>
          <a:prstGeom prst="rect">
            <a:avLst/>
          </a:prstGeom>
          <a:noFill/>
          <a:ln>
            <a:noFill/>
          </a:ln>
        </p:spPr>
      </p:pic>
      <p:sp>
        <p:nvSpPr>
          <p:cNvPr id="118" name="Google Shape;118;p16"/>
          <p:cNvSpPr txBox="1"/>
          <p:nvPr>
            <p:ph idx="16" type="title"/>
          </p:nvPr>
        </p:nvSpPr>
        <p:spPr>
          <a:xfrm>
            <a:off x="7475175" y="3852925"/>
            <a:ext cx="1271700" cy="3144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2"/>
              </a:buClr>
              <a:buSzPts val="1050"/>
              <a:buNone/>
              <a:defRPr b="1" sz="1050">
                <a:solidFill>
                  <a:schemeClr val="dk2"/>
                </a:solidFill>
              </a:defRPr>
            </a:lvl1pPr>
            <a:lvl2pPr lvl="1" rtl="0" algn="ctr">
              <a:spcBef>
                <a:spcPts val="0"/>
              </a:spcBef>
              <a:spcAft>
                <a:spcPts val="0"/>
              </a:spcAft>
              <a:buClr>
                <a:schemeClr val="dk2"/>
              </a:buClr>
              <a:buSzPts val="1050"/>
              <a:buNone/>
              <a:defRPr b="1" sz="1050">
                <a:solidFill>
                  <a:schemeClr val="dk2"/>
                </a:solidFill>
              </a:defRPr>
            </a:lvl2pPr>
            <a:lvl3pPr lvl="2" rtl="0" algn="ctr">
              <a:spcBef>
                <a:spcPts val="0"/>
              </a:spcBef>
              <a:spcAft>
                <a:spcPts val="0"/>
              </a:spcAft>
              <a:buClr>
                <a:schemeClr val="dk2"/>
              </a:buClr>
              <a:buSzPts val="1050"/>
              <a:buNone/>
              <a:defRPr b="1" sz="1050">
                <a:solidFill>
                  <a:schemeClr val="dk2"/>
                </a:solidFill>
              </a:defRPr>
            </a:lvl3pPr>
            <a:lvl4pPr lvl="3" rtl="0" algn="ctr">
              <a:spcBef>
                <a:spcPts val="0"/>
              </a:spcBef>
              <a:spcAft>
                <a:spcPts val="0"/>
              </a:spcAft>
              <a:buClr>
                <a:schemeClr val="dk2"/>
              </a:buClr>
              <a:buSzPts val="1050"/>
              <a:buNone/>
              <a:defRPr b="1" sz="1050">
                <a:solidFill>
                  <a:schemeClr val="dk2"/>
                </a:solidFill>
              </a:defRPr>
            </a:lvl4pPr>
            <a:lvl5pPr lvl="4" rtl="0" algn="ctr">
              <a:spcBef>
                <a:spcPts val="0"/>
              </a:spcBef>
              <a:spcAft>
                <a:spcPts val="0"/>
              </a:spcAft>
              <a:buClr>
                <a:schemeClr val="dk2"/>
              </a:buClr>
              <a:buSzPts val="1050"/>
              <a:buNone/>
              <a:defRPr b="1" sz="1050">
                <a:solidFill>
                  <a:schemeClr val="dk2"/>
                </a:solidFill>
              </a:defRPr>
            </a:lvl5pPr>
            <a:lvl6pPr lvl="5" rtl="0" algn="ctr">
              <a:spcBef>
                <a:spcPts val="0"/>
              </a:spcBef>
              <a:spcAft>
                <a:spcPts val="0"/>
              </a:spcAft>
              <a:buClr>
                <a:schemeClr val="dk2"/>
              </a:buClr>
              <a:buSzPts val="1050"/>
              <a:buNone/>
              <a:defRPr b="1" sz="1050">
                <a:solidFill>
                  <a:schemeClr val="dk2"/>
                </a:solidFill>
              </a:defRPr>
            </a:lvl6pPr>
            <a:lvl7pPr lvl="6" rtl="0" algn="ctr">
              <a:spcBef>
                <a:spcPts val="0"/>
              </a:spcBef>
              <a:spcAft>
                <a:spcPts val="0"/>
              </a:spcAft>
              <a:buClr>
                <a:schemeClr val="dk2"/>
              </a:buClr>
              <a:buSzPts val="1050"/>
              <a:buNone/>
              <a:defRPr b="1" sz="1050">
                <a:solidFill>
                  <a:schemeClr val="dk2"/>
                </a:solidFill>
              </a:defRPr>
            </a:lvl7pPr>
            <a:lvl8pPr lvl="7" rtl="0" algn="ctr">
              <a:spcBef>
                <a:spcPts val="0"/>
              </a:spcBef>
              <a:spcAft>
                <a:spcPts val="0"/>
              </a:spcAft>
              <a:buClr>
                <a:schemeClr val="dk2"/>
              </a:buClr>
              <a:buSzPts val="1050"/>
              <a:buNone/>
              <a:defRPr b="1" sz="1050">
                <a:solidFill>
                  <a:schemeClr val="dk2"/>
                </a:solidFill>
              </a:defRPr>
            </a:lvl8pPr>
            <a:lvl9pPr lvl="8" rtl="0" algn="ctr">
              <a:spcBef>
                <a:spcPts val="0"/>
              </a:spcBef>
              <a:spcAft>
                <a:spcPts val="0"/>
              </a:spcAft>
              <a:buClr>
                <a:schemeClr val="dk2"/>
              </a:buClr>
              <a:buSzPts val="1050"/>
              <a:buNone/>
              <a:defRPr b="1" sz="1050">
                <a:solidFill>
                  <a:schemeClr val="dk2"/>
                </a:solidFill>
              </a:defRPr>
            </a:lvl9pPr>
          </a:lstStyle>
          <a:p/>
        </p:txBody>
      </p:sp>
      <p:sp>
        <p:nvSpPr>
          <p:cNvPr id="119" name="Google Shape;119;p16"/>
          <p:cNvSpPr txBox="1"/>
          <p:nvPr>
            <p:ph idx="17" type="title"/>
          </p:nvPr>
        </p:nvSpPr>
        <p:spPr>
          <a:xfrm>
            <a:off x="7475175" y="4312438"/>
            <a:ext cx="1271700" cy="3144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2"/>
              </a:buClr>
              <a:buSzPts val="700"/>
              <a:buNone/>
              <a:defRPr b="1" sz="700">
                <a:solidFill>
                  <a:schemeClr val="dk2"/>
                </a:solidFill>
              </a:defRPr>
            </a:lvl1pPr>
            <a:lvl2pPr lvl="1" rtl="0" algn="ctr">
              <a:spcBef>
                <a:spcPts val="0"/>
              </a:spcBef>
              <a:spcAft>
                <a:spcPts val="0"/>
              </a:spcAft>
              <a:buClr>
                <a:schemeClr val="dk2"/>
              </a:buClr>
              <a:buSzPts val="700"/>
              <a:buNone/>
              <a:defRPr b="1" sz="700">
                <a:solidFill>
                  <a:schemeClr val="dk2"/>
                </a:solidFill>
              </a:defRPr>
            </a:lvl2pPr>
            <a:lvl3pPr lvl="2" rtl="0" algn="ctr">
              <a:spcBef>
                <a:spcPts val="0"/>
              </a:spcBef>
              <a:spcAft>
                <a:spcPts val="0"/>
              </a:spcAft>
              <a:buClr>
                <a:schemeClr val="dk2"/>
              </a:buClr>
              <a:buSzPts val="700"/>
              <a:buNone/>
              <a:defRPr b="1" sz="700">
                <a:solidFill>
                  <a:schemeClr val="dk2"/>
                </a:solidFill>
              </a:defRPr>
            </a:lvl3pPr>
            <a:lvl4pPr lvl="3" rtl="0" algn="ctr">
              <a:spcBef>
                <a:spcPts val="0"/>
              </a:spcBef>
              <a:spcAft>
                <a:spcPts val="0"/>
              </a:spcAft>
              <a:buClr>
                <a:schemeClr val="dk2"/>
              </a:buClr>
              <a:buSzPts val="700"/>
              <a:buNone/>
              <a:defRPr b="1" sz="700">
                <a:solidFill>
                  <a:schemeClr val="dk2"/>
                </a:solidFill>
              </a:defRPr>
            </a:lvl4pPr>
            <a:lvl5pPr lvl="4" rtl="0" algn="ctr">
              <a:spcBef>
                <a:spcPts val="0"/>
              </a:spcBef>
              <a:spcAft>
                <a:spcPts val="0"/>
              </a:spcAft>
              <a:buClr>
                <a:schemeClr val="dk2"/>
              </a:buClr>
              <a:buSzPts val="700"/>
              <a:buNone/>
              <a:defRPr b="1" sz="700">
                <a:solidFill>
                  <a:schemeClr val="dk2"/>
                </a:solidFill>
              </a:defRPr>
            </a:lvl5pPr>
            <a:lvl6pPr lvl="5" rtl="0" algn="ctr">
              <a:spcBef>
                <a:spcPts val="0"/>
              </a:spcBef>
              <a:spcAft>
                <a:spcPts val="0"/>
              </a:spcAft>
              <a:buClr>
                <a:schemeClr val="dk2"/>
              </a:buClr>
              <a:buSzPts val="700"/>
              <a:buNone/>
              <a:defRPr b="1" sz="700">
                <a:solidFill>
                  <a:schemeClr val="dk2"/>
                </a:solidFill>
              </a:defRPr>
            </a:lvl6pPr>
            <a:lvl7pPr lvl="6" rtl="0" algn="ctr">
              <a:spcBef>
                <a:spcPts val="0"/>
              </a:spcBef>
              <a:spcAft>
                <a:spcPts val="0"/>
              </a:spcAft>
              <a:buClr>
                <a:schemeClr val="dk2"/>
              </a:buClr>
              <a:buSzPts val="700"/>
              <a:buNone/>
              <a:defRPr b="1" sz="700">
                <a:solidFill>
                  <a:schemeClr val="dk2"/>
                </a:solidFill>
              </a:defRPr>
            </a:lvl7pPr>
            <a:lvl8pPr lvl="7" rtl="0" algn="ctr">
              <a:spcBef>
                <a:spcPts val="0"/>
              </a:spcBef>
              <a:spcAft>
                <a:spcPts val="0"/>
              </a:spcAft>
              <a:buClr>
                <a:schemeClr val="dk2"/>
              </a:buClr>
              <a:buSzPts val="700"/>
              <a:buNone/>
              <a:defRPr b="1" sz="700">
                <a:solidFill>
                  <a:schemeClr val="dk2"/>
                </a:solidFill>
              </a:defRPr>
            </a:lvl8pPr>
            <a:lvl9pPr lvl="8" rtl="0" algn="ctr">
              <a:spcBef>
                <a:spcPts val="0"/>
              </a:spcBef>
              <a:spcAft>
                <a:spcPts val="0"/>
              </a:spcAft>
              <a:buClr>
                <a:schemeClr val="dk2"/>
              </a:buClr>
              <a:buSzPts val="700"/>
              <a:buNone/>
              <a:defRPr b="1" sz="700">
                <a:solidFill>
                  <a:schemeClr val="dk2"/>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itle">
  <p:cSld name="CUSTOM_2">
    <p:spTree>
      <p:nvGrpSpPr>
        <p:cNvPr id="120" name="Shape 120"/>
        <p:cNvGrpSpPr/>
        <p:nvPr/>
      </p:nvGrpSpPr>
      <p:grpSpPr>
        <a:xfrm>
          <a:off x="0" y="0"/>
          <a:ext cx="0" cy="0"/>
          <a:chOff x="0" y="0"/>
          <a:chExt cx="0" cy="0"/>
        </a:xfrm>
      </p:grpSpPr>
      <p:sp>
        <p:nvSpPr>
          <p:cNvPr id="121" name="Google Shape;121;p17"/>
          <p:cNvSpPr txBox="1"/>
          <p:nvPr>
            <p:ph idx="1" type="subTitle"/>
          </p:nvPr>
        </p:nvSpPr>
        <p:spPr>
          <a:xfrm>
            <a:off x="374550" y="915150"/>
            <a:ext cx="8394900" cy="317100"/>
          </a:xfrm>
          <a:prstGeom prst="rect">
            <a:avLst/>
          </a:prstGeom>
        </p:spPr>
        <p:txBody>
          <a:bodyPr anchorCtr="0" anchor="t" bIns="0" lIns="0" spcFirstLastPara="1" rIns="0" wrap="square" tIns="0">
            <a:noAutofit/>
          </a:bodyPr>
          <a:lstStyle>
            <a:lvl1pPr lvl="0" rtl="0" algn="ctr">
              <a:spcBef>
                <a:spcPts val="0"/>
              </a:spcBef>
              <a:spcAft>
                <a:spcPts val="0"/>
              </a:spcAft>
              <a:buSzPts val="1200"/>
              <a:buNone/>
              <a:defRPr sz="1200"/>
            </a:lvl1pPr>
            <a:lvl2pPr lvl="1" rtl="0" algn="ctr">
              <a:spcBef>
                <a:spcPts val="0"/>
              </a:spcBef>
              <a:spcAft>
                <a:spcPts val="0"/>
              </a:spcAft>
              <a:buSzPts val="1200"/>
              <a:buNone/>
              <a:defRPr sz="1200"/>
            </a:lvl2pPr>
            <a:lvl3pPr lvl="2" rtl="0" algn="ctr">
              <a:spcBef>
                <a:spcPts val="0"/>
              </a:spcBef>
              <a:spcAft>
                <a:spcPts val="0"/>
              </a:spcAft>
              <a:buSzPts val="1400"/>
              <a:buNone/>
              <a:defRPr/>
            </a:lvl3pPr>
            <a:lvl4pPr lvl="3" rtl="0" algn="ctr">
              <a:spcBef>
                <a:spcPts val="0"/>
              </a:spcBef>
              <a:spcAft>
                <a:spcPts val="0"/>
              </a:spcAft>
              <a:buSzPts val="1200"/>
              <a:buNone/>
              <a:defRPr sz="1200"/>
            </a:lvl4pPr>
            <a:lvl5pPr lvl="4" rtl="0" algn="ctr">
              <a:spcBef>
                <a:spcPts val="0"/>
              </a:spcBef>
              <a:spcAft>
                <a:spcPts val="0"/>
              </a:spcAft>
              <a:buSzPts val="1200"/>
              <a:buNone/>
              <a:defRPr sz="1200"/>
            </a:lvl5pPr>
            <a:lvl6pPr lvl="5" rtl="0" algn="ctr">
              <a:spcBef>
                <a:spcPts val="0"/>
              </a:spcBef>
              <a:spcAft>
                <a:spcPts val="0"/>
              </a:spcAft>
              <a:buSzPts val="1200"/>
              <a:buNone/>
              <a:defRPr sz="1200"/>
            </a:lvl6pPr>
            <a:lvl7pPr lvl="6" rtl="0" algn="ctr">
              <a:spcBef>
                <a:spcPts val="0"/>
              </a:spcBef>
              <a:spcAft>
                <a:spcPts val="0"/>
              </a:spcAft>
              <a:buSzPts val="1200"/>
              <a:buNone/>
              <a:defRPr sz="1200"/>
            </a:lvl7pPr>
            <a:lvl8pPr lvl="7" rtl="0" algn="ctr">
              <a:spcBef>
                <a:spcPts val="0"/>
              </a:spcBef>
              <a:spcAft>
                <a:spcPts val="0"/>
              </a:spcAft>
              <a:buSzPts val="1200"/>
              <a:buNone/>
              <a:defRPr sz="1200"/>
            </a:lvl8pPr>
            <a:lvl9pPr lvl="8" rtl="0" algn="ctr">
              <a:spcBef>
                <a:spcPts val="0"/>
              </a:spcBef>
              <a:spcAft>
                <a:spcPts val="0"/>
              </a:spcAft>
              <a:buSzPts val="1200"/>
              <a:buNone/>
              <a:defRPr sz="1200"/>
            </a:lvl9pPr>
          </a:lstStyle>
          <a:p/>
        </p:txBody>
      </p:sp>
      <p:sp>
        <p:nvSpPr>
          <p:cNvPr id="122" name="Google Shape;122;p17"/>
          <p:cNvSpPr txBox="1"/>
          <p:nvPr>
            <p:ph type="title"/>
          </p:nvPr>
        </p:nvSpPr>
        <p:spPr>
          <a:xfrm>
            <a:off x="374550" y="493778"/>
            <a:ext cx="8394900" cy="296400"/>
          </a:xfrm>
          <a:prstGeom prst="rect">
            <a:avLst/>
          </a:prstGeom>
        </p:spPr>
        <p:txBody>
          <a:bodyPr anchorCtr="0" anchor="t" bIns="0" lIns="0" spcFirstLastPara="1" rIns="0" wrap="square" tIns="0">
            <a:noAutofit/>
          </a:bodyPr>
          <a:lstStyle>
            <a:lvl1pPr lvl="0" rtl="0" algn="ctr">
              <a:spcBef>
                <a:spcPts val="0"/>
              </a:spcBef>
              <a:spcAft>
                <a:spcPts val="0"/>
              </a:spcAft>
              <a:buClr>
                <a:schemeClr val="accent1"/>
              </a:buClr>
              <a:buSzPts val="1800"/>
              <a:buNone/>
              <a:defRPr b="1" sz="1800">
                <a:solidFill>
                  <a:schemeClr val="accent1"/>
                </a:solidFill>
              </a:defRPr>
            </a:lvl1pPr>
            <a:lvl2pPr lvl="1" rtl="0" algn="ctr">
              <a:spcBef>
                <a:spcPts val="0"/>
              </a:spcBef>
              <a:spcAft>
                <a:spcPts val="0"/>
              </a:spcAft>
              <a:buClr>
                <a:schemeClr val="accent1"/>
              </a:buClr>
              <a:buSzPts val="1800"/>
              <a:buNone/>
              <a:defRPr b="1" sz="1800">
                <a:solidFill>
                  <a:schemeClr val="accent1"/>
                </a:solidFill>
              </a:defRPr>
            </a:lvl2pPr>
            <a:lvl3pPr lvl="2" rtl="0" algn="ctr">
              <a:spcBef>
                <a:spcPts val="0"/>
              </a:spcBef>
              <a:spcAft>
                <a:spcPts val="0"/>
              </a:spcAft>
              <a:buClr>
                <a:schemeClr val="accent1"/>
              </a:buClr>
              <a:buSzPts val="1800"/>
              <a:buNone/>
              <a:defRPr b="1" sz="1800">
                <a:solidFill>
                  <a:schemeClr val="accent1"/>
                </a:solidFill>
              </a:defRPr>
            </a:lvl3pPr>
            <a:lvl4pPr lvl="3" rtl="0" algn="ctr">
              <a:spcBef>
                <a:spcPts val="0"/>
              </a:spcBef>
              <a:spcAft>
                <a:spcPts val="0"/>
              </a:spcAft>
              <a:buClr>
                <a:schemeClr val="accent1"/>
              </a:buClr>
              <a:buSzPts val="1800"/>
              <a:buNone/>
              <a:defRPr b="1" sz="1800">
                <a:solidFill>
                  <a:schemeClr val="accent1"/>
                </a:solidFill>
              </a:defRPr>
            </a:lvl4pPr>
            <a:lvl5pPr lvl="4" rtl="0" algn="ctr">
              <a:spcBef>
                <a:spcPts val="0"/>
              </a:spcBef>
              <a:spcAft>
                <a:spcPts val="0"/>
              </a:spcAft>
              <a:buClr>
                <a:schemeClr val="accent1"/>
              </a:buClr>
              <a:buSzPts val="1800"/>
              <a:buNone/>
              <a:defRPr b="1" sz="1800">
                <a:solidFill>
                  <a:schemeClr val="accent1"/>
                </a:solidFill>
              </a:defRPr>
            </a:lvl5pPr>
            <a:lvl6pPr lvl="5" rtl="0" algn="ctr">
              <a:spcBef>
                <a:spcPts val="0"/>
              </a:spcBef>
              <a:spcAft>
                <a:spcPts val="0"/>
              </a:spcAft>
              <a:buClr>
                <a:schemeClr val="accent1"/>
              </a:buClr>
              <a:buSzPts val="1800"/>
              <a:buNone/>
              <a:defRPr b="1" sz="1800">
                <a:solidFill>
                  <a:schemeClr val="accent1"/>
                </a:solidFill>
              </a:defRPr>
            </a:lvl6pPr>
            <a:lvl7pPr lvl="6" rtl="0" algn="ctr">
              <a:spcBef>
                <a:spcPts val="0"/>
              </a:spcBef>
              <a:spcAft>
                <a:spcPts val="0"/>
              </a:spcAft>
              <a:buClr>
                <a:schemeClr val="accent1"/>
              </a:buClr>
              <a:buSzPts val="1800"/>
              <a:buNone/>
              <a:defRPr b="1" sz="1800">
                <a:solidFill>
                  <a:schemeClr val="accent1"/>
                </a:solidFill>
              </a:defRPr>
            </a:lvl7pPr>
            <a:lvl8pPr lvl="7" rtl="0" algn="ctr">
              <a:spcBef>
                <a:spcPts val="0"/>
              </a:spcBef>
              <a:spcAft>
                <a:spcPts val="0"/>
              </a:spcAft>
              <a:buClr>
                <a:schemeClr val="accent1"/>
              </a:buClr>
              <a:buSzPts val="1800"/>
              <a:buNone/>
              <a:defRPr b="1" sz="1800">
                <a:solidFill>
                  <a:schemeClr val="accent1"/>
                </a:solidFill>
              </a:defRPr>
            </a:lvl8pPr>
            <a:lvl9pPr lvl="8" rtl="0" algn="ctr">
              <a:spcBef>
                <a:spcPts val="0"/>
              </a:spcBef>
              <a:spcAft>
                <a:spcPts val="0"/>
              </a:spcAft>
              <a:buClr>
                <a:schemeClr val="accent1"/>
              </a:buClr>
              <a:buSzPts val="1800"/>
              <a:buNone/>
              <a:defRPr b="1" sz="1800">
                <a:solidFill>
                  <a:schemeClr val="accent1"/>
                </a:solidFil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cess Flow">
  <p:cSld name="CUSTOM_2_4">
    <p:spTree>
      <p:nvGrpSpPr>
        <p:cNvPr id="123" name="Shape 123"/>
        <p:cNvGrpSpPr/>
        <p:nvPr/>
      </p:nvGrpSpPr>
      <p:grpSpPr>
        <a:xfrm>
          <a:off x="0" y="0"/>
          <a:ext cx="0" cy="0"/>
          <a:chOff x="0" y="0"/>
          <a:chExt cx="0" cy="0"/>
        </a:xfrm>
      </p:grpSpPr>
      <p:sp>
        <p:nvSpPr>
          <p:cNvPr id="124" name="Google Shape;124;p18"/>
          <p:cNvSpPr txBox="1"/>
          <p:nvPr>
            <p:ph idx="1" type="subTitle"/>
          </p:nvPr>
        </p:nvSpPr>
        <p:spPr>
          <a:xfrm>
            <a:off x="411300" y="553263"/>
            <a:ext cx="8321400" cy="317100"/>
          </a:xfrm>
          <a:prstGeom prst="rect">
            <a:avLst/>
          </a:prstGeom>
        </p:spPr>
        <p:txBody>
          <a:bodyPr anchorCtr="0" anchor="ctr" bIns="0" lIns="0" spcFirstLastPara="1" rIns="0" wrap="square" tIns="0">
            <a:noAutofit/>
          </a:bodyPr>
          <a:lstStyle>
            <a:lvl1pPr lvl="0" rtl="0" algn="ctr">
              <a:spcBef>
                <a:spcPts val="0"/>
              </a:spcBef>
              <a:spcAft>
                <a:spcPts val="0"/>
              </a:spcAft>
              <a:buSzPts val="1200"/>
              <a:buNone/>
              <a:defRPr b="1" sz="1200"/>
            </a:lvl1pPr>
            <a:lvl2pPr lvl="1" rtl="0" algn="ctr">
              <a:spcBef>
                <a:spcPts val="0"/>
              </a:spcBef>
              <a:spcAft>
                <a:spcPts val="0"/>
              </a:spcAft>
              <a:buSzPts val="1200"/>
              <a:buNone/>
              <a:defRPr b="1" sz="1200"/>
            </a:lvl2pPr>
            <a:lvl3pPr lvl="2" rtl="0" algn="ctr">
              <a:spcBef>
                <a:spcPts val="0"/>
              </a:spcBef>
              <a:spcAft>
                <a:spcPts val="0"/>
              </a:spcAft>
              <a:buSzPts val="1400"/>
              <a:buNone/>
              <a:defRPr b="1"/>
            </a:lvl3pPr>
            <a:lvl4pPr lvl="3" rtl="0" algn="ctr">
              <a:spcBef>
                <a:spcPts val="0"/>
              </a:spcBef>
              <a:spcAft>
                <a:spcPts val="0"/>
              </a:spcAft>
              <a:buSzPts val="1200"/>
              <a:buNone/>
              <a:defRPr b="1" sz="1200"/>
            </a:lvl4pPr>
            <a:lvl5pPr lvl="4" rtl="0" algn="ctr">
              <a:spcBef>
                <a:spcPts val="0"/>
              </a:spcBef>
              <a:spcAft>
                <a:spcPts val="0"/>
              </a:spcAft>
              <a:buSzPts val="1200"/>
              <a:buNone/>
              <a:defRPr b="1" sz="1200"/>
            </a:lvl5pPr>
            <a:lvl6pPr lvl="5" rtl="0" algn="ctr">
              <a:spcBef>
                <a:spcPts val="0"/>
              </a:spcBef>
              <a:spcAft>
                <a:spcPts val="0"/>
              </a:spcAft>
              <a:buSzPts val="1200"/>
              <a:buNone/>
              <a:defRPr b="1" sz="1200"/>
            </a:lvl6pPr>
            <a:lvl7pPr lvl="6" rtl="0" algn="ctr">
              <a:spcBef>
                <a:spcPts val="0"/>
              </a:spcBef>
              <a:spcAft>
                <a:spcPts val="0"/>
              </a:spcAft>
              <a:buSzPts val="1200"/>
              <a:buNone/>
              <a:defRPr b="1" sz="1200"/>
            </a:lvl7pPr>
            <a:lvl8pPr lvl="7" rtl="0" algn="ctr">
              <a:spcBef>
                <a:spcPts val="0"/>
              </a:spcBef>
              <a:spcAft>
                <a:spcPts val="0"/>
              </a:spcAft>
              <a:buSzPts val="1200"/>
              <a:buNone/>
              <a:defRPr b="1" sz="1200"/>
            </a:lvl8pPr>
            <a:lvl9pPr lvl="8" rtl="0" algn="ctr">
              <a:spcBef>
                <a:spcPts val="0"/>
              </a:spcBef>
              <a:spcAft>
                <a:spcPts val="0"/>
              </a:spcAft>
              <a:buSzPts val="1200"/>
              <a:buNone/>
              <a:defRPr b="1" sz="1200"/>
            </a:lvl9pPr>
          </a:lstStyle>
          <a:p/>
        </p:txBody>
      </p:sp>
      <p:sp>
        <p:nvSpPr>
          <p:cNvPr id="125" name="Google Shape;125;p18"/>
          <p:cNvSpPr/>
          <p:nvPr/>
        </p:nvSpPr>
        <p:spPr>
          <a:xfrm>
            <a:off x="0" y="0"/>
            <a:ext cx="9144000" cy="368700"/>
          </a:xfrm>
          <a:prstGeom prst="rect">
            <a:avLst/>
          </a:prstGeom>
          <a:solidFill>
            <a:srgbClr val="7B189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212121"/>
              </a:solidFill>
            </a:endParaRPr>
          </a:p>
        </p:txBody>
      </p:sp>
      <p:sp>
        <p:nvSpPr>
          <p:cNvPr id="126" name="Google Shape;126;p18"/>
          <p:cNvSpPr txBox="1"/>
          <p:nvPr>
            <p:ph type="title"/>
          </p:nvPr>
        </p:nvSpPr>
        <p:spPr>
          <a:xfrm>
            <a:off x="81575" y="0"/>
            <a:ext cx="8657400" cy="3687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600"/>
              <a:buNone/>
              <a:defRPr b="1" sz="1600">
                <a:solidFill>
                  <a:schemeClr val="lt1"/>
                </a:solidFill>
              </a:defRPr>
            </a:lvl1pPr>
            <a:lvl2pPr lvl="1" rtl="0">
              <a:spcBef>
                <a:spcPts val="0"/>
              </a:spcBef>
              <a:spcAft>
                <a:spcPts val="0"/>
              </a:spcAft>
              <a:buClr>
                <a:schemeClr val="lt1"/>
              </a:buClr>
              <a:buSzPts val="1600"/>
              <a:buNone/>
              <a:defRPr b="1" sz="1600">
                <a:solidFill>
                  <a:schemeClr val="lt1"/>
                </a:solidFill>
              </a:defRPr>
            </a:lvl2pPr>
            <a:lvl3pPr lvl="2" rtl="0">
              <a:spcBef>
                <a:spcPts val="0"/>
              </a:spcBef>
              <a:spcAft>
                <a:spcPts val="0"/>
              </a:spcAft>
              <a:buClr>
                <a:schemeClr val="lt1"/>
              </a:buClr>
              <a:buSzPts val="1600"/>
              <a:buNone/>
              <a:defRPr b="1" sz="1600">
                <a:solidFill>
                  <a:schemeClr val="lt1"/>
                </a:solidFill>
              </a:defRPr>
            </a:lvl3pPr>
            <a:lvl4pPr lvl="3" rtl="0">
              <a:spcBef>
                <a:spcPts val="0"/>
              </a:spcBef>
              <a:spcAft>
                <a:spcPts val="0"/>
              </a:spcAft>
              <a:buClr>
                <a:schemeClr val="lt1"/>
              </a:buClr>
              <a:buSzPts val="1600"/>
              <a:buNone/>
              <a:defRPr b="1" sz="1600">
                <a:solidFill>
                  <a:schemeClr val="lt1"/>
                </a:solidFill>
              </a:defRPr>
            </a:lvl4pPr>
            <a:lvl5pPr lvl="4" rtl="0">
              <a:spcBef>
                <a:spcPts val="0"/>
              </a:spcBef>
              <a:spcAft>
                <a:spcPts val="0"/>
              </a:spcAft>
              <a:buClr>
                <a:schemeClr val="lt1"/>
              </a:buClr>
              <a:buSzPts val="1600"/>
              <a:buNone/>
              <a:defRPr b="1" sz="1600">
                <a:solidFill>
                  <a:schemeClr val="lt1"/>
                </a:solidFill>
              </a:defRPr>
            </a:lvl5pPr>
            <a:lvl6pPr lvl="5" rtl="0">
              <a:spcBef>
                <a:spcPts val="0"/>
              </a:spcBef>
              <a:spcAft>
                <a:spcPts val="0"/>
              </a:spcAft>
              <a:buClr>
                <a:schemeClr val="lt1"/>
              </a:buClr>
              <a:buSzPts val="1600"/>
              <a:buNone/>
              <a:defRPr b="1" sz="1600">
                <a:solidFill>
                  <a:schemeClr val="lt1"/>
                </a:solidFill>
              </a:defRPr>
            </a:lvl6pPr>
            <a:lvl7pPr lvl="6" rtl="0">
              <a:spcBef>
                <a:spcPts val="0"/>
              </a:spcBef>
              <a:spcAft>
                <a:spcPts val="0"/>
              </a:spcAft>
              <a:buClr>
                <a:schemeClr val="lt1"/>
              </a:buClr>
              <a:buSzPts val="1600"/>
              <a:buNone/>
              <a:defRPr b="1" sz="1600">
                <a:solidFill>
                  <a:schemeClr val="lt1"/>
                </a:solidFill>
              </a:defRPr>
            </a:lvl7pPr>
            <a:lvl8pPr lvl="7" rtl="0">
              <a:spcBef>
                <a:spcPts val="0"/>
              </a:spcBef>
              <a:spcAft>
                <a:spcPts val="0"/>
              </a:spcAft>
              <a:buClr>
                <a:schemeClr val="lt1"/>
              </a:buClr>
              <a:buSzPts val="1600"/>
              <a:buNone/>
              <a:defRPr b="1" sz="1600">
                <a:solidFill>
                  <a:schemeClr val="lt1"/>
                </a:solidFill>
              </a:defRPr>
            </a:lvl8pPr>
            <a:lvl9pPr lvl="8" rtl="0">
              <a:spcBef>
                <a:spcPts val="0"/>
              </a:spcBef>
              <a:spcAft>
                <a:spcPts val="0"/>
              </a:spcAft>
              <a:buClr>
                <a:schemeClr val="lt1"/>
              </a:buClr>
              <a:buSzPts val="1600"/>
              <a:buNone/>
              <a:defRPr b="1" sz="1600">
                <a:solidFill>
                  <a:schemeClr val="lt1"/>
                </a:solidFill>
              </a:defRPr>
            </a:lvl9pPr>
          </a:lstStyle>
          <a:p/>
        </p:txBody>
      </p:sp>
      <p:sp>
        <p:nvSpPr>
          <p:cNvPr id="127" name="Google Shape;127;p18"/>
          <p:cNvSpPr txBox="1"/>
          <p:nvPr>
            <p:ph idx="2" type="body"/>
          </p:nvPr>
        </p:nvSpPr>
        <p:spPr>
          <a:xfrm>
            <a:off x="569550" y="2038650"/>
            <a:ext cx="2328000" cy="24192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28" name="Google Shape;128;p18"/>
          <p:cNvSpPr txBox="1"/>
          <p:nvPr>
            <p:ph idx="3" type="body"/>
          </p:nvPr>
        </p:nvSpPr>
        <p:spPr>
          <a:xfrm>
            <a:off x="6246399" y="2038650"/>
            <a:ext cx="2328000" cy="24192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pic>
        <p:nvPicPr>
          <p:cNvPr id="129" name="Google Shape;129;p18"/>
          <p:cNvPicPr preferRelativeResize="0"/>
          <p:nvPr/>
        </p:nvPicPr>
        <p:blipFill rotWithShape="1">
          <a:blip r:embed="rId2">
            <a:alphaModFix/>
          </a:blip>
          <a:srcRect b="21394" l="5653" r="78268" t="21296"/>
          <a:stretch/>
        </p:blipFill>
        <p:spPr>
          <a:xfrm>
            <a:off x="8833925" y="60136"/>
            <a:ext cx="254899" cy="248436"/>
          </a:xfrm>
          <a:prstGeom prst="rect">
            <a:avLst/>
          </a:prstGeom>
          <a:noFill/>
          <a:ln>
            <a:noFill/>
          </a:ln>
        </p:spPr>
      </p:pic>
      <p:sp>
        <p:nvSpPr>
          <p:cNvPr id="130" name="Google Shape;130;p18"/>
          <p:cNvSpPr txBox="1"/>
          <p:nvPr>
            <p:ph idx="4" type="body"/>
          </p:nvPr>
        </p:nvSpPr>
        <p:spPr>
          <a:xfrm>
            <a:off x="3407968" y="2038650"/>
            <a:ext cx="2328000" cy="24192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oints">
  <p:cSld name="CUSTOM_2_3">
    <p:spTree>
      <p:nvGrpSpPr>
        <p:cNvPr id="131" name="Shape 131"/>
        <p:cNvGrpSpPr/>
        <p:nvPr/>
      </p:nvGrpSpPr>
      <p:grpSpPr>
        <a:xfrm>
          <a:off x="0" y="0"/>
          <a:ext cx="0" cy="0"/>
          <a:chOff x="0" y="0"/>
          <a:chExt cx="0" cy="0"/>
        </a:xfrm>
      </p:grpSpPr>
      <p:sp>
        <p:nvSpPr>
          <p:cNvPr id="132" name="Google Shape;132;p19"/>
          <p:cNvSpPr txBox="1"/>
          <p:nvPr>
            <p:ph idx="1" type="body"/>
          </p:nvPr>
        </p:nvSpPr>
        <p:spPr>
          <a:xfrm>
            <a:off x="569550" y="1054950"/>
            <a:ext cx="2328000" cy="33027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33" name="Google Shape;133;p19"/>
          <p:cNvSpPr txBox="1"/>
          <p:nvPr>
            <p:ph idx="2" type="body"/>
          </p:nvPr>
        </p:nvSpPr>
        <p:spPr>
          <a:xfrm>
            <a:off x="3405375" y="1054950"/>
            <a:ext cx="2328000" cy="33027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34" name="Google Shape;134;p19"/>
          <p:cNvSpPr txBox="1"/>
          <p:nvPr>
            <p:ph idx="3" type="body"/>
          </p:nvPr>
        </p:nvSpPr>
        <p:spPr>
          <a:xfrm>
            <a:off x="6246375" y="1054950"/>
            <a:ext cx="2328000" cy="33027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35" name="Google Shape;135;p19"/>
          <p:cNvSpPr/>
          <p:nvPr/>
        </p:nvSpPr>
        <p:spPr>
          <a:xfrm>
            <a:off x="0" y="0"/>
            <a:ext cx="9144000" cy="368700"/>
          </a:xfrm>
          <a:prstGeom prst="rect">
            <a:avLst/>
          </a:prstGeom>
          <a:solidFill>
            <a:srgbClr val="7B189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212121"/>
              </a:solidFill>
            </a:endParaRPr>
          </a:p>
        </p:txBody>
      </p:sp>
      <p:sp>
        <p:nvSpPr>
          <p:cNvPr id="136" name="Google Shape;136;p19"/>
          <p:cNvSpPr txBox="1"/>
          <p:nvPr>
            <p:ph type="title"/>
          </p:nvPr>
        </p:nvSpPr>
        <p:spPr>
          <a:xfrm>
            <a:off x="81575" y="0"/>
            <a:ext cx="8657700" cy="3687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600"/>
              <a:buNone/>
              <a:defRPr b="1" sz="1600">
                <a:solidFill>
                  <a:schemeClr val="lt1"/>
                </a:solidFill>
              </a:defRPr>
            </a:lvl1pPr>
            <a:lvl2pPr lvl="1" rtl="0" algn="ctr">
              <a:spcBef>
                <a:spcPts val="0"/>
              </a:spcBef>
              <a:spcAft>
                <a:spcPts val="0"/>
              </a:spcAft>
              <a:buClr>
                <a:schemeClr val="lt1"/>
              </a:buClr>
              <a:buSzPts val="1800"/>
              <a:buNone/>
              <a:defRPr b="1" sz="1800">
                <a:solidFill>
                  <a:schemeClr val="lt1"/>
                </a:solidFill>
              </a:defRPr>
            </a:lvl2pPr>
            <a:lvl3pPr lvl="2" rtl="0" algn="ctr">
              <a:spcBef>
                <a:spcPts val="0"/>
              </a:spcBef>
              <a:spcAft>
                <a:spcPts val="0"/>
              </a:spcAft>
              <a:buClr>
                <a:schemeClr val="lt1"/>
              </a:buClr>
              <a:buSzPts val="1800"/>
              <a:buNone/>
              <a:defRPr b="1" sz="1800">
                <a:solidFill>
                  <a:schemeClr val="lt1"/>
                </a:solidFill>
              </a:defRPr>
            </a:lvl3pPr>
            <a:lvl4pPr lvl="3" rtl="0" algn="ctr">
              <a:spcBef>
                <a:spcPts val="0"/>
              </a:spcBef>
              <a:spcAft>
                <a:spcPts val="0"/>
              </a:spcAft>
              <a:buClr>
                <a:schemeClr val="lt1"/>
              </a:buClr>
              <a:buSzPts val="1800"/>
              <a:buNone/>
              <a:defRPr b="1" sz="1800">
                <a:solidFill>
                  <a:schemeClr val="lt1"/>
                </a:solidFill>
              </a:defRPr>
            </a:lvl4pPr>
            <a:lvl5pPr lvl="4" rtl="0" algn="ctr">
              <a:spcBef>
                <a:spcPts val="0"/>
              </a:spcBef>
              <a:spcAft>
                <a:spcPts val="0"/>
              </a:spcAft>
              <a:buClr>
                <a:schemeClr val="lt1"/>
              </a:buClr>
              <a:buSzPts val="1800"/>
              <a:buNone/>
              <a:defRPr b="1" sz="1800">
                <a:solidFill>
                  <a:schemeClr val="lt1"/>
                </a:solidFill>
              </a:defRPr>
            </a:lvl5pPr>
            <a:lvl6pPr lvl="5" rtl="0" algn="ctr">
              <a:spcBef>
                <a:spcPts val="0"/>
              </a:spcBef>
              <a:spcAft>
                <a:spcPts val="0"/>
              </a:spcAft>
              <a:buClr>
                <a:schemeClr val="lt1"/>
              </a:buClr>
              <a:buSzPts val="1800"/>
              <a:buNone/>
              <a:defRPr b="1" sz="1800">
                <a:solidFill>
                  <a:schemeClr val="lt1"/>
                </a:solidFill>
              </a:defRPr>
            </a:lvl6pPr>
            <a:lvl7pPr lvl="6" rtl="0" algn="ctr">
              <a:spcBef>
                <a:spcPts val="0"/>
              </a:spcBef>
              <a:spcAft>
                <a:spcPts val="0"/>
              </a:spcAft>
              <a:buClr>
                <a:schemeClr val="lt1"/>
              </a:buClr>
              <a:buSzPts val="1800"/>
              <a:buNone/>
              <a:defRPr b="1" sz="1800">
                <a:solidFill>
                  <a:schemeClr val="lt1"/>
                </a:solidFill>
              </a:defRPr>
            </a:lvl7pPr>
            <a:lvl8pPr lvl="7" rtl="0" algn="ctr">
              <a:spcBef>
                <a:spcPts val="0"/>
              </a:spcBef>
              <a:spcAft>
                <a:spcPts val="0"/>
              </a:spcAft>
              <a:buClr>
                <a:schemeClr val="lt1"/>
              </a:buClr>
              <a:buSzPts val="1800"/>
              <a:buNone/>
              <a:defRPr b="1" sz="1800">
                <a:solidFill>
                  <a:schemeClr val="lt1"/>
                </a:solidFill>
              </a:defRPr>
            </a:lvl8pPr>
            <a:lvl9pPr lvl="8" rtl="0" algn="ctr">
              <a:spcBef>
                <a:spcPts val="0"/>
              </a:spcBef>
              <a:spcAft>
                <a:spcPts val="0"/>
              </a:spcAft>
              <a:buClr>
                <a:schemeClr val="lt1"/>
              </a:buClr>
              <a:buSzPts val="1800"/>
              <a:buNone/>
              <a:defRPr b="1" sz="1800">
                <a:solidFill>
                  <a:schemeClr val="lt1"/>
                </a:solidFill>
              </a:defRPr>
            </a:lvl9pPr>
          </a:lstStyle>
          <a:p/>
        </p:txBody>
      </p:sp>
      <p:pic>
        <p:nvPicPr>
          <p:cNvPr id="137" name="Google Shape;137;p19"/>
          <p:cNvPicPr preferRelativeResize="0"/>
          <p:nvPr/>
        </p:nvPicPr>
        <p:blipFill rotWithShape="1">
          <a:blip r:embed="rId2">
            <a:alphaModFix/>
          </a:blip>
          <a:srcRect b="21394" l="5653" r="78268" t="21296"/>
          <a:stretch/>
        </p:blipFill>
        <p:spPr>
          <a:xfrm>
            <a:off x="8833925" y="60136"/>
            <a:ext cx="254899" cy="248436"/>
          </a:xfrm>
          <a:prstGeom prst="rect">
            <a:avLst/>
          </a:prstGeom>
          <a:noFill/>
          <a:ln>
            <a:noFill/>
          </a:ln>
        </p:spPr>
      </p:pic>
      <p:sp>
        <p:nvSpPr>
          <p:cNvPr id="138" name="Google Shape;138;p19"/>
          <p:cNvSpPr txBox="1"/>
          <p:nvPr>
            <p:ph idx="4" type="subTitle"/>
          </p:nvPr>
        </p:nvSpPr>
        <p:spPr>
          <a:xfrm>
            <a:off x="411300" y="553275"/>
            <a:ext cx="8321400" cy="317100"/>
          </a:xfrm>
          <a:prstGeom prst="rect">
            <a:avLst/>
          </a:prstGeom>
        </p:spPr>
        <p:txBody>
          <a:bodyPr anchorCtr="0" anchor="ctr" bIns="0" lIns="0" spcFirstLastPara="1" rIns="0" wrap="square" tIns="0">
            <a:noAutofit/>
          </a:bodyPr>
          <a:lstStyle>
            <a:lvl1pPr lvl="0" rtl="0" algn="ctr">
              <a:spcBef>
                <a:spcPts val="0"/>
              </a:spcBef>
              <a:spcAft>
                <a:spcPts val="0"/>
              </a:spcAft>
              <a:buSzPts val="1200"/>
              <a:buNone/>
              <a:defRPr b="1" sz="1200"/>
            </a:lvl1pPr>
            <a:lvl2pPr lvl="1" rtl="0" algn="ctr">
              <a:spcBef>
                <a:spcPts val="0"/>
              </a:spcBef>
              <a:spcAft>
                <a:spcPts val="0"/>
              </a:spcAft>
              <a:buSzPts val="1200"/>
              <a:buNone/>
              <a:defRPr b="1" sz="1200"/>
            </a:lvl2pPr>
            <a:lvl3pPr lvl="2" rtl="0" algn="ctr">
              <a:spcBef>
                <a:spcPts val="0"/>
              </a:spcBef>
              <a:spcAft>
                <a:spcPts val="0"/>
              </a:spcAft>
              <a:buSzPts val="1400"/>
              <a:buNone/>
              <a:defRPr b="1"/>
            </a:lvl3pPr>
            <a:lvl4pPr lvl="3" rtl="0" algn="ctr">
              <a:spcBef>
                <a:spcPts val="0"/>
              </a:spcBef>
              <a:spcAft>
                <a:spcPts val="0"/>
              </a:spcAft>
              <a:buSzPts val="1200"/>
              <a:buNone/>
              <a:defRPr b="1" sz="1200"/>
            </a:lvl4pPr>
            <a:lvl5pPr lvl="4" rtl="0" algn="ctr">
              <a:spcBef>
                <a:spcPts val="0"/>
              </a:spcBef>
              <a:spcAft>
                <a:spcPts val="0"/>
              </a:spcAft>
              <a:buSzPts val="1200"/>
              <a:buNone/>
              <a:defRPr b="1" sz="1200"/>
            </a:lvl5pPr>
            <a:lvl6pPr lvl="5" rtl="0" algn="ctr">
              <a:spcBef>
                <a:spcPts val="0"/>
              </a:spcBef>
              <a:spcAft>
                <a:spcPts val="0"/>
              </a:spcAft>
              <a:buSzPts val="1200"/>
              <a:buNone/>
              <a:defRPr b="1" sz="1200"/>
            </a:lvl6pPr>
            <a:lvl7pPr lvl="6" rtl="0" algn="ctr">
              <a:spcBef>
                <a:spcPts val="0"/>
              </a:spcBef>
              <a:spcAft>
                <a:spcPts val="0"/>
              </a:spcAft>
              <a:buSzPts val="1200"/>
              <a:buNone/>
              <a:defRPr b="1" sz="1200"/>
            </a:lvl7pPr>
            <a:lvl8pPr lvl="7" rtl="0" algn="ctr">
              <a:spcBef>
                <a:spcPts val="0"/>
              </a:spcBef>
              <a:spcAft>
                <a:spcPts val="0"/>
              </a:spcAft>
              <a:buSzPts val="1200"/>
              <a:buNone/>
              <a:defRPr b="1" sz="1200"/>
            </a:lvl8pPr>
            <a:lvl9pPr lvl="8" rtl="0" algn="ctr">
              <a:spcBef>
                <a:spcPts val="0"/>
              </a:spcBef>
              <a:spcAft>
                <a:spcPts val="0"/>
              </a:spcAft>
              <a:buSzPts val="1200"/>
              <a:buNone/>
              <a:defRPr b="1" sz="12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width Graph">
  <p:cSld name="CUSTOM_2_3_1">
    <p:spTree>
      <p:nvGrpSpPr>
        <p:cNvPr id="139" name="Shape 139"/>
        <p:cNvGrpSpPr/>
        <p:nvPr/>
      </p:nvGrpSpPr>
      <p:grpSpPr>
        <a:xfrm>
          <a:off x="0" y="0"/>
          <a:ext cx="0" cy="0"/>
          <a:chOff x="0" y="0"/>
          <a:chExt cx="0" cy="0"/>
        </a:xfrm>
      </p:grpSpPr>
      <p:sp>
        <p:nvSpPr>
          <p:cNvPr id="140" name="Google Shape;140;p20"/>
          <p:cNvSpPr/>
          <p:nvPr/>
        </p:nvSpPr>
        <p:spPr>
          <a:xfrm>
            <a:off x="0" y="0"/>
            <a:ext cx="9144000" cy="368700"/>
          </a:xfrm>
          <a:prstGeom prst="rect">
            <a:avLst/>
          </a:prstGeom>
          <a:solidFill>
            <a:srgbClr val="7B189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212121"/>
              </a:solidFill>
            </a:endParaRPr>
          </a:p>
        </p:txBody>
      </p:sp>
      <p:sp>
        <p:nvSpPr>
          <p:cNvPr id="141" name="Google Shape;141;p20"/>
          <p:cNvSpPr txBox="1"/>
          <p:nvPr>
            <p:ph type="title"/>
          </p:nvPr>
        </p:nvSpPr>
        <p:spPr>
          <a:xfrm>
            <a:off x="81575" y="0"/>
            <a:ext cx="8657700" cy="3687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600"/>
              <a:buNone/>
              <a:defRPr b="1" sz="1600">
                <a:solidFill>
                  <a:schemeClr val="lt1"/>
                </a:solidFill>
              </a:defRPr>
            </a:lvl1pPr>
            <a:lvl2pPr lvl="1" rtl="0" algn="ctr">
              <a:spcBef>
                <a:spcPts val="0"/>
              </a:spcBef>
              <a:spcAft>
                <a:spcPts val="0"/>
              </a:spcAft>
              <a:buClr>
                <a:schemeClr val="lt1"/>
              </a:buClr>
              <a:buSzPts val="1800"/>
              <a:buNone/>
              <a:defRPr b="1" sz="1800">
                <a:solidFill>
                  <a:schemeClr val="lt1"/>
                </a:solidFill>
              </a:defRPr>
            </a:lvl2pPr>
            <a:lvl3pPr lvl="2" rtl="0" algn="ctr">
              <a:spcBef>
                <a:spcPts val="0"/>
              </a:spcBef>
              <a:spcAft>
                <a:spcPts val="0"/>
              </a:spcAft>
              <a:buClr>
                <a:schemeClr val="lt1"/>
              </a:buClr>
              <a:buSzPts val="1800"/>
              <a:buNone/>
              <a:defRPr b="1" sz="1800">
                <a:solidFill>
                  <a:schemeClr val="lt1"/>
                </a:solidFill>
              </a:defRPr>
            </a:lvl3pPr>
            <a:lvl4pPr lvl="3" rtl="0" algn="ctr">
              <a:spcBef>
                <a:spcPts val="0"/>
              </a:spcBef>
              <a:spcAft>
                <a:spcPts val="0"/>
              </a:spcAft>
              <a:buClr>
                <a:schemeClr val="lt1"/>
              </a:buClr>
              <a:buSzPts val="1800"/>
              <a:buNone/>
              <a:defRPr b="1" sz="1800">
                <a:solidFill>
                  <a:schemeClr val="lt1"/>
                </a:solidFill>
              </a:defRPr>
            </a:lvl4pPr>
            <a:lvl5pPr lvl="4" rtl="0" algn="ctr">
              <a:spcBef>
                <a:spcPts val="0"/>
              </a:spcBef>
              <a:spcAft>
                <a:spcPts val="0"/>
              </a:spcAft>
              <a:buClr>
                <a:schemeClr val="lt1"/>
              </a:buClr>
              <a:buSzPts val="1800"/>
              <a:buNone/>
              <a:defRPr b="1" sz="1800">
                <a:solidFill>
                  <a:schemeClr val="lt1"/>
                </a:solidFill>
              </a:defRPr>
            </a:lvl5pPr>
            <a:lvl6pPr lvl="5" rtl="0" algn="ctr">
              <a:spcBef>
                <a:spcPts val="0"/>
              </a:spcBef>
              <a:spcAft>
                <a:spcPts val="0"/>
              </a:spcAft>
              <a:buClr>
                <a:schemeClr val="lt1"/>
              </a:buClr>
              <a:buSzPts val="1800"/>
              <a:buNone/>
              <a:defRPr b="1" sz="1800">
                <a:solidFill>
                  <a:schemeClr val="lt1"/>
                </a:solidFill>
              </a:defRPr>
            </a:lvl6pPr>
            <a:lvl7pPr lvl="6" rtl="0" algn="ctr">
              <a:spcBef>
                <a:spcPts val="0"/>
              </a:spcBef>
              <a:spcAft>
                <a:spcPts val="0"/>
              </a:spcAft>
              <a:buClr>
                <a:schemeClr val="lt1"/>
              </a:buClr>
              <a:buSzPts val="1800"/>
              <a:buNone/>
              <a:defRPr b="1" sz="1800">
                <a:solidFill>
                  <a:schemeClr val="lt1"/>
                </a:solidFill>
              </a:defRPr>
            </a:lvl7pPr>
            <a:lvl8pPr lvl="7" rtl="0" algn="ctr">
              <a:spcBef>
                <a:spcPts val="0"/>
              </a:spcBef>
              <a:spcAft>
                <a:spcPts val="0"/>
              </a:spcAft>
              <a:buClr>
                <a:schemeClr val="lt1"/>
              </a:buClr>
              <a:buSzPts val="1800"/>
              <a:buNone/>
              <a:defRPr b="1" sz="1800">
                <a:solidFill>
                  <a:schemeClr val="lt1"/>
                </a:solidFill>
              </a:defRPr>
            </a:lvl8pPr>
            <a:lvl9pPr lvl="8" rtl="0" algn="ctr">
              <a:spcBef>
                <a:spcPts val="0"/>
              </a:spcBef>
              <a:spcAft>
                <a:spcPts val="0"/>
              </a:spcAft>
              <a:buClr>
                <a:schemeClr val="lt1"/>
              </a:buClr>
              <a:buSzPts val="1800"/>
              <a:buNone/>
              <a:defRPr b="1" sz="1800">
                <a:solidFill>
                  <a:schemeClr val="lt1"/>
                </a:solidFill>
              </a:defRPr>
            </a:lvl9pPr>
          </a:lstStyle>
          <a:p/>
        </p:txBody>
      </p:sp>
      <p:pic>
        <p:nvPicPr>
          <p:cNvPr id="142" name="Google Shape;142;p20"/>
          <p:cNvPicPr preferRelativeResize="0"/>
          <p:nvPr/>
        </p:nvPicPr>
        <p:blipFill rotWithShape="1">
          <a:blip r:embed="rId2">
            <a:alphaModFix/>
          </a:blip>
          <a:srcRect b="21394" l="5653" r="78268" t="21296"/>
          <a:stretch/>
        </p:blipFill>
        <p:spPr>
          <a:xfrm>
            <a:off x="8833925" y="60136"/>
            <a:ext cx="254899" cy="248436"/>
          </a:xfrm>
          <a:prstGeom prst="rect">
            <a:avLst/>
          </a:prstGeom>
          <a:noFill/>
          <a:ln>
            <a:noFill/>
          </a:ln>
        </p:spPr>
      </p:pic>
      <p:sp>
        <p:nvSpPr>
          <p:cNvPr id="143" name="Google Shape;143;p20"/>
          <p:cNvSpPr txBox="1"/>
          <p:nvPr>
            <p:ph idx="1" type="subTitle"/>
          </p:nvPr>
        </p:nvSpPr>
        <p:spPr>
          <a:xfrm>
            <a:off x="411300" y="662250"/>
            <a:ext cx="8321400" cy="317100"/>
          </a:xfrm>
          <a:prstGeom prst="rect">
            <a:avLst/>
          </a:prstGeom>
        </p:spPr>
        <p:txBody>
          <a:bodyPr anchorCtr="0" anchor="ctr" bIns="0" lIns="0" spcFirstLastPara="1" rIns="0" wrap="square" tIns="0">
            <a:noAutofit/>
          </a:bodyPr>
          <a:lstStyle>
            <a:lvl1pPr lvl="0" rtl="0" algn="ctr">
              <a:spcBef>
                <a:spcPts val="0"/>
              </a:spcBef>
              <a:spcAft>
                <a:spcPts val="0"/>
              </a:spcAft>
              <a:buSzPts val="1200"/>
              <a:buNone/>
              <a:defRPr b="1" sz="1200"/>
            </a:lvl1pPr>
            <a:lvl2pPr lvl="1" rtl="0" algn="ctr">
              <a:spcBef>
                <a:spcPts val="0"/>
              </a:spcBef>
              <a:spcAft>
                <a:spcPts val="0"/>
              </a:spcAft>
              <a:buSzPts val="1200"/>
              <a:buNone/>
              <a:defRPr b="1" sz="1200"/>
            </a:lvl2pPr>
            <a:lvl3pPr lvl="2" rtl="0" algn="ctr">
              <a:spcBef>
                <a:spcPts val="0"/>
              </a:spcBef>
              <a:spcAft>
                <a:spcPts val="0"/>
              </a:spcAft>
              <a:buSzPts val="1400"/>
              <a:buNone/>
              <a:defRPr b="1"/>
            </a:lvl3pPr>
            <a:lvl4pPr lvl="3" rtl="0" algn="ctr">
              <a:spcBef>
                <a:spcPts val="0"/>
              </a:spcBef>
              <a:spcAft>
                <a:spcPts val="0"/>
              </a:spcAft>
              <a:buSzPts val="1200"/>
              <a:buNone/>
              <a:defRPr b="1" sz="1200"/>
            </a:lvl4pPr>
            <a:lvl5pPr lvl="4" rtl="0" algn="ctr">
              <a:spcBef>
                <a:spcPts val="0"/>
              </a:spcBef>
              <a:spcAft>
                <a:spcPts val="0"/>
              </a:spcAft>
              <a:buSzPts val="1200"/>
              <a:buNone/>
              <a:defRPr b="1" sz="1200"/>
            </a:lvl5pPr>
            <a:lvl6pPr lvl="5" rtl="0" algn="ctr">
              <a:spcBef>
                <a:spcPts val="0"/>
              </a:spcBef>
              <a:spcAft>
                <a:spcPts val="0"/>
              </a:spcAft>
              <a:buSzPts val="1200"/>
              <a:buNone/>
              <a:defRPr b="1" sz="1200"/>
            </a:lvl6pPr>
            <a:lvl7pPr lvl="6" rtl="0" algn="ctr">
              <a:spcBef>
                <a:spcPts val="0"/>
              </a:spcBef>
              <a:spcAft>
                <a:spcPts val="0"/>
              </a:spcAft>
              <a:buSzPts val="1200"/>
              <a:buNone/>
              <a:defRPr b="1" sz="1200"/>
            </a:lvl7pPr>
            <a:lvl8pPr lvl="7" rtl="0" algn="ctr">
              <a:spcBef>
                <a:spcPts val="0"/>
              </a:spcBef>
              <a:spcAft>
                <a:spcPts val="0"/>
              </a:spcAft>
              <a:buSzPts val="1200"/>
              <a:buNone/>
              <a:defRPr b="1" sz="1200"/>
            </a:lvl8pPr>
            <a:lvl9pPr lvl="8" rtl="0" algn="ctr">
              <a:spcBef>
                <a:spcPts val="0"/>
              </a:spcBef>
              <a:spcAft>
                <a:spcPts val="0"/>
              </a:spcAft>
              <a:buSzPts val="1200"/>
              <a:buNone/>
              <a:defRPr b="1" sz="1200"/>
            </a:lvl9pPr>
          </a:lstStyle>
          <a:p/>
        </p:txBody>
      </p:sp>
      <p:sp>
        <p:nvSpPr>
          <p:cNvPr id="144" name="Google Shape;144;p20"/>
          <p:cNvSpPr/>
          <p:nvPr>
            <p:ph idx="2" type="pic"/>
          </p:nvPr>
        </p:nvSpPr>
        <p:spPr>
          <a:xfrm>
            <a:off x="401850" y="1143000"/>
            <a:ext cx="8340300" cy="3657600"/>
          </a:xfrm>
          <a:prstGeom prst="rect">
            <a:avLst/>
          </a:prstGeom>
          <a:noFill/>
          <a:ln>
            <a:no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ft Purple Sidebar">
  <p:cSld name="CUSTOM_3_2">
    <p:spTree>
      <p:nvGrpSpPr>
        <p:cNvPr id="145" name="Shape 145"/>
        <p:cNvGrpSpPr/>
        <p:nvPr/>
      </p:nvGrpSpPr>
      <p:grpSpPr>
        <a:xfrm>
          <a:off x="0" y="0"/>
          <a:ext cx="0" cy="0"/>
          <a:chOff x="0" y="0"/>
          <a:chExt cx="0" cy="0"/>
        </a:xfrm>
      </p:grpSpPr>
      <p:sp>
        <p:nvSpPr>
          <p:cNvPr id="146" name="Google Shape;146;p21"/>
          <p:cNvSpPr/>
          <p:nvPr/>
        </p:nvSpPr>
        <p:spPr>
          <a:xfrm>
            <a:off x="-4875" y="-4875"/>
            <a:ext cx="2286000" cy="5143500"/>
          </a:xfrm>
          <a:prstGeom prst="rect">
            <a:avLst/>
          </a:prstGeom>
          <a:solidFill>
            <a:srgbClr val="FAF2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sp>
        <p:nvSpPr>
          <p:cNvPr id="147" name="Google Shape;147;p21"/>
          <p:cNvSpPr txBox="1"/>
          <p:nvPr>
            <p:ph type="title"/>
          </p:nvPr>
        </p:nvSpPr>
        <p:spPr>
          <a:xfrm>
            <a:off x="347475" y="1033325"/>
            <a:ext cx="1574100" cy="875700"/>
          </a:xfrm>
          <a:prstGeom prst="rect">
            <a:avLst/>
          </a:prstGeom>
        </p:spPr>
        <p:txBody>
          <a:bodyPr anchorCtr="0" anchor="b" bIns="0" lIns="0" spcFirstLastPara="1" rIns="0" wrap="square" tIns="0">
            <a:noAutofit/>
          </a:bodyPr>
          <a:lstStyle>
            <a:lvl1pPr lvl="0" rtl="0">
              <a:spcBef>
                <a:spcPts val="0"/>
              </a:spcBef>
              <a:spcAft>
                <a:spcPts val="0"/>
              </a:spcAft>
              <a:buClr>
                <a:schemeClr val="accent1"/>
              </a:buClr>
              <a:buSzPts val="1900"/>
              <a:buNone/>
              <a:defRPr b="1" sz="1900">
                <a:solidFill>
                  <a:schemeClr val="accent1"/>
                </a:solidFill>
              </a:defRPr>
            </a:lvl1pPr>
            <a:lvl2pPr lvl="1" rtl="0">
              <a:spcBef>
                <a:spcPts val="0"/>
              </a:spcBef>
              <a:spcAft>
                <a:spcPts val="0"/>
              </a:spcAft>
              <a:buClr>
                <a:schemeClr val="accent1"/>
              </a:buClr>
              <a:buSzPts val="1800"/>
              <a:buNone/>
              <a:defRPr b="1" sz="1800">
                <a:solidFill>
                  <a:schemeClr val="accent1"/>
                </a:solidFill>
              </a:defRPr>
            </a:lvl2pPr>
            <a:lvl3pPr lvl="2" rtl="0">
              <a:spcBef>
                <a:spcPts val="0"/>
              </a:spcBef>
              <a:spcAft>
                <a:spcPts val="0"/>
              </a:spcAft>
              <a:buClr>
                <a:schemeClr val="accent1"/>
              </a:buClr>
              <a:buSzPts val="1800"/>
              <a:buNone/>
              <a:defRPr b="1" sz="1800">
                <a:solidFill>
                  <a:schemeClr val="accent1"/>
                </a:solidFill>
              </a:defRPr>
            </a:lvl3pPr>
            <a:lvl4pPr lvl="3" rtl="0">
              <a:spcBef>
                <a:spcPts val="0"/>
              </a:spcBef>
              <a:spcAft>
                <a:spcPts val="0"/>
              </a:spcAft>
              <a:buClr>
                <a:schemeClr val="accent1"/>
              </a:buClr>
              <a:buSzPts val="1800"/>
              <a:buNone/>
              <a:defRPr b="1" sz="1800">
                <a:solidFill>
                  <a:schemeClr val="accent1"/>
                </a:solidFill>
              </a:defRPr>
            </a:lvl4pPr>
            <a:lvl5pPr lvl="4" rtl="0">
              <a:spcBef>
                <a:spcPts val="0"/>
              </a:spcBef>
              <a:spcAft>
                <a:spcPts val="0"/>
              </a:spcAft>
              <a:buClr>
                <a:schemeClr val="accent1"/>
              </a:buClr>
              <a:buSzPts val="1800"/>
              <a:buNone/>
              <a:defRPr b="1" sz="1800">
                <a:solidFill>
                  <a:schemeClr val="accent1"/>
                </a:solidFill>
              </a:defRPr>
            </a:lvl5pPr>
            <a:lvl6pPr lvl="5" rtl="0">
              <a:spcBef>
                <a:spcPts val="0"/>
              </a:spcBef>
              <a:spcAft>
                <a:spcPts val="0"/>
              </a:spcAft>
              <a:buClr>
                <a:schemeClr val="accent1"/>
              </a:buClr>
              <a:buSzPts val="1800"/>
              <a:buNone/>
              <a:defRPr b="1" sz="1800">
                <a:solidFill>
                  <a:schemeClr val="accent1"/>
                </a:solidFill>
              </a:defRPr>
            </a:lvl6pPr>
            <a:lvl7pPr lvl="6" rtl="0">
              <a:spcBef>
                <a:spcPts val="0"/>
              </a:spcBef>
              <a:spcAft>
                <a:spcPts val="0"/>
              </a:spcAft>
              <a:buClr>
                <a:schemeClr val="accent1"/>
              </a:buClr>
              <a:buSzPts val="1800"/>
              <a:buNone/>
              <a:defRPr b="1" sz="1800">
                <a:solidFill>
                  <a:schemeClr val="accent1"/>
                </a:solidFill>
              </a:defRPr>
            </a:lvl7pPr>
            <a:lvl8pPr lvl="7" rtl="0">
              <a:spcBef>
                <a:spcPts val="0"/>
              </a:spcBef>
              <a:spcAft>
                <a:spcPts val="0"/>
              </a:spcAft>
              <a:buClr>
                <a:schemeClr val="accent1"/>
              </a:buClr>
              <a:buSzPts val="1800"/>
              <a:buNone/>
              <a:defRPr b="1" sz="1800">
                <a:solidFill>
                  <a:schemeClr val="accent1"/>
                </a:solidFill>
              </a:defRPr>
            </a:lvl8pPr>
            <a:lvl9pPr lvl="8" rtl="0">
              <a:spcBef>
                <a:spcPts val="0"/>
              </a:spcBef>
              <a:spcAft>
                <a:spcPts val="0"/>
              </a:spcAft>
              <a:buClr>
                <a:schemeClr val="accent1"/>
              </a:buClr>
              <a:buSzPts val="1800"/>
              <a:buNone/>
              <a:defRPr b="1" sz="1800">
                <a:solidFill>
                  <a:schemeClr val="accent1"/>
                </a:solidFill>
              </a:defRPr>
            </a:lvl9pPr>
          </a:lstStyle>
          <a:p/>
        </p:txBody>
      </p:sp>
      <p:sp>
        <p:nvSpPr>
          <p:cNvPr id="148" name="Google Shape;148;p21"/>
          <p:cNvSpPr txBox="1"/>
          <p:nvPr>
            <p:ph idx="1" type="body"/>
          </p:nvPr>
        </p:nvSpPr>
        <p:spPr>
          <a:xfrm>
            <a:off x="347525" y="1991675"/>
            <a:ext cx="1574100" cy="2490600"/>
          </a:xfrm>
          <a:prstGeom prst="rect">
            <a:avLst/>
          </a:prstGeom>
        </p:spPr>
        <p:txBody>
          <a:bodyPr anchorCtr="0" anchor="t" bIns="0" lIns="0" spcFirstLastPara="1" rIns="0" wrap="square" tIns="0">
            <a:noAutofit/>
          </a:bodyPr>
          <a:lstStyle>
            <a:lvl1pPr indent="-298450" lvl="0" marL="457200" rtl="0">
              <a:lnSpc>
                <a:spcPct val="125000"/>
              </a:lnSpc>
              <a:spcBef>
                <a:spcPts val="0"/>
              </a:spcBef>
              <a:spcAft>
                <a:spcPts val="0"/>
              </a:spcAft>
              <a:buSzPts val="1100"/>
              <a:buChar char="●"/>
              <a:defRPr b="1" sz="1100"/>
            </a:lvl1pPr>
            <a:lvl2pPr indent="-298450" lvl="1" marL="914400" rtl="0">
              <a:lnSpc>
                <a:spcPct val="125000"/>
              </a:lnSpc>
              <a:spcBef>
                <a:spcPts val="0"/>
              </a:spcBef>
              <a:spcAft>
                <a:spcPts val="0"/>
              </a:spcAft>
              <a:buSzPts val="1100"/>
              <a:buChar char="○"/>
              <a:defRPr b="1" sz="1100"/>
            </a:lvl2pPr>
            <a:lvl3pPr indent="-298450" lvl="2" marL="1371600" rtl="0">
              <a:lnSpc>
                <a:spcPct val="125000"/>
              </a:lnSpc>
              <a:spcBef>
                <a:spcPts val="0"/>
              </a:spcBef>
              <a:spcAft>
                <a:spcPts val="0"/>
              </a:spcAft>
              <a:buSzPts val="1100"/>
              <a:buChar char="■"/>
              <a:defRPr b="1" sz="1100"/>
            </a:lvl3pPr>
            <a:lvl4pPr indent="-298450" lvl="3" marL="1828800" rtl="0">
              <a:lnSpc>
                <a:spcPct val="125000"/>
              </a:lnSpc>
              <a:spcBef>
                <a:spcPts val="0"/>
              </a:spcBef>
              <a:spcAft>
                <a:spcPts val="0"/>
              </a:spcAft>
              <a:buSzPts val="1100"/>
              <a:buChar char="●"/>
              <a:defRPr b="1" sz="1100"/>
            </a:lvl4pPr>
            <a:lvl5pPr indent="-298450" lvl="4" marL="2286000" rtl="0">
              <a:lnSpc>
                <a:spcPct val="125000"/>
              </a:lnSpc>
              <a:spcBef>
                <a:spcPts val="0"/>
              </a:spcBef>
              <a:spcAft>
                <a:spcPts val="0"/>
              </a:spcAft>
              <a:buSzPts val="1100"/>
              <a:buChar char="○"/>
              <a:defRPr b="1" sz="1100"/>
            </a:lvl5pPr>
            <a:lvl6pPr indent="-298450" lvl="5" marL="2743200" rtl="0">
              <a:lnSpc>
                <a:spcPct val="125000"/>
              </a:lnSpc>
              <a:spcBef>
                <a:spcPts val="0"/>
              </a:spcBef>
              <a:spcAft>
                <a:spcPts val="0"/>
              </a:spcAft>
              <a:buSzPts val="1100"/>
              <a:buChar char="■"/>
              <a:defRPr b="1" sz="1100"/>
            </a:lvl6pPr>
            <a:lvl7pPr indent="-298450" lvl="6" marL="3200400" rtl="0">
              <a:lnSpc>
                <a:spcPct val="125000"/>
              </a:lnSpc>
              <a:spcBef>
                <a:spcPts val="0"/>
              </a:spcBef>
              <a:spcAft>
                <a:spcPts val="0"/>
              </a:spcAft>
              <a:buSzPts val="1100"/>
              <a:buChar char="●"/>
              <a:defRPr b="1" sz="1100"/>
            </a:lvl7pPr>
            <a:lvl8pPr indent="-298450" lvl="7" marL="3657600" rtl="0">
              <a:lnSpc>
                <a:spcPct val="125000"/>
              </a:lnSpc>
              <a:spcBef>
                <a:spcPts val="0"/>
              </a:spcBef>
              <a:spcAft>
                <a:spcPts val="0"/>
              </a:spcAft>
              <a:buSzPts val="1100"/>
              <a:buChar char="○"/>
              <a:defRPr b="1" sz="1100"/>
            </a:lvl8pPr>
            <a:lvl9pPr indent="-298450" lvl="8" marL="4114800" rtl="0">
              <a:lnSpc>
                <a:spcPct val="125000"/>
              </a:lnSpc>
              <a:spcBef>
                <a:spcPts val="0"/>
              </a:spcBef>
              <a:spcAft>
                <a:spcPts val="0"/>
              </a:spcAft>
              <a:buSzPts val="1100"/>
              <a:buChar char="■"/>
              <a:defRPr b="1" sz="1100"/>
            </a:lvl9pPr>
          </a:lstStyle>
          <a:p/>
        </p:txBody>
      </p:sp>
      <p:pic>
        <p:nvPicPr>
          <p:cNvPr id="149" name="Google Shape;149;p21"/>
          <p:cNvPicPr preferRelativeResize="0"/>
          <p:nvPr/>
        </p:nvPicPr>
        <p:blipFill>
          <a:blip r:embed="rId2">
            <a:alphaModFix/>
          </a:blip>
          <a:stretch>
            <a:fillRect/>
          </a:stretch>
        </p:blipFill>
        <p:spPr>
          <a:xfrm>
            <a:off x="8833363" y="56338"/>
            <a:ext cx="256033" cy="25603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Columns">
  <p:cSld name="CUSTOM_6">
    <p:spTree>
      <p:nvGrpSpPr>
        <p:cNvPr id="150" name="Shape 150"/>
        <p:cNvGrpSpPr/>
        <p:nvPr/>
      </p:nvGrpSpPr>
      <p:grpSpPr>
        <a:xfrm>
          <a:off x="0" y="0"/>
          <a:ext cx="0" cy="0"/>
          <a:chOff x="0" y="0"/>
          <a:chExt cx="0" cy="0"/>
        </a:xfrm>
      </p:grpSpPr>
      <p:sp>
        <p:nvSpPr>
          <p:cNvPr id="151" name="Google Shape;151;p22"/>
          <p:cNvSpPr txBox="1"/>
          <p:nvPr>
            <p:ph idx="1" type="body"/>
          </p:nvPr>
        </p:nvSpPr>
        <p:spPr>
          <a:xfrm>
            <a:off x="402325" y="1054925"/>
            <a:ext cx="4045200" cy="3402900"/>
          </a:xfrm>
          <a:prstGeom prst="rect">
            <a:avLst/>
          </a:prstGeom>
        </p:spPr>
        <p:txBody>
          <a:bodyPr anchorCtr="0" anchor="t" bIns="0" lIns="0" spcFirstLastPara="1" rIns="0" wrap="square" tIns="0">
            <a:noAutofit/>
          </a:bodyPr>
          <a:lstStyle>
            <a:lvl1pPr indent="-317500" lvl="0" marL="457200" rtl="0">
              <a:spcBef>
                <a:spcPts val="0"/>
              </a:spcBef>
              <a:spcAft>
                <a:spcPts val="0"/>
              </a:spcAft>
              <a:buSzPts val="1400"/>
              <a:buChar char="●"/>
              <a:defRPr sz="1400"/>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52" name="Google Shape;152;p22"/>
          <p:cNvSpPr txBox="1"/>
          <p:nvPr>
            <p:ph idx="2" type="body"/>
          </p:nvPr>
        </p:nvSpPr>
        <p:spPr>
          <a:xfrm>
            <a:off x="4702700" y="1054925"/>
            <a:ext cx="1895100" cy="3402900"/>
          </a:xfrm>
          <a:prstGeom prst="rect">
            <a:avLst/>
          </a:prstGeom>
        </p:spPr>
        <p:txBody>
          <a:bodyPr anchorCtr="0" anchor="t" bIns="0" lIns="0" spcFirstLastPara="1" rIns="0" wrap="square" tIns="0">
            <a:noAutofit/>
          </a:bodyPr>
          <a:lstStyle>
            <a:lvl1pPr indent="-304800" lvl="0" marL="457200" rtl="0">
              <a:lnSpc>
                <a:spcPct val="125000"/>
              </a:lnSpc>
              <a:spcBef>
                <a:spcPts val="0"/>
              </a:spcBef>
              <a:spcAft>
                <a:spcPts val="0"/>
              </a:spcAft>
              <a:buSzPts val="1200"/>
              <a:buChar char="●"/>
              <a:defRPr sz="1200"/>
            </a:lvl1pPr>
            <a:lvl2pPr indent="-304800" lvl="1" marL="914400" rtl="0">
              <a:lnSpc>
                <a:spcPct val="125000"/>
              </a:lnSpc>
              <a:spcBef>
                <a:spcPts val="0"/>
              </a:spcBef>
              <a:spcAft>
                <a:spcPts val="0"/>
              </a:spcAft>
              <a:buSzPts val="1200"/>
              <a:buChar char="○"/>
              <a:defRPr sz="1200"/>
            </a:lvl2pPr>
            <a:lvl3pPr indent="-304800" lvl="2" marL="1371600" rtl="0">
              <a:lnSpc>
                <a:spcPct val="125000"/>
              </a:lnSpc>
              <a:spcBef>
                <a:spcPts val="0"/>
              </a:spcBef>
              <a:spcAft>
                <a:spcPts val="0"/>
              </a:spcAft>
              <a:buSzPts val="1200"/>
              <a:buChar char="■"/>
              <a:defRPr sz="1200"/>
            </a:lvl3pPr>
            <a:lvl4pPr indent="-304800" lvl="3" marL="1828800" rtl="0">
              <a:lnSpc>
                <a:spcPct val="125000"/>
              </a:lnSpc>
              <a:spcBef>
                <a:spcPts val="0"/>
              </a:spcBef>
              <a:spcAft>
                <a:spcPts val="0"/>
              </a:spcAft>
              <a:buSzPts val="1200"/>
              <a:buChar char="●"/>
              <a:defRPr sz="1200"/>
            </a:lvl4pPr>
            <a:lvl5pPr indent="-304800" lvl="4" marL="2286000" rtl="0">
              <a:lnSpc>
                <a:spcPct val="125000"/>
              </a:lnSpc>
              <a:spcBef>
                <a:spcPts val="0"/>
              </a:spcBef>
              <a:spcAft>
                <a:spcPts val="0"/>
              </a:spcAft>
              <a:buSzPts val="1200"/>
              <a:buChar char="○"/>
              <a:defRPr sz="1200"/>
            </a:lvl5pPr>
            <a:lvl6pPr indent="-304800" lvl="5" marL="2743200" rtl="0">
              <a:lnSpc>
                <a:spcPct val="125000"/>
              </a:lnSpc>
              <a:spcBef>
                <a:spcPts val="0"/>
              </a:spcBef>
              <a:spcAft>
                <a:spcPts val="0"/>
              </a:spcAft>
              <a:buSzPts val="1200"/>
              <a:buChar char="■"/>
              <a:defRPr sz="1200"/>
            </a:lvl6pPr>
            <a:lvl7pPr indent="-304800" lvl="6" marL="3200400" rtl="0">
              <a:lnSpc>
                <a:spcPct val="125000"/>
              </a:lnSpc>
              <a:spcBef>
                <a:spcPts val="0"/>
              </a:spcBef>
              <a:spcAft>
                <a:spcPts val="0"/>
              </a:spcAft>
              <a:buSzPts val="1200"/>
              <a:buChar char="●"/>
              <a:defRPr sz="1200"/>
            </a:lvl7pPr>
            <a:lvl8pPr indent="-304800" lvl="7" marL="3657600" rtl="0">
              <a:lnSpc>
                <a:spcPct val="125000"/>
              </a:lnSpc>
              <a:spcBef>
                <a:spcPts val="0"/>
              </a:spcBef>
              <a:spcAft>
                <a:spcPts val="0"/>
              </a:spcAft>
              <a:buSzPts val="1200"/>
              <a:buChar char="○"/>
              <a:defRPr sz="1200"/>
            </a:lvl8pPr>
            <a:lvl9pPr indent="-304800" lvl="8" marL="4114800" rtl="0">
              <a:lnSpc>
                <a:spcPct val="125000"/>
              </a:lnSpc>
              <a:spcBef>
                <a:spcPts val="0"/>
              </a:spcBef>
              <a:spcAft>
                <a:spcPts val="0"/>
              </a:spcAft>
              <a:buSzPts val="1200"/>
              <a:buChar char="■"/>
              <a:defRPr sz="1200"/>
            </a:lvl9pPr>
          </a:lstStyle>
          <a:p/>
        </p:txBody>
      </p:sp>
      <p:sp>
        <p:nvSpPr>
          <p:cNvPr id="153" name="Google Shape;153;p22"/>
          <p:cNvSpPr txBox="1"/>
          <p:nvPr>
            <p:ph idx="3" type="body"/>
          </p:nvPr>
        </p:nvSpPr>
        <p:spPr>
          <a:xfrm>
            <a:off x="6852975" y="1054925"/>
            <a:ext cx="1895100" cy="3402900"/>
          </a:xfrm>
          <a:prstGeom prst="rect">
            <a:avLst/>
          </a:prstGeom>
        </p:spPr>
        <p:txBody>
          <a:bodyPr anchorCtr="0" anchor="t" bIns="0" lIns="0" spcFirstLastPara="1" rIns="0" wrap="square" tIns="0">
            <a:noAutofit/>
          </a:bodyPr>
          <a:lstStyle>
            <a:lvl1pPr indent="-304800" lvl="0" marL="457200" rtl="0">
              <a:lnSpc>
                <a:spcPct val="125000"/>
              </a:lnSpc>
              <a:spcBef>
                <a:spcPts val="0"/>
              </a:spcBef>
              <a:spcAft>
                <a:spcPts val="0"/>
              </a:spcAft>
              <a:buSzPts val="1200"/>
              <a:buChar char="●"/>
              <a:defRPr sz="1200"/>
            </a:lvl1pPr>
            <a:lvl2pPr indent="-304800" lvl="1" marL="914400" rtl="0">
              <a:lnSpc>
                <a:spcPct val="125000"/>
              </a:lnSpc>
              <a:spcBef>
                <a:spcPts val="0"/>
              </a:spcBef>
              <a:spcAft>
                <a:spcPts val="0"/>
              </a:spcAft>
              <a:buSzPts val="1200"/>
              <a:buChar char="○"/>
              <a:defRPr sz="1200"/>
            </a:lvl2pPr>
            <a:lvl3pPr indent="-304800" lvl="2" marL="1371600" rtl="0">
              <a:lnSpc>
                <a:spcPct val="125000"/>
              </a:lnSpc>
              <a:spcBef>
                <a:spcPts val="0"/>
              </a:spcBef>
              <a:spcAft>
                <a:spcPts val="0"/>
              </a:spcAft>
              <a:buSzPts val="1200"/>
              <a:buChar char="■"/>
              <a:defRPr sz="1200"/>
            </a:lvl3pPr>
            <a:lvl4pPr indent="-304800" lvl="3" marL="1828800" rtl="0">
              <a:lnSpc>
                <a:spcPct val="125000"/>
              </a:lnSpc>
              <a:spcBef>
                <a:spcPts val="0"/>
              </a:spcBef>
              <a:spcAft>
                <a:spcPts val="0"/>
              </a:spcAft>
              <a:buSzPts val="1200"/>
              <a:buChar char="●"/>
              <a:defRPr sz="1200"/>
            </a:lvl4pPr>
            <a:lvl5pPr indent="-304800" lvl="4" marL="2286000" rtl="0">
              <a:lnSpc>
                <a:spcPct val="125000"/>
              </a:lnSpc>
              <a:spcBef>
                <a:spcPts val="0"/>
              </a:spcBef>
              <a:spcAft>
                <a:spcPts val="0"/>
              </a:spcAft>
              <a:buSzPts val="1200"/>
              <a:buChar char="○"/>
              <a:defRPr sz="1200"/>
            </a:lvl5pPr>
            <a:lvl6pPr indent="-304800" lvl="5" marL="2743200" rtl="0">
              <a:lnSpc>
                <a:spcPct val="125000"/>
              </a:lnSpc>
              <a:spcBef>
                <a:spcPts val="0"/>
              </a:spcBef>
              <a:spcAft>
                <a:spcPts val="0"/>
              </a:spcAft>
              <a:buSzPts val="1200"/>
              <a:buChar char="■"/>
              <a:defRPr sz="1200"/>
            </a:lvl6pPr>
            <a:lvl7pPr indent="-304800" lvl="6" marL="3200400" rtl="0">
              <a:lnSpc>
                <a:spcPct val="125000"/>
              </a:lnSpc>
              <a:spcBef>
                <a:spcPts val="0"/>
              </a:spcBef>
              <a:spcAft>
                <a:spcPts val="0"/>
              </a:spcAft>
              <a:buSzPts val="1200"/>
              <a:buChar char="●"/>
              <a:defRPr sz="1200"/>
            </a:lvl7pPr>
            <a:lvl8pPr indent="-304800" lvl="7" marL="3657600" rtl="0">
              <a:lnSpc>
                <a:spcPct val="125000"/>
              </a:lnSpc>
              <a:spcBef>
                <a:spcPts val="0"/>
              </a:spcBef>
              <a:spcAft>
                <a:spcPts val="0"/>
              </a:spcAft>
              <a:buSzPts val="1200"/>
              <a:buChar char="○"/>
              <a:defRPr sz="1200"/>
            </a:lvl8pPr>
            <a:lvl9pPr indent="-304800" lvl="8" marL="4114800" rtl="0">
              <a:lnSpc>
                <a:spcPct val="125000"/>
              </a:lnSpc>
              <a:spcBef>
                <a:spcPts val="0"/>
              </a:spcBef>
              <a:spcAft>
                <a:spcPts val="0"/>
              </a:spcAft>
              <a:buSzPts val="1200"/>
              <a:buChar char="■"/>
              <a:defRPr sz="1200"/>
            </a:lvl9pPr>
          </a:lstStyle>
          <a:p/>
        </p:txBody>
      </p:sp>
      <p:sp>
        <p:nvSpPr>
          <p:cNvPr id="154" name="Google Shape;154;p22"/>
          <p:cNvSpPr/>
          <p:nvPr/>
        </p:nvSpPr>
        <p:spPr>
          <a:xfrm>
            <a:off x="0" y="0"/>
            <a:ext cx="9144000" cy="368700"/>
          </a:xfrm>
          <a:prstGeom prst="rect">
            <a:avLst/>
          </a:prstGeom>
          <a:solidFill>
            <a:srgbClr val="7B189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212121"/>
              </a:solidFill>
            </a:endParaRPr>
          </a:p>
        </p:txBody>
      </p:sp>
      <p:sp>
        <p:nvSpPr>
          <p:cNvPr id="155" name="Google Shape;155;p22"/>
          <p:cNvSpPr txBox="1"/>
          <p:nvPr>
            <p:ph type="title"/>
          </p:nvPr>
        </p:nvSpPr>
        <p:spPr>
          <a:xfrm>
            <a:off x="81725" y="0"/>
            <a:ext cx="8666400" cy="3687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600"/>
              <a:buNone/>
              <a:defRPr b="1" sz="1600">
                <a:solidFill>
                  <a:schemeClr val="lt1"/>
                </a:solidFill>
              </a:defRPr>
            </a:lvl1pPr>
            <a:lvl2pPr lvl="1" rtl="0">
              <a:spcBef>
                <a:spcPts val="0"/>
              </a:spcBef>
              <a:spcAft>
                <a:spcPts val="0"/>
              </a:spcAft>
              <a:buClr>
                <a:schemeClr val="lt1"/>
              </a:buClr>
              <a:buSzPts val="1600"/>
              <a:buNone/>
              <a:defRPr b="1" sz="1600">
                <a:solidFill>
                  <a:schemeClr val="lt1"/>
                </a:solidFill>
              </a:defRPr>
            </a:lvl2pPr>
            <a:lvl3pPr lvl="2" rtl="0">
              <a:spcBef>
                <a:spcPts val="0"/>
              </a:spcBef>
              <a:spcAft>
                <a:spcPts val="0"/>
              </a:spcAft>
              <a:buClr>
                <a:schemeClr val="lt1"/>
              </a:buClr>
              <a:buSzPts val="1600"/>
              <a:buNone/>
              <a:defRPr b="1" sz="1600">
                <a:solidFill>
                  <a:schemeClr val="lt1"/>
                </a:solidFill>
              </a:defRPr>
            </a:lvl3pPr>
            <a:lvl4pPr lvl="3" rtl="0">
              <a:spcBef>
                <a:spcPts val="0"/>
              </a:spcBef>
              <a:spcAft>
                <a:spcPts val="0"/>
              </a:spcAft>
              <a:buClr>
                <a:schemeClr val="lt1"/>
              </a:buClr>
              <a:buSzPts val="1600"/>
              <a:buNone/>
              <a:defRPr b="1" sz="1600">
                <a:solidFill>
                  <a:schemeClr val="lt1"/>
                </a:solidFill>
              </a:defRPr>
            </a:lvl4pPr>
            <a:lvl5pPr lvl="4" rtl="0">
              <a:spcBef>
                <a:spcPts val="0"/>
              </a:spcBef>
              <a:spcAft>
                <a:spcPts val="0"/>
              </a:spcAft>
              <a:buClr>
                <a:schemeClr val="lt1"/>
              </a:buClr>
              <a:buSzPts val="1600"/>
              <a:buNone/>
              <a:defRPr b="1" sz="1600">
                <a:solidFill>
                  <a:schemeClr val="lt1"/>
                </a:solidFill>
              </a:defRPr>
            </a:lvl5pPr>
            <a:lvl6pPr lvl="5" rtl="0">
              <a:spcBef>
                <a:spcPts val="0"/>
              </a:spcBef>
              <a:spcAft>
                <a:spcPts val="0"/>
              </a:spcAft>
              <a:buClr>
                <a:schemeClr val="lt1"/>
              </a:buClr>
              <a:buSzPts val="1600"/>
              <a:buNone/>
              <a:defRPr b="1" sz="1600">
                <a:solidFill>
                  <a:schemeClr val="lt1"/>
                </a:solidFill>
              </a:defRPr>
            </a:lvl6pPr>
            <a:lvl7pPr lvl="6" rtl="0">
              <a:spcBef>
                <a:spcPts val="0"/>
              </a:spcBef>
              <a:spcAft>
                <a:spcPts val="0"/>
              </a:spcAft>
              <a:buClr>
                <a:schemeClr val="lt1"/>
              </a:buClr>
              <a:buSzPts val="1600"/>
              <a:buNone/>
              <a:defRPr b="1" sz="1600">
                <a:solidFill>
                  <a:schemeClr val="lt1"/>
                </a:solidFill>
              </a:defRPr>
            </a:lvl7pPr>
            <a:lvl8pPr lvl="7" rtl="0">
              <a:spcBef>
                <a:spcPts val="0"/>
              </a:spcBef>
              <a:spcAft>
                <a:spcPts val="0"/>
              </a:spcAft>
              <a:buClr>
                <a:schemeClr val="lt1"/>
              </a:buClr>
              <a:buSzPts val="1600"/>
              <a:buNone/>
              <a:defRPr b="1" sz="1600">
                <a:solidFill>
                  <a:schemeClr val="lt1"/>
                </a:solidFill>
              </a:defRPr>
            </a:lvl8pPr>
            <a:lvl9pPr lvl="8" rtl="0">
              <a:spcBef>
                <a:spcPts val="0"/>
              </a:spcBef>
              <a:spcAft>
                <a:spcPts val="0"/>
              </a:spcAft>
              <a:buClr>
                <a:schemeClr val="lt1"/>
              </a:buClr>
              <a:buSzPts val="1600"/>
              <a:buNone/>
              <a:defRPr b="1" sz="1600">
                <a:solidFill>
                  <a:schemeClr val="lt1"/>
                </a:solidFill>
              </a:defRPr>
            </a:lvl9pPr>
          </a:lstStyle>
          <a:p/>
        </p:txBody>
      </p:sp>
      <p:pic>
        <p:nvPicPr>
          <p:cNvPr id="156" name="Google Shape;156;p22"/>
          <p:cNvPicPr preferRelativeResize="0"/>
          <p:nvPr/>
        </p:nvPicPr>
        <p:blipFill rotWithShape="1">
          <a:blip r:embed="rId2">
            <a:alphaModFix/>
          </a:blip>
          <a:srcRect b="21394" l="5653" r="78268" t="21296"/>
          <a:stretch/>
        </p:blipFill>
        <p:spPr>
          <a:xfrm>
            <a:off x="8833925" y="60136"/>
            <a:ext cx="254899" cy="248436"/>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 Right">
  <p:cSld name="CUSTOM_1_1_1_1_1">
    <p:spTree>
      <p:nvGrpSpPr>
        <p:cNvPr id="157" name="Shape 157"/>
        <p:cNvGrpSpPr/>
        <p:nvPr/>
      </p:nvGrpSpPr>
      <p:grpSpPr>
        <a:xfrm>
          <a:off x="0" y="0"/>
          <a:ext cx="0" cy="0"/>
          <a:chOff x="0" y="0"/>
          <a:chExt cx="0" cy="0"/>
        </a:xfrm>
      </p:grpSpPr>
      <p:sp>
        <p:nvSpPr>
          <p:cNvPr id="158" name="Google Shape;158;p23"/>
          <p:cNvSpPr txBox="1"/>
          <p:nvPr>
            <p:ph type="title"/>
          </p:nvPr>
        </p:nvSpPr>
        <p:spPr>
          <a:xfrm>
            <a:off x="397175" y="493776"/>
            <a:ext cx="3727800" cy="604800"/>
          </a:xfrm>
          <a:prstGeom prst="rect">
            <a:avLst/>
          </a:prstGeom>
        </p:spPr>
        <p:txBody>
          <a:bodyPr anchorCtr="0" anchor="t" bIns="0" lIns="0" spcFirstLastPara="1" rIns="0" wrap="square" tIns="0">
            <a:noAutofit/>
          </a:bodyPr>
          <a:lstStyle>
            <a:lvl1pPr lvl="0" rtl="0">
              <a:spcBef>
                <a:spcPts val="0"/>
              </a:spcBef>
              <a:spcAft>
                <a:spcPts val="0"/>
              </a:spcAft>
              <a:buClr>
                <a:schemeClr val="accent1"/>
              </a:buClr>
              <a:buSzPts val="1800"/>
              <a:buNone/>
              <a:defRPr b="1" sz="1800">
                <a:solidFill>
                  <a:schemeClr val="accent1"/>
                </a:solidFill>
              </a:defRPr>
            </a:lvl1pPr>
            <a:lvl2pPr lvl="1" rtl="0">
              <a:spcBef>
                <a:spcPts val="0"/>
              </a:spcBef>
              <a:spcAft>
                <a:spcPts val="0"/>
              </a:spcAft>
              <a:buClr>
                <a:schemeClr val="accent1"/>
              </a:buClr>
              <a:buSzPts val="1800"/>
              <a:buNone/>
              <a:defRPr b="1" sz="1800">
                <a:solidFill>
                  <a:schemeClr val="accent1"/>
                </a:solidFill>
              </a:defRPr>
            </a:lvl2pPr>
            <a:lvl3pPr lvl="2" rtl="0">
              <a:spcBef>
                <a:spcPts val="0"/>
              </a:spcBef>
              <a:spcAft>
                <a:spcPts val="0"/>
              </a:spcAft>
              <a:buClr>
                <a:schemeClr val="accent1"/>
              </a:buClr>
              <a:buSzPts val="1800"/>
              <a:buNone/>
              <a:defRPr b="1" sz="1800">
                <a:solidFill>
                  <a:schemeClr val="accent1"/>
                </a:solidFill>
              </a:defRPr>
            </a:lvl3pPr>
            <a:lvl4pPr lvl="3" rtl="0">
              <a:spcBef>
                <a:spcPts val="0"/>
              </a:spcBef>
              <a:spcAft>
                <a:spcPts val="0"/>
              </a:spcAft>
              <a:buClr>
                <a:schemeClr val="accent1"/>
              </a:buClr>
              <a:buSzPts val="1800"/>
              <a:buNone/>
              <a:defRPr b="1" sz="1800">
                <a:solidFill>
                  <a:schemeClr val="accent1"/>
                </a:solidFill>
              </a:defRPr>
            </a:lvl4pPr>
            <a:lvl5pPr lvl="4" rtl="0">
              <a:spcBef>
                <a:spcPts val="0"/>
              </a:spcBef>
              <a:spcAft>
                <a:spcPts val="0"/>
              </a:spcAft>
              <a:buClr>
                <a:schemeClr val="accent1"/>
              </a:buClr>
              <a:buSzPts val="1800"/>
              <a:buNone/>
              <a:defRPr b="1" sz="1800">
                <a:solidFill>
                  <a:schemeClr val="accent1"/>
                </a:solidFill>
              </a:defRPr>
            </a:lvl5pPr>
            <a:lvl6pPr lvl="5" rtl="0">
              <a:spcBef>
                <a:spcPts val="0"/>
              </a:spcBef>
              <a:spcAft>
                <a:spcPts val="0"/>
              </a:spcAft>
              <a:buClr>
                <a:schemeClr val="accent1"/>
              </a:buClr>
              <a:buSzPts val="1800"/>
              <a:buNone/>
              <a:defRPr b="1" sz="1800">
                <a:solidFill>
                  <a:schemeClr val="accent1"/>
                </a:solidFill>
              </a:defRPr>
            </a:lvl6pPr>
            <a:lvl7pPr lvl="6" rtl="0">
              <a:spcBef>
                <a:spcPts val="0"/>
              </a:spcBef>
              <a:spcAft>
                <a:spcPts val="0"/>
              </a:spcAft>
              <a:buClr>
                <a:schemeClr val="accent1"/>
              </a:buClr>
              <a:buSzPts val="1800"/>
              <a:buNone/>
              <a:defRPr b="1" sz="1800">
                <a:solidFill>
                  <a:schemeClr val="accent1"/>
                </a:solidFill>
              </a:defRPr>
            </a:lvl7pPr>
            <a:lvl8pPr lvl="7" rtl="0">
              <a:spcBef>
                <a:spcPts val="0"/>
              </a:spcBef>
              <a:spcAft>
                <a:spcPts val="0"/>
              </a:spcAft>
              <a:buClr>
                <a:schemeClr val="accent1"/>
              </a:buClr>
              <a:buSzPts val="1800"/>
              <a:buNone/>
              <a:defRPr b="1" sz="1800">
                <a:solidFill>
                  <a:schemeClr val="accent1"/>
                </a:solidFill>
              </a:defRPr>
            </a:lvl8pPr>
            <a:lvl9pPr lvl="8" rtl="0">
              <a:spcBef>
                <a:spcPts val="0"/>
              </a:spcBef>
              <a:spcAft>
                <a:spcPts val="0"/>
              </a:spcAft>
              <a:buClr>
                <a:schemeClr val="accent1"/>
              </a:buClr>
              <a:buSzPts val="1800"/>
              <a:buNone/>
              <a:defRPr b="1" sz="1800">
                <a:solidFill>
                  <a:schemeClr val="accent1"/>
                </a:solidFill>
              </a:defRPr>
            </a:lvl9pPr>
          </a:lstStyle>
          <a:p/>
        </p:txBody>
      </p:sp>
      <p:sp>
        <p:nvSpPr>
          <p:cNvPr id="159" name="Google Shape;159;p23"/>
          <p:cNvSpPr txBox="1"/>
          <p:nvPr>
            <p:ph idx="1" type="body"/>
          </p:nvPr>
        </p:nvSpPr>
        <p:spPr>
          <a:xfrm>
            <a:off x="402325" y="1248800"/>
            <a:ext cx="3722700" cy="3209100"/>
          </a:xfrm>
          <a:prstGeom prst="rect">
            <a:avLst/>
          </a:prstGeom>
        </p:spPr>
        <p:txBody>
          <a:bodyPr anchorCtr="0" anchor="t" bIns="0" lIns="0" spcFirstLastPara="1" rIns="0" wrap="square" tIns="0">
            <a:noAutofit/>
          </a:bodyPr>
          <a:lstStyle>
            <a:lvl1pPr indent="-304800" lvl="0" marL="457200" rtl="0">
              <a:lnSpc>
                <a:spcPct val="125000"/>
              </a:lnSpc>
              <a:spcBef>
                <a:spcPts val="0"/>
              </a:spcBef>
              <a:spcAft>
                <a:spcPts val="0"/>
              </a:spcAft>
              <a:buSzPts val="1200"/>
              <a:buChar char="●"/>
              <a:defRPr sz="1200"/>
            </a:lvl1pPr>
            <a:lvl2pPr indent="-304800" lvl="1" marL="914400" rtl="0">
              <a:lnSpc>
                <a:spcPct val="125000"/>
              </a:lnSpc>
              <a:spcBef>
                <a:spcPts val="0"/>
              </a:spcBef>
              <a:spcAft>
                <a:spcPts val="0"/>
              </a:spcAft>
              <a:buSzPts val="1200"/>
              <a:buChar char="○"/>
              <a:defRPr sz="1200"/>
            </a:lvl2pPr>
            <a:lvl3pPr indent="-304800" lvl="2" marL="1371600" rtl="0">
              <a:lnSpc>
                <a:spcPct val="125000"/>
              </a:lnSpc>
              <a:spcBef>
                <a:spcPts val="0"/>
              </a:spcBef>
              <a:spcAft>
                <a:spcPts val="0"/>
              </a:spcAft>
              <a:buSzPts val="1200"/>
              <a:buChar char="■"/>
              <a:defRPr sz="1200"/>
            </a:lvl3pPr>
            <a:lvl4pPr indent="-304800" lvl="3" marL="1828800" rtl="0">
              <a:lnSpc>
                <a:spcPct val="125000"/>
              </a:lnSpc>
              <a:spcBef>
                <a:spcPts val="0"/>
              </a:spcBef>
              <a:spcAft>
                <a:spcPts val="0"/>
              </a:spcAft>
              <a:buSzPts val="1200"/>
              <a:buChar char="●"/>
              <a:defRPr sz="1200"/>
            </a:lvl4pPr>
            <a:lvl5pPr indent="-304800" lvl="4" marL="2286000" rtl="0">
              <a:lnSpc>
                <a:spcPct val="125000"/>
              </a:lnSpc>
              <a:spcBef>
                <a:spcPts val="0"/>
              </a:spcBef>
              <a:spcAft>
                <a:spcPts val="0"/>
              </a:spcAft>
              <a:buSzPts val="1200"/>
              <a:buChar char="○"/>
              <a:defRPr sz="1200"/>
            </a:lvl5pPr>
            <a:lvl6pPr indent="-304800" lvl="5" marL="2743200" rtl="0">
              <a:lnSpc>
                <a:spcPct val="125000"/>
              </a:lnSpc>
              <a:spcBef>
                <a:spcPts val="0"/>
              </a:spcBef>
              <a:spcAft>
                <a:spcPts val="0"/>
              </a:spcAft>
              <a:buSzPts val="1200"/>
              <a:buChar char="■"/>
              <a:defRPr sz="1200"/>
            </a:lvl6pPr>
            <a:lvl7pPr indent="-304800" lvl="6" marL="3200400" rtl="0">
              <a:lnSpc>
                <a:spcPct val="125000"/>
              </a:lnSpc>
              <a:spcBef>
                <a:spcPts val="0"/>
              </a:spcBef>
              <a:spcAft>
                <a:spcPts val="0"/>
              </a:spcAft>
              <a:buSzPts val="1200"/>
              <a:buChar char="●"/>
              <a:defRPr sz="1200"/>
            </a:lvl7pPr>
            <a:lvl8pPr indent="-304800" lvl="7" marL="3657600" rtl="0">
              <a:lnSpc>
                <a:spcPct val="125000"/>
              </a:lnSpc>
              <a:spcBef>
                <a:spcPts val="0"/>
              </a:spcBef>
              <a:spcAft>
                <a:spcPts val="0"/>
              </a:spcAft>
              <a:buSzPts val="1200"/>
              <a:buChar char="○"/>
              <a:defRPr sz="1200"/>
            </a:lvl8pPr>
            <a:lvl9pPr indent="-304800" lvl="8" marL="4114800" rtl="0">
              <a:lnSpc>
                <a:spcPct val="125000"/>
              </a:lnSpc>
              <a:spcBef>
                <a:spcPts val="0"/>
              </a:spcBef>
              <a:spcAft>
                <a:spcPts val="0"/>
              </a:spcAft>
              <a:buSzPts val="1200"/>
              <a:buChar char="■"/>
              <a:defRPr sz="1200"/>
            </a:lvl9pPr>
          </a:lstStyle>
          <a:p/>
        </p:txBody>
      </p:sp>
      <p:sp>
        <p:nvSpPr>
          <p:cNvPr id="160" name="Google Shape;160;p23"/>
          <p:cNvSpPr/>
          <p:nvPr>
            <p:ph idx="2" type="pic"/>
          </p:nvPr>
        </p:nvSpPr>
        <p:spPr>
          <a:xfrm>
            <a:off x="4589725" y="0"/>
            <a:ext cx="4576800" cy="5143500"/>
          </a:xfrm>
          <a:prstGeom prst="rect">
            <a:avLst/>
          </a:prstGeom>
          <a:noFill/>
          <a:ln>
            <a:noFill/>
          </a:ln>
        </p:spPr>
      </p:sp>
      <p:pic>
        <p:nvPicPr>
          <p:cNvPr id="161" name="Google Shape;161;p23"/>
          <p:cNvPicPr preferRelativeResize="0"/>
          <p:nvPr/>
        </p:nvPicPr>
        <p:blipFill>
          <a:blip r:embed="rId2">
            <a:alphaModFix/>
          </a:blip>
          <a:stretch>
            <a:fillRect/>
          </a:stretch>
        </p:blipFill>
        <p:spPr>
          <a:xfrm>
            <a:off x="8833363" y="56338"/>
            <a:ext cx="256033" cy="25603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ed Points (Up to 3)">
  <p:cSld name="CUSTOM_2_1_1">
    <p:spTree>
      <p:nvGrpSpPr>
        <p:cNvPr id="162" name="Shape 162"/>
        <p:cNvGrpSpPr/>
        <p:nvPr/>
      </p:nvGrpSpPr>
      <p:grpSpPr>
        <a:xfrm>
          <a:off x="0" y="0"/>
          <a:ext cx="0" cy="0"/>
          <a:chOff x="0" y="0"/>
          <a:chExt cx="0" cy="0"/>
        </a:xfrm>
      </p:grpSpPr>
      <p:sp>
        <p:nvSpPr>
          <p:cNvPr id="163" name="Google Shape;163;p24"/>
          <p:cNvSpPr/>
          <p:nvPr/>
        </p:nvSpPr>
        <p:spPr>
          <a:xfrm>
            <a:off x="-16275" y="-6300"/>
            <a:ext cx="2297400" cy="5156100"/>
          </a:xfrm>
          <a:prstGeom prst="rect">
            <a:avLst/>
          </a:prstGeom>
          <a:solidFill>
            <a:srgbClr val="FAF2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oppins Medium"/>
              <a:ea typeface="Poppins Medium"/>
              <a:cs typeface="Poppins Medium"/>
              <a:sym typeface="Poppins Medium"/>
            </a:endParaRPr>
          </a:p>
        </p:txBody>
      </p:sp>
      <p:sp>
        <p:nvSpPr>
          <p:cNvPr id="164" name="Google Shape;164;p24"/>
          <p:cNvSpPr txBox="1"/>
          <p:nvPr>
            <p:ph idx="1" type="body"/>
          </p:nvPr>
        </p:nvSpPr>
        <p:spPr>
          <a:xfrm>
            <a:off x="2648425" y="2364803"/>
            <a:ext cx="1865400" cy="569700"/>
          </a:xfrm>
          <a:prstGeom prst="rect">
            <a:avLst/>
          </a:prstGeom>
        </p:spPr>
        <p:txBody>
          <a:bodyPr anchorCtr="0" anchor="t" bIns="0" lIns="0" spcFirstLastPara="1" rIns="0" wrap="square" tIns="0">
            <a:noAutofit/>
          </a:bodyPr>
          <a:lstStyle>
            <a:lvl1pPr indent="-292100" lvl="0" marL="457200" rtl="0">
              <a:lnSpc>
                <a:spcPct val="125000"/>
              </a:lnSpc>
              <a:spcBef>
                <a:spcPts val="0"/>
              </a:spcBef>
              <a:spcAft>
                <a:spcPts val="0"/>
              </a:spcAft>
              <a:buSzPts val="1000"/>
              <a:buChar char="●"/>
              <a:defRPr sz="1000"/>
            </a:lvl1pPr>
            <a:lvl2pPr indent="-292100" lvl="1" marL="914400" rtl="0">
              <a:lnSpc>
                <a:spcPct val="125000"/>
              </a:lnSpc>
              <a:spcBef>
                <a:spcPts val="0"/>
              </a:spcBef>
              <a:spcAft>
                <a:spcPts val="0"/>
              </a:spcAft>
              <a:buSzPts val="1000"/>
              <a:buChar char="○"/>
              <a:defRPr sz="1000"/>
            </a:lvl2pPr>
            <a:lvl3pPr indent="-292100" lvl="2" marL="1371600" rtl="0">
              <a:lnSpc>
                <a:spcPct val="125000"/>
              </a:lnSpc>
              <a:spcBef>
                <a:spcPts val="0"/>
              </a:spcBef>
              <a:spcAft>
                <a:spcPts val="0"/>
              </a:spcAft>
              <a:buSzPts val="1000"/>
              <a:buChar char="■"/>
              <a:defRPr sz="1000"/>
            </a:lvl3pPr>
            <a:lvl4pPr indent="-292100" lvl="3" marL="1828800" rtl="0">
              <a:lnSpc>
                <a:spcPct val="125000"/>
              </a:lnSpc>
              <a:spcBef>
                <a:spcPts val="0"/>
              </a:spcBef>
              <a:spcAft>
                <a:spcPts val="0"/>
              </a:spcAft>
              <a:buSzPts val="1000"/>
              <a:buChar char="●"/>
              <a:defRPr sz="1000"/>
            </a:lvl4pPr>
            <a:lvl5pPr indent="-292100" lvl="4" marL="2286000" rtl="0">
              <a:lnSpc>
                <a:spcPct val="125000"/>
              </a:lnSpc>
              <a:spcBef>
                <a:spcPts val="0"/>
              </a:spcBef>
              <a:spcAft>
                <a:spcPts val="0"/>
              </a:spcAft>
              <a:buSzPts val="1000"/>
              <a:buChar char="○"/>
              <a:defRPr sz="1000"/>
            </a:lvl5pPr>
            <a:lvl6pPr indent="-292100" lvl="5" marL="2743200" rtl="0">
              <a:lnSpc>
                <a:spcPct val="125000"/>
              </a:lnSpc>
              <a:spcBef>
                <a:spcPts val="0"/>
              </a:spcBef>
              <a:spcAft>
                <a:spcPts val="0"/>
              </a:spcAft>
              <a:buSzPts val="1000"/>
              <a:buChar char="■"/>
              <a:defRPr sz="1000"/>
            </a:lvl6pPr>
            <a:lvl7pPr indent="-292100" lvl="6" marL="3200400" rtl="0">
              <a:lnSpc>
                <a:spcPct val="125000"/>
              </a:lnSpc>
              <a:spcBef>
                <a:spcPts val="0"/>
              </a:spcBef>
              <a:spcAft>
                <a:spcPts val="0"/>
              </a:spcAft>
              <a:buSzPts val="1000"/>
              <a:buChar char="●"/>
              <a:defRPr sz="1000"/>
            </a:lvl7pPr>
            <a:lvl8pPr indent="-292100" lvl="7" marL="3657600" rtl="0">
              <a:lnSpc>
                <a:spcPct val="125000"/>
              </a:lnSpc>
              <a:spcBef>
                <a:spcPts val="0"/>
              </a:spcBef>
              <a:spcAft>
                <a:spcPts val="0"/>
              </a:spcAft>
              <a:buSzPts val="1000"/>
              <a:buChar char="○"/>
              <a:defRPr sz="1000"/>
            </a:lvl8pPr>
            <a:lvl9pPr indent="-292100" lvl="8" marL="4114800" rtl="0">
              <a:lnSpc>
                <a:spcPct val="125000"/>
              </a:lnSpc>
              <a:spcBef>
                <a:spcPts val="0"/>
              </a:spcBef>
              <a:spcAft>
                <a:spcPts val="0"/>
              </a:spcAft>
              <a:buSzPts val="1000"/>
              <a:buChar char="■"/>
              <a:defRPr sz="1000"/>
            </a:lvl9pPr>
          </a:lstStyle>
          <a:p/>
        </p:txBody>
      </p:sp>
      <p:sp>
        <p:nvSpPr>
          <p:cNvPr id="165" name="Google Shape;165;p24"/>
          <p:cNvSpPr txBox="1"/>
          <p:nvPr>
            <p:ph idx="2" type="body"/>
          </p:nvPr>
        </p:nvSpPr>
        <p:spPr>
          <a:xfrm>
            <a:off x="4763835" y="2364800"/>
            <a:ext cx="1865400" cy="569700"/>
          </a:xfrm>
          <a:prstGeom prst="rect">
            <a:avLst/>
          </a:prstGeom>
        </p:spPr>
        <p:txBody>
          <a:bodyPr anchorCtr="0" anchor="t" bIns="0" lIns="0" spcFirstLastPara="1" rIns="0" wrap="square" tIns="0">
            <a:noAutofit/>
          </a:bodyPr>
          <a:lstStyle>
            <a:lvl1pPr indent="-292100" lvl="0" marL="457200" rtl="0">
              <a:lnSpc>
                <a:spcPct val="125000"/>
              </a:lnSpc>
              <a:spcBef>
                <a:spcPts val="0"/>
              </a:spcBef>
              <a:spcAft>
                <a:spcPts val="0"/>
              </a:spcAft>
              <a:buSzPts val="1000"/>
              <a:buChar char="●"/>
              <a:defRPr sz="1000"/>
            </a:lvl1pPr>
            <a:lvl2pPr indent="-292100" lvl="1" marL="914400" rtl="0">
              <a:lnSpc>
                <a:spcPct val="125000"/>
              </a:lnSpc>
              <a:spcBef>
                <a:spcPts val="0"/>
              </a:spcBef>
              <a:spcAft>
                <a:spcPts val="0"/>
              </a:spcAft>
              <a:buSzPts val="1000"/>
              <a:buChar char="○"/>
              <a:defRPr sz="1000"/>
            </a:lvl2pPr>
            <a:lvl3pPr indent="-292100" lvl="2" marL="1371600" rtl="0">
              <a:lnSpc>
                <a:spcPct val="125000"/>
              </a:lnSpc>
              <a:spcBef>
                <a:spcPts val="0"/>
              </a:spcBef>
              <a:spcAft>
                <a:spcPts val="0"/>
              </a:spcAft>
              <a:buSzPts val="1000"/>
              <a:buChar char="■"/>
              <a:defRPr sz="1000"/>
            </a:lvl3pPr>
            <a:lvl4pPr indent="-292100" lvl="3" marL="1828800" rtl="0">
              <a:lnSpc>
                <a:spcPct val="125000"/>
              </a:lnSpc>
              <a:spcBef>
                <a:spcPts val="0"/>
              </a:spcBef>
              <a:spcAft>
                <a:spcPts val="0"/>
              </a:spcAft>
              <a:buSzPts val="1000"/>
              <a:buChar char="●"/>
              <a:defRPr sz="1000"/>
            </a:lvl4pPr>
            <a:lvl5pPr indent="-292100" lvl="4" marL="2286000" rtl="0">
              <a:lnSpc>
                <a:spcPct val="125000"/>
              </a:lnSpc>
              <a:spcBef>
                <a:spcPts val="0"/>
              </a:spcBef>
              <a:spcAft>
                <a:spcPts val="0"/>
              </a:spcAft>
              <a:buSzPts val="1000"/>
              <a:buChar char="○"/>
              <a:defRPr sz="1000"/>
            </a:lvl5pPr>
            <a:lvl6pPr indent="-292100" lvl="5" marL="2743200" rtl="0">
              <a:lnSpc>
                <a:spcPct val="125000"/>
              </a:lnSpc>
              <a:spcBef>
                <a:spcPts val="0"/>
              </a:spcBef>
              <a:spcAft>
                <a:spcPts val="0"/>
              </a:spcAft>
              <a:buSzPts val="1000"/>
              <a:buChar char="■"/>
              <a:defRPr sz="1000"/>
            </a:lvl6pPr>
            <a:lvl7pPr indent="-292100" lvl="6" marL="3200400" rtl="0">
              <a:lnSpc>
                <a:spcPct val="125000"/>
              </a:lnSpc>
              <a:spcBef>
                <a:spcPts val="0"/>
              </a:spcBef>
              <a:spcAft>
                <a:spcPts val="0"/>
              </a:spcAft>
              <a:buSzPts val="1000"/>
              <a:buChar char="●"/>
              <a:defRPr sz="1000"/>
            </a:lvl7pPr>
            <a:lvl8pPr indent="-292100" lvl="7" marL="3657600" rtl="0">
              <a:lnSpc>
                <a:spcPct val="125000"/>
              </a:lnSpc>
              <a:spcBef>
                <a:spcPts val="0"/>
              </a:spcBef>
              <a:spcAft>
                <a:spcPts val="0"/>
              </a:spcAft>
              <a:buSzPts val="1000"/>
              <a:buChar char="○"/>
              <a:defRPr sz="1000"/>
            </a:lvl8pPr>
            <a:lvl9pPr indent="-292100" lvl="8" marL="4114800" rtl="0">
              <a:lnSpc>
                <a:spcPct val="125000"/>
              </a:lnSpc>
              <a:spcBef>
                <a:spcPts val="0"/>
              </a:spcBef>
              <a:spcAft>
                <a:spcPts val="0"/>
              </a:spcAft>
              <a:buSzPts val="1000"/>
              <a:buChar char="■"/>
              <a:defRPr sz="1000"/>
            </a:lvl9pPr>
          </a:lstStyle>
          <a:p/>
        </p:txBody>
      </p:sp>
      <p:sp>
        <p:nvSpPr>
          <p:cNvPr id="166" name="Google Shape;166;p24"/>
          <p:cNvSpPr txBox="1"/>
          <p:nvPr>
            <p:ph idx="3" type="body"/>
          </p:nvPr>
        </p:nvSpPr>
        <p:spPr>
          <a:xfrm>
            <a:off x="6879225" y="2364799"/>
            <a:ext cx="1865400" cy="569700"/>
          </a:xfrm>
          <a:prstGeom prst="rect">
            <a:avLst/>
          </a:prstGeom>
        </p:spPr>
        <p:txBody>
          <a:bodyPr anchorCtr="0" anchor="t" bIns="0" lIns="0" spcFirstLastPara="1" rIns="0" wrap="square" tIns="0">
            <a:noAutofit/>
          </a:bodyPr>
          <a:lstStyle>
            <a:lvl1pPr indent="-292100" lvl="0" marL="457200" rtl="0">
              <a:lnSpc>
                <a:spcPct val="125000"/>
              </a:lnSpc>
              <a:spcBef>
                <a:spcPts val="0"/>
              </a:spcBef>
              <a:spcAft>
                <a:spcPts val="0"/>
              </a:spcAft>
              <a:buSzPts val="1000"/>
              <a:buChar char="●"/>
              <a:defRPr sz="1000"/>
            </a:lvl1pPr>
            <a:lvl2pPr indent="-292100" lvl="1" marL="914400" rtl="0">
              <a:lnSpc>
                <a:spcPct val="125000"/>
              </a:lnSpc>
              <a:spcBef>
                <a:spcPts val="0"/>
              </a:spcBef>
              <a:spcAft>
                <a:spcPts val="0"/>
              </a:spcAft>
              <a:buSzPts val="1000"/>
              <a:buChar char="○"/>
              <a:defRPr sz="1000"/>
            </a:lvl2pPr>
            <a:lvl3pPr indent="-292100" lvl="2" marL="1371600" rtl="0">
              <a:lnSpc>
                <a:spcPct val="125000"/>
              </a:lnSpc>
              <a:spcBef>
                <a:spcPts val="0"/>
              </a:spcBef>
              <a:spcAft>
                <a:spcPts val="0"/>
              </a:spcAft>
              <a:buSzPts val="1000"/>
              <a:buChar char="■"/>
              <a:defRPr sz="1000"/>
            </a:lvl3pPr>
            <a:lvl4pPr indent="-292100" lvl="3" marL="1828800" rtl="0">
              <a:lnSpc>
                <a:spcPct val="125000"/>
              </a:lnSpc>
              <a:spcBef>
                <a:spcPts val="0"/>
              </a:spcBef>
              <a:spcAft>
                <a:spcPts val="0"/>
              </a:spcAft>
              <a:buSzPts val="1000"/>
              <a:buChar char="●"/>
              <a:defRPr sz="1000"/>
            </a:lvl4pPr>
            <a:lvl5pPr indent="-292100" lvl="4" marL="2286000" rtl="0">
              <a:lnSpc>
                <a:spcPct val="125000"/>
              </a:lnSpc>
              <a:spcBef>
                <a:spcPts val="0"/>
              </a:spcBef>
              <a:spcAft>
                <a:spcPts val="0"/>
              </a:spcAft>
              <a:buSzPts val="1000"/>
              <a:buChar char="○"/>
              <a:defRPr sz="1000"/>
            </a:lvl5pPr>
            <a:lvl6pPr indent="-292100" lvl="5" marL="2743200" rtl="0">
              <a:lnSpc>
                <a:spcPct val="125000"/>
              </a:lnSpc>
              <a:spcBef>
                <a:spcPts val="0"/>
              </a:spcBef>
              <a:spcAft>
                <a:spcPts val="0"/>
              </a:spcAft>
              <a:buSzPts val="1000"/>
              <a:buChar char="■"/>
              <a:defRPr sz="1000"/>
            </a:lvl6pPr>
            <a:lvl7pPr indent="-292100" lvl="6" marL="3200400" rtl="0">
              <a:lnSpc>
                <a:spcPct val="125000"/>
              </a:lnSpc>
              <a:spcBef>
                <a:spcPts val="0"/>
              </a:spcBef>
              <a:spcAft>
                <a:spcPts val="0"/>
              </a:spcAft>
              <a:buSzPts val="1000"/>
              <a:buChar char="●"/>
              <a:defRPr sz="1000"/>
            </a:lvl7pPr>
            <a:lvl8pPr indent="-292100" lvl="7" marL="3657600" rtl="0">
              <a:lnSpc>
                <a:spcPct val="125000"/>
              </a:lnSpc>
              <a:spcBef>
                <a:spcPts val="0"/>
              </a:spcBef>
              <a:spcAft>
                <a:spcPts val="0"/>
              </a:spcAft>
              <a:buSzPts val="1000"/>
              <a:buChar char="○"/>
              <a:defRPr sz="1000"/>
            </a:lvl8pPr>
            <a:lvl9pPr indent="-292100" lvl="8" marL="4114800" rtl="0">
              <a:lnSpc>
                <a:spcPct val="125000"/>
              </a:lnSpc>
              <a:spcBef>
                <a:spcPts val="0"/>
              </a:spcBef>
              <a:spcAft>
                <a:spcPts val="0"/>
              </a:spcAft>
              <a:buSzPts val="1000"/>
              <a:buChar char="■"/>
              <a:defRPr sz="1000"/>
            </a:lvl9pPr>
          </a:lstStyle>
          <a:p/>
        </p:txBody>
      </p:sp>
      <p:sp>
        <p:nvSpPr>
          <p:cNvPr id="167" name="Google Shape;167;p24"/>
          <p:cNvSpPr txBox="1"/>
          <p:nvPr>
            <p:ph type="title"/>
          </p:nvPr>
        </p:nvSpPr>
        <p:spPr>
          <a:xfrm>
            <a:off x="2648441" y="2020824"/>
            <a:ext cx="1865400" cy="289500"/>
          </a:xfrm>
          <a:prstGeom prst="rect">
            <a:avLst/>
          </a:prstGeom>
        </p:spPr>
        <p:txBody>
          <a:bodyPr anchorCtr="0" anchor="t" bIns="0" lIns="0" spcFirstLastPara="1" rIns="0" wrap="square" tIns="0">
            <a:noAutofit/>
          </a:bodyPr>
          <a:lstStyle>
            <a:lvl1pPr lvl="0" rtl="0">
              <a:spcBef>
                <a:spcPts val="0"/>
              </a:spcBef>
              <a:spcAft>
                <a:spcPts val="0"/>
              </a:spcAft>
              <a:buClr>
                <a:schemeClr val="dk2"/>
              </a:buClr>
              <a:buSzPts val="1000"/>
              <a:buNone/>
              <a:defRPr b="1" sz="1000">
                <a:solidFill>
                  <a:schemeClr val="dk2"/>
                </a:solidFill>
              </a:defRPr>
            </a:lvl1pPr>
            <a:lvl2pPr lvl="1" rtl="0">
              <a:spcBef>
                <a:spcPts val="0"/>
              </a:spcBef>
              <a:spcAft>
                <a:spcPts val="0"/>
              </a:spcAft>
              <a:buClr>
                <a:schemeClr val="dk2"/>
              </a:buClr>
              <a:buSzPts val="1000"/>
              <a:buNone/>
              <a:defRPr b="1" sz="1000">
                <a:solidFill>
                  <a:schemeClr val="dk2"/>
                </a:solidFill>
              </a:defRPr>
            </a:lvl2pPr>
            <a:lvl3pPr lvl="2" rtl="0">
              <a:spcBef>
                <a:spcPts val="0"/>
              </a:spcBef>
              <a:spcAft>
                <a:spcPts val="0"/>
              </a:spcAft>
              <a:buClr>
                <a:schemeClr val="dk2"/>
              </a:buClr>
              <a:buSzPts val="1000"/>
              <a:buNone/>
              <a:defRPr b="1" sz="1000">
                <a:solidFill>
                  <a:schemeClr val="dk2"/>
                </a:solidFill>
              </a:defRPr>
            </a:lvl3pPr>
            <a:lvl4pPr lvl="3" rtl="0">
              <a:spcBef>
                <a:spcPts val="0"/>
              </a:spcBef>
              <a:spcAft>
                <a:spcPts val="0"/>
              </a:spcAft>
              <a:buClr>
                <a:schemeClr val="dk2"/>
              </a:buClr>
              <a:buSzPts val="1000"/>
              <a:buNone/>
              <a:defRPr b="1" sz="1000">
                <a:solidFill>
                  <a:schemeClr val="dk2"/>
                </a:solidFill>
              </a:defRPr>
            </a:lvl4pPr>
            <a:lvl5pPr lvl="4" rtl="0">
              <a:spcBef>
                <a:spcPts val="0"/>
              </a:spcBef>
              <a:spcAft>
                <a:spcPts val="0"/>
              </a:spcAft>
              <a:buClr>
                <a:schemeClr val="dk2"/>
              </a:buClr>
              <a:buSzPts val="1000"/>
              <a:buNone/>
              <a:defRPr b="1" sz="1000">
                <a:solidFill>
                  <a:schemeClr val="dk2"/>
                </a:solidFill>
              </a:defRPr>
            </a:lvl5pPr>
            <a:lvl6pPr lvl="5" rtl="0">
              <a:spcBef>
                <a:spcPts val="0"/>
              </a:spcBef>
              <a:spcAft>
                <a:spcPts val="0"/>
              </a:spcAft>
              <a:buClr>
                <a:schemeClr val="dk2"/>
              </a:buClr>
              <a:buSzPts val="1000"/>
              <a:buNone/>
              <a:defRPr b="1" sz="1000">
                <a:solidFill>
                  <a:schemeClr val="dk2"/>
                </a:solidFill>
              </a:defRPr>
            </a:lvl6pPr>
            <a:lvl7pPr lvl="6" rtl="0">
              <a:spcBef>
                <a:spcPts val="0"/>
              </a:spcBef>
              <a:spcAft>
                <a:spcPts val="0"/>
              </a:spcAft>
              <a:buClr>
                <a:schemeClr val="dk2"/>
              </a:buClr>
              <a:buSzPts val="1000"/>
              <a:buNone/>
              <a:defRPr b="1" sz="1000">
                <a:solidFill>
                  <a:schemeClr val="dk2"/>
                </a:solidFill>
              </a:defRPr>
            </a:lvl7pPr>
            <a:lvl8pPr lvl="7" rtl="0">
              <a:spcBef>
                <a:spcPts val="0"/>
              </a:spcBef>
              <a:spcAft>
                <a:spcPts val="0"/>
              </a:spcAft>
              <a:buClr>
                <a:schemeClr val="dk2"/>
              </a:buClr>
              <a:buSzPts val="1000"/>
              <a:buNone/>
              <a:defRPr b="1" sz="1000">
                <a:solidFill>
                  <a:schemeClr val="dk2"/>
                </a:solidFill>
              </a:defRPr>
            </a:lvl8pPr>
            <a:lvl9pPr lvl="8" rtl="0">
              <a:spcBef>
                <a:spcPts val="0"/>
              </a:spcBef>
              <a:spcAft>
                <a:spcPts val="0"/>
              </a:spcAft>
              <a:buClr>
                <a:schemeClr val="dk2"/>
              </a:buClr>
              <a:buSzPts val="1000"/>
              <a:buNone/>
              <a:defRPr b="1" sz="1000">
                <a:solidFill>
                  <a:schemeClr val="dk2"/>
                </a:solidFill>
              </a:defRPr>
            </a:lvl9pPr>
          </a:lstStyle>
          <a:p/>
        </p:txBody>
      </p:sp>
      <p:sp>
        <p:nvSpPr>
          <p:cNvPr id="168" name="Google Shape;168;p24"/>
          <p:cNvSpPr txBox="1"/>
          <p:nvPr>
            <p:ph idx="4" type="title"/>
          </p:nvPr>
        </p:nvSpPr>
        <p:spPr>
          <a:xfrm>
            <a:off x="4763827" y="2020824"/>
            <a:ext cx="1865400" cy="289500"/>
          </a:xfrm>
          <a:prstGeom prst="rect">
            <a:avLst/>
          </a:prstGeom>
        </p:spPr>
        <p:txBody>
          <a:bodyPr anchorCtr="0" anchor="t" bIns="0" lIns="0" spcFirstLastPara="1" rIns="0" wrap="square" tIns="0">
            <a:noAutofit/>
          </a:bodyPr>
          <a:lstStyle>
            <a:lvl1pPr lvl="0" rtl="0">
              <a:spcBef>
                <a:spcPts val="0"/>
              </a:spcBef>
              <a:spcAft>
                <a:spcPts val="0"/>
              </a:spcAft>
              <a:buClr>
                <a:schemeClr val="dk2"/>
              </a:buClr>
              <a:buSzPts val="1000"/>
              <a:buNone/>
              <a:defRPr b="1" sz="1000">
                <a:solidFill>
                  <a:schemeClr val="dk2"/>
                </a:solidFill>
              </a:defRPr>
            </a:lvl1pPr>
            <a:lvl2pPr lvl="1" rtl="0">
              <a:spcBef>
                <a:spcPts val="0"/>
              </a:spcBef>
              <a:spcAft>
                <a:spcPts val="0"/>
              </a:spcAft>
              <a:buClr>
                <a:schemeClr val="dk2"/>
              </a:buClr>
              <a:buSzPts val="1000"/>
              <a:buNone/>
              <a:defRPr b="1" sz="1000">
                <a:solidFill>
                  <a:schemeClr val="dk2"/>
                </a:solidFill>
              </a:defRPr>
            </a:lvl2pPr>
            <a:lvl3pPr lvl="2" rtl="0">
              <a:spcBef>
                <a:spcPts val="0"/>
              </a:spcBef>
              <a:spcAft>
                <a:spcPts val="0"/>
              </a:spcAft>
              <a:buClr>
                <a:schemeClr val="dk2"/>
              </a:buClr>
              <a:buSzPts val="1000"/>
              <a:buNone/>
              <a:defRPr b="1" sz="1000">
                <a:solidFill>
                  <a:schemeClr val="dk2"/>
                </a:solidFill>
              </a:defRPr>
            </a:lvl3pPr>
            <a:lvl4pPr lvl="3" rtl="0">
              <a:spcBef>
                <a:spcPts val="0"/>
              </a:spcBef>
              <a:spcAft>
                <a:spcPts val="0"/>
              </a:spcAft>
              <a:buClr>
                <a:schemeClr val="dk2"/>
              </a:buClr>
              <a:buSzPts val="1000"/>
              <a:buNone/>
              <a:defRPr b="1" sz="1000">
                <a:solidFill>
                  <a:schemeClr val="dk2"/>
                </a:solidFill>
              </a:defRPr>
            </a:lvl4pPr>
            <a:lvl5pPr lvl="4" rtl="0">
              <a:spcBef>
                <a:spcPts val="0"/>
              </a:spcBef>
              <a:spcAft>
                <a:spcPts val="0"/>
              </a:spcAft>
              <a:buClr>
                <a:schemeClr val="dk2"/>
              </a:buClr>
              <a:buSzPts val="1000"/>
              <a:buNone/>
              <a:defRPr b="1" sz="1000">
                <a:solidFill>
                  <a:schemeClr val="dk2"/>
                </a:solidFill>
              </a:defRPr>
            </a:lvl5pPr>
            <a:lvl6pPr lvl="5" rtl="0">
              <a:spcBef>
                <a:spcPts val="0"/>
              </a:spcBef>
              <a:spcAft>
                <a:spcPts val="0"/>
              </a:spcAft>
              <a:buClr>
                <a:schemeClr val="dk2"/>
              </a:buClr>
              <a:buSzPts val="1000"/>
              <a:buNone/>
              <a:defRPr b="1" sz="1000">
                <a:solidFill>
                  <a:schemeClr val="dk2"/>
                </a:solidFill>
              </a:defRPr>
            </a:lvl6pPr>
            <a:lvl7pPr lvl="6" rtl="0">
              <a:spcBef>
                <a:spcPts val="0"/>
              </a:spcBef>
              <a:spcAft>
                <a:spcPts val="0"/>
              </a:spcAft>
              <a:buClr>
                <a:schemeClr val="dk2"/>
              </a:buClr>
              <a:buSzPts val="1000"/>
              <a:buNone/>
              <a:defRPr b="1" sz="1000">
                <a:solidFill>
                  <a:schemeClr val="dk2"/>
                </a:solidFill>
              </a:defRPr>
            </a:lvl7pPr>
            <a:lvl8pPr lvl="7" rtl="0">
              <a:spcBef>
                <a:spcPts val="0"/>
              </a:spcBef>
              <a:spcAft>
                <a:spcPts val="0"/>
              </a:spcAft>
              <a:buClr>
                <a:schemeClr val="dk2"/>
              </a:buClr>
              <a:buSzPts val="1000"/>
              <a:buNone/>
              <a:defRPr b="1" sz="1000">
                <a:solidFill>
                  <a:schemeClr val="dk2"/>
                </a:solidFill>
              </a:defRPr>
            </a:lvl8pPr>
            <a:lvl9pPr lvl="8" rtl="0">
              <a:spcBef>
                <a:spcPts val="0"/>
              </a:spcBef>
              <a:spcAft>
                <a:spcPts val="0"/>
              </a:spcAft>
              <a:buClr>
                <a:schemeClr val="dk2"/>
              </a:buClr>
              <a:buSzPts val="1000"/>
              <a:buNone/>
              <a:defRPr b="1" sz="1000">
                <a:solidFill>
                  <a:schemeClr val="dk2"/>
                </a:solidFill>
              </a:defRPr>
            </a:lvl9pPr>
          </a:lstStyle>
          <a:p/>
        </p:txBody>
      </p:sp>
      <p:sp>
        <p:nvSpPr>
          <p:cNvPr id="169" name="Google Shape;169;p24"/>
          <p:cNvSpPr txBox="1"/>
          <p:nvPr>
            <p:ph idx="5" type="title"/>
          </p:nvPr>
        </p:nvSpPr>
        <p:spPr>
          <a:xfrm>
            <a:off x="6879227" y="2020824"/>
            <a:ext cx="1865400" cy="289500"/>
          </a:xfrm>
          <a:prstGeom prst="rect">
            <a:avLst/>
          </a:prstGeom>
        </p:spPr>
        <p:txBody>
          <a:bodyPr anchorCtr="0" anchor="t" bIns="0" lIns="0" spcFirstLastPara="1" rIns="0" wrap="square" tIns="0">
            <a:noAutofit/>
          </a:bodyPr>
          <a:lstStyle>
            <a:lvl1pPr lvl="0" rtl="0">
              <a:spcBef>
                <a:spcPts val="0"/>
              </a:spcBef>
              <a:spcAft>
                <a:spcPts val="0"/>
              </a:spcAft>
              <a:buClr>
                <a:schemeClr val="dk2"/>
              </a:buClr>
              <a:buSzPts val="1000"/>
              <a:buNone/>
              <a:defRPr b="1" sz="1000">
                <a:solidFill>
                  <a:schemeClr val="dk2"/>
                </a:solidFill>
              </a:defRPr>
            </a:lvl1pPr>
            <a:lvl2pPr lvl="1" rtl="0">
              <a:spcBef>
                <a:spcPts val="0"/>
              </a:spcBef>
              <a:spcAft>
                <a:spcPts val="0"/>
              </a:spcAft>
              <a:buClr>
                <a:schemeClr val="dk2"/>
              </a:buClr>
              <a:buSzPts val="1000"/>
              <a:buNone/>
              <a:defRPr b="1" sz="1000">
                <a:solidFill>
                  <a:schemeClr val="dk2"/>
                </a:solidFill>
              </a:defRPr>
            </a:lvl2pPr>
            <a:lvl3pPr lvl="2" rtl="0">
              <a:spcBef>
                <a:spcPts val="0"/>
              </a:spcBef>
              <a:spcAft>
                <a:spcPts val="0"/>
              </a:spcAft>
              <a:buClr>
                <a:schemeClr val="dk2"/>
              </a:buClr>
              <a:buSzPts val="1000"/>
              <a:buNone/>
              <a:defRPr b="1" sz="1000">
                <a:solidFill>
                  <a:schemeClr val="dk2"/>
                </a:solidFill>
              </a:defRPr>
            </a:lvl3pPr>
            <a:lvl4pPr lvl="3" rtl="0">
              <a:spcBef>
                <a:spcPts val="0"/>
              </a:spcBef>
              <a:spcAft>
                <a:spcPts val="0"/>
              </a:spcAft>
              <a:buClr>
                <a:schemeClr val="dk2"/>
              </a:buClr>
              <a:buSzPts val="1000"/>
              <a:buNone/>
              <a:defRPr b="1" sz="1000">
                <a:solidFill>
                  <a:schemeClr val="dk2"/>
                </a:solidFill>
              </a:defRPr>
            </a:lvl4pPr>
            <a:lvl5pPr lvl="4" rtl="0">
              <a:spcBef>
                <a:spcPts val="0"/>
              </a:spcBef>
              <a:spcAft>
                <a:spcPts val="0"/>
              </a:spcAft>
              <a:buClr>
                <a:schemeClr val="dk2"/>
              </a:buClr>
              <a:buSzPts val="1000"/>
              <a:buNone/>
              <a:defRPr b="1" sz="1000">
                <a:solidFill>
                  <a:schemeClr val="dk2"/>
                </a:solidFill>
              </a:defRPr>
            </a:lvl5pPr>
            <a:lvl6pPr lvl="5" rtl="0">
              <a:spcBef>
                <a:spcPts val="0"/>
              </a:spcBef>
              <a:spcAft>
                <a:spcPts val="0"/>
              </a:spcAft>
              <a:buClr>
                <a:schemeClr val="dk2"/>
              </a:buClr>
              <a:buSzPts val="1000"/>
              <a:buNone/>
              <a:defRPr b="1" sz="1000">
                <a:solidFill>
                  <a:schemeClr val="dk2"/>
                </a:solidFill>
              </a:defRPr>
            </a:lvl6pPr>
            <a:lvl7pPr lvl="6" rtl="0">
              <a:spcBef>
                <a:spcPts val="0"/>
              </a:spcBef>
              <a:spcAft>
                <a:spcPts val="0"/>
              </a:spcAft>
              <a:buClr>
                <a:schemeClr val="dk2"/>
              </a:buClr>
              <a:buSzPts val="1000"/>
              <a:buNone/>
              <a:defRPr b="1" sz="1000">
                <a:solidFill>
                  <a:schemeClr val="dk2"/>
                </a:solidFill>
              </a:defRPr>
            </a:lvl7pPr>
            <a:lvl8pPr lvl="7" rtl="0">
              <a:spcBef>
                <a:spcPts val="0"/>
              </a:spcBef>
              <a:spcAft>
                <a:spcPts val="0"/>
              </a:spcAft>
              <a:buClr>
                <a:schemeClr val="dk2"/>
              </a:buClr>
              <a:buSzPts val="1000"/>
              <a:buNone/>
              <a:defRPr b="1" sz="1000">
                <a:solidFill>
                  <a:schemeClr val="dk2"/>
                </a:solidFill>
              </a:defRPr>
            </a:lvl8pPr>
            <a:lvl9pPr lvl="8" rtl="0">
              <a:spcBef>
                <a:spcPts val="0"/>
              </a:spcBef>
              <a:spcAft>
                <a:spcPts val="0"/>
              </a:spcAft>
              <a:buClr>
                <a:schemeClr val="dk2"/>
              </a:buClr>
              <a:buSzPts val="1000"/>
              <a:buNone/>
              <a:defRPr b="1" sz="1000">
                <a:solidFill>
                  <a:schemeClr val="dk2"/>
                </a:solidFill>
              </a:defRPr>
            </a:lvl9pPr>
          </a:lstStyle>
          <a:p/>
        </p:txBody>
      </p:sp>
      <p:sp>
        <p:nvSpPr>
          <p:cNvPr id="170" name="Google Shape;170;p24"/>
          <p:cNvSpPr txBox="1"/>
          <p:nvPr>
            <p:ph idx="6" type="body"/>
          </p:nvPr>
        </p:nvSpPr>
        <p:spPr>
          <a:xfrm>
            <a:off x="347475" y="1991600"/>
            <a:ext cx="1574100" cy="2024700"/>
          </a:xfrm>
          <a:prstGeom prst="rect">
            <a:avLst/>
          </a:prstGeom>
        </p:spPr>
        <p:txBody>
          <a:bodyPr anchorCtr="0" anchor="t" bIns="0" lIns="0" spcFirstLastPara="1" rIns="0" wrap="square" tIns="0">
            <a:noAutofit/>
          </a:bodyPr>
          <a:lstStyle>
            <a:lvl1pPr indent="-298450" lvl="0" marL="457200" rtl="0">
              <a:lnSpc>
                <a:spcPct val="125000"/>
              </a:lnSpc>
              <a:spcBef>
                <a:spcPts val="0"/>
              </a:spcBef>
              <a:spcAft>
                <a:spcPts val="0"/>
              </a:spcAft>
              <a:buSzPts val="1100"/>
              <a:buChar char="●"/>
              <a:defRPr b="1" sz="1100"/>
            </a:lvl1pPr>
            <a:lvl2pPr indent="-298450" lvl="1" marL="914400" rtl="0">
              <a:lnSpc>
                <a:spcPct val="125000"/>
              </a:lnSpc>
              <a:spcBef>
                <a:spcPts val="0"/>
              </a:spcBef>
              <a:spcAft>
                <a:spcPts val="0"/>
              </a:spcAft>
              <a:buSzPts val="1100"/>
              <a:buChar char="○"/>
              <a:defRPr b="1" sz="1100"/>
            </a:lvl2pPr>
            <a:lvl3pPr indent="-298450" lvl="2" marL="1371600" rtl="0">
              <a:lnSpc>
                <a:spcPct val="125000"/>
              </a:lnSpc>
              <a:spcBef>
                <a:spcPts val="0"/>
              </a:spcBef>
              <a:spcAft>
                <a:spcPts val="0"/>
              </a:spcAft>
              <a:buSzPts val="1100"/>
              <a:buChar char="■"/>
              <a:defRPr b="1" sz="1100"/>
            </a:lvl3pPr>
            <a:lvl4pPr indent="-298450" lvl="3" marL="1828800" rtl="0">
              <a:lnSpc>
                <a:spcPct val="125000"/>
              </a:lnSpc>
              <a:spcBef>
                <a:spcPts val="0"/>
              </a:spcBef>
              <a:spcAft>
                <a:spcPts val="0"/>
              </a:spcAft>
              <a:buSzPts val="1100"/>
              <a:buChar char="●"/>
              <a:defRPr b="1" sz="1100"/>
            </a:lvl4pPr>
            <a:lvl5pPr indent="-298450" lvl="4" marL="2286000" rtl="0">
              <a:lnSpc>
                <a:spcPct val="125000"/>
              </a:lnSpc>
              <a:spcBef>
                <a:spcPts val="0"/>
              </a:spcBef>
              <a:spcAft>
                <a:spcPts val="0"/>
              </a:spcAft>
              <a:buSzPts val="1100"/>
              <a:buChar char="○"/>
              <a:defRPr b="1" sz="1100"/>
            </a:lvl5pPr>
            <a:lvl6pPr indent="-298450" lvl="5" marL="2743200" rtl="0">
              <a:lnSpc>
                <a:spcPct val="125000"/>
              </a:lnSpc>
              <a:spcBef>
                <a:spcPts val="0"/>
              </a:spcBef>
              <a:spcAft>
                <a:spcPts val="0"/>
              </a:spcAft>
              <a:buSzPts val="1100"/>
              <a:buChar char="■"/>
              <a:defRPr b="1" sz="1100"/>
            </a:lvl6pPr>
            <a:lvl7pPr indent="-298450" lvl="6" marL="3200400" rtl="0">
              <a:lnSpc>
                <a:spcPct val="125000"/>
              </a:lnSpc>
              <a:spcBef>
                <a:spcPts val="0"/>
              </a:spcBef>
              <a:spcAft>
                <a:spcPts val="0"/>
              </a:spcAft>
              <a:buSzPts val="1100"/>
              <a:buChar char="●"/>
              <a:defRPr b="1" sz="1100"/>
            </a:lvl7pPr>
            <a:lvl8pPr indent="-298450" lvl="7" marL="3657600" rtl="0">
              <a:lnSpc>
                <a:spcPct val="125000"/>
              </a:lnSpc>
              <a:spcBef>
                <a:spcPts val="0"/>
              </a:spcBef>
              <a:spcAft>
                <a:spcPts val="0"/>
              </a:spcAft>
              <a:buSzPts val="1100"/>
              <a:buChar char="○"/>
              <a:defRPr b="1" sz="1100"/>
            </a:lvl8pPr>
            <a:lvl9pPr indent="-298450" lvl="8" marL="4114800" rtl="0">
              <a:lnSpc>
                <a:spcPct val="125000"/>
              </a:lnSpc>
              <a:spcBef>
                <a:spcPts val="0"/>
              </a:spcBef>
              <a:spcAft>
                <a:spcPts val="0"/>
              </a:spcAft>
              <a:buSzPts val="1100"/>
              <a:buChar char="■"/>
              <a:defRPr b="1" sz="1100"/>
            </a:lvl9pPr>
          </a:lstStyle>
          <a:p/>
        </p:txBody>
      </p:sp>
      <p:sp>
        <p:nvSpPr>
          <p:cNvPr id="171" name="Google Shape;171;p24"/>
          <p:cNvSpPr txBox="1"/>
          <p:nvPr>
            <p:ph idx="7" type="title"/>
          </p:nvPr>
        </p:nvSpPr>
        <p:spPr>
          <a:xfrm>
            <a:off x="347475" y="1035125"/>
            <a:ext cx="1574100" cy="875700"/>
          </a:xfrm>
          <a:prstGeom prst="rect">
            <a:avLst/>
          </a:prstGeom>
        </p:spPr>
        <p:txBody>
          <a:bodyPr anchorCtr="0" anchor="b" bIns="0" lIns="0" spcFirstLastPara="1" rIns="0" wrap="square" tIns="0">
            <a:noAutofit/>
          </a:bodyPr>
          <a:lstStyle>
            <a:lvl1pPr lvl="0" rtl="0">
              <a:spcBef>
                <a:spcPts val="0"/>
              </a:spcBef>
              <a:spcAft>
                <a:spcPts val="0"/>
              </a:spcAft>
              <a:buClr>
                <a:schemeClr val="accent3"/>
              </a:buClr>
              <a:buSzPts val="1900"/>
              <a:buNone/>
              <a:defRPr b="1" sz="1900">
                <a:solidFill>
                  <a:schemeClr val="accent3"/>
                </a:solidFill>
              </a:defRPr>
            </a:lvl1pPr>
            <a:lvl2pPr lvl="1" rtl="0">
              <a:spcBef>
                <a:spcPts val="0"/>
              </a:spcBef>
              <a:spcAft>
                <a:spcPts val="0"/>
              </a:spcAft>
              <a:buClr>
                <a:schemeClr val="accent3"/>
              </a:buClr>
              <a:buSzPts val="1900"/>
              <a:buNone/>
              <a:defRPr b="1" sz="1900">
                <a:solidFill>
                  <a:schemeClr val="accent3"/>
                </a:solidFill>
              </a:defRPr>
            </a:lvl2pPr>
            <a:lvl3pPr lvl="2" rtl="0">
              <a:spcBef>
                <a:spcPts val="0"/>
              </a:spcBef>
              <a:spcAft>
                <a:spcPts val="0"/>
              </a:spcAft>
              <a:buClr>
                <a:schemeClr val="accent3"/>
              </a:buClr>
              <a:buSzPts val="1900"/>
              <a:buNone/>
              <a:defRPr b="1" sz="1900">
                <a:solidFill>
                  <a:schemeClr val="accent3"/>
                </a:solidFill>
              </a:defRPr>
            </a:lvl3pPr>
            <a:lvl4pPr lvl="3" rtl="0">
              <a:spcBef>
                <a:spcPts val="0"/>
              </a:spcBef>
              <a:spcAft>
                <a:spcPts val="0"/>
              </a:spcAft>
              <a:buClr>
                <a:schemeClr val="accent3"/>
              </a:buClr>
              <a:buSzPts val="1900"/>
              <a:buNone/>
              <a:defRPr b="1" sz="1900">
                <a:solidFill>
                  <a:schemeClr val="accent3"/>
                </a:solidFill>
              </a:defRPr>
            </a:lvl4pPr>
            <a:lvl5pPr lvl="4" rtl="0">
              <a:spcBef>
                <a:spcPts val="0"/>
              </a:spcBef>
              <a:spcAft>
                <a:spcPts val="0"/>
              </a:spcAft>
              <a:buClr>
                <a:schemeClr val="accent3"/>
              </a:buClr>
              <a:buSzPts val="1900"/>
              <a:buNone/>
              <a:defRPr b="1" sz="1900">
                <a:solidFill>
                  <a:schemeClr val="accent3"/>
                </a:solidFill>
              </a:defRPr>
            </a:lvl5pPr>
            <a:lvl6pPr lvl="5" rtl="0">
              <a:spcBef>
                <a:spcPts val="0"/>
              </a:spcBef>
              <a:spcAft>
                <a:spcPts val="0"/>
              </a:spcAft>
              <a:buClr>
                <a:schemeClr val="accent3"/>
              </a:buClr>
              <a:buSzPts val="1900"/>
              <a:buNone/>
              <a:defRPr b="1" sz="1900">
                <a:solidFill>
                  <a:schemeClr val="accent3"/>
                </a:solidFill>
              </a:defRPr>
            </a:lvl6pPr>
            <a:lvl7pPr lvl="6" rtl="0">
              <a:spcBef>
                <a:spcPts val="0"/>
              </a:spcBef>
              <a:spcAft>
                <a:spcPts val="0"/>
              </a:spcAft>
              <a:buClr>
                <a:schemeClr val="accent3"/>
              </a:buClr>
              <a:buSzPts val="1900"/>
              <a:buNone/>
              <a:defRPr b="1" sz="1900">
                <a:solidFill>
                  <a:schemeClr val="accent3"/>
                </a:solidFill>
              </a:defRPr>
            </a:lvl7pPr>
            <a:lvl8pPr lvl="7" rtl="0">
              <a:spcBef>
                <a:spcPts val="0"/>
              </a:spcBef>
              <a:spcAft>
                <a:spcPts val="0"/>
              </a:spcAft>
              <a:buClr>
                <a:schemeClr val="accent3"/>
              </a:buClr>
              <a:buSzPts val="1900"/>
              <a:buNone/>
              <a:defRPr b="1" sz="1900">
                <a:solidFill>
                  <a:schemeClr val="accent3"/>
                </a:solidFill>
              </a:defRPr>
            </a:lvl8pPr>
            <a:lvl9pPr lvl="8" rtl="0">
              <a:spcBef>
                <a:spcPts val="0"/>
              </a:spcBef>
              <a:spcAft>
                <a:spcPts val="0"/>
              </a:spcAft>
              <a:buClr>
                <a:schemeClr val="accent3"/>
              </a:buClr>
              <a:buSzPts val="1900"/>
              <a:buNone/>
              <a:defRPr b="1" sz="1900">
                <a:solidFill>
                  <a:schemeClr val="accent3"/>
                </a:solidFill>
              </a:defRPr>
            </a:lvl9pPr>
          </a:lstStyle>
          <a:p/>
        </p:txBody>
      </p:sp>
      <p:pic>
        <p:nvPicPr>
          <p:cNvPr id="172" name="Google Shape;172;p24"/>
          <p:cNvPicPr preferRelativeResize="0"/>
          <p:nvPr/>
        </p:nvPicPr>
        <p:blipFill>
          <a:blip r:embed="rId2">
            <a:alphaModFix/>
          </a:blip>
          <a:stretch>
            <a:fillRect/>
          </a:stretch>
        </p:blipFill>
        <p:spPr>
          <a:xfrm>
            <a:off x="8833363" y="56338"/>
            <a:ext cx="256033" cy="256030"/>
          </a:xfrm>
          <a:prstGeom prst="rect">
            <a:avLst/>
          </a:prstGeom>
          <a:noFill/>
          <a:ln>
            <a:noFill/>
          </a:ln>
        </p:spPr>
      </p:pic>
    </p:spTree>
  </p:cSld>
  <p:clrMapOvr>
    <a:masterClrMapping/>
  </p:clrMapOvr>
  <p:extLst>
    <p:ext uri="{DCECCB84-F9BA-43D5-87BE-67443E8EF086}">
      <p15:sldGuideLst>
        <p15:guide id="1" orient="horz" pos="652">
          <p15:clr>
            <a:srgbClr val="E46962"/>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ed Points (Up to 6)">
  <p:cSld name="CUSTOM_2_1_1_1">
    <p:spTree>
      <p:nvGrpSpPr>
        <p:cNvPr id="173" name="Shape 173"/>
        <p:cNvGrpSpPr/>
        <p:nvPr/>
      </p:nvGrpSpPr>
      <p:grpSpPr>
        <a:xfrm>
          <a:off x="0" y="0"/>
          <a:ext cx="0" cy="0"/>
          <a:chOff x="0" y="0"/>
          <a:chExt cx="0" cy="0"/>
        </a:xfrm>
      </p:grpSpPr>
      <p:sp>
        <p:nvSpPr>
          <p:cNvPr id="174" name="Google Shape;174;p25"/>
          <p:cNvSpPr/>
          <p:nvPr/>
        </p:nvSpPr>
        <p:spPr>
          <a:xfrm>
            <a:off x="-16275" y="-6300"/>
            <a:ext cx="2297400" cy="5156100"/>
          </a:xfrm>
          <a:prstGeom prst="rect">
            <a:avLst/>
          </a:prstGeom>
          <a:solidFill>
            <a:srgbClr val="FAF2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oppins Medium"/>
              <a:ea typeface="Poppins Medium"/>
              <a:cs typeface="Poppins Medium"/>
              <a:sym typeface="Poppins Medium"/>
            </a:endParaRPr>
          </a:p>
        </p:txBody>
      </p:sp>
      <p:sp>
        <p:nvSpPr>
          <p:cNvPr id="175" name="Google Shape;175;p25"/>
          <p:cNvSpPr txBox="1"/>
          <p:nvPr>
            <p:ph idx="1" type="body"/>
          </p:nvPr>
        </p:nvSpPr>
        <p:spPr>
          <a:xfrm>
            <a:off x="2648425" y="1322387"/>
            <a:ext cx="1865400" cy="569700"/>
          </a:xfrm>
          <a:prstGeom prst="rect">
            <a:avLst/>
          </a:prstGeom>
        </p:spPr>
        <p:txBody>
          <a:bodyPr anchorCtr="0" anchor="t" bIns="0" lIns="0" spcFirstLastPara="1" rIns="0" wrap="square" tIns="0">
            <a:noAutofit/>
          </a:bodyPr>
          <a:lstStyle>
            <a:lvl1pPr indent="-292100" lvl="0" marL="457200" rtl="0">
              <a:lnSpc>
                <a:spcPct val="125000"/>
              </a:lnSpc>
              <a:spcBef>
                <a:spcPts val="0"/>
              </a:spcBef>
              <a:spcAft>
                <a:spcPts val="0"/>
              </a:spcAft>
              <a:buSzPts val="1000"/>
              <a:buChar char="●"/>
              <a:defRPr sz="1000"/>
            </a:lvl1pPr>
            <a:lvl2pPr indent="-292100" lvl="1" marL="914400" rtl="0">
              <a:lnSpc>
                <a:spcPct val="125000"/>
              </a:lnSpc>
              <a:spcBef>
                <a:spcPts val="0"/>
              </a:spcBef>
              <a:spcAft>
                <a:spcPts val="0"/>
              </a:spcAft>
              <a:buSzPts val="1000"/>
              <a:buChar char="○"/>
              <a:defRPr sz="1000"/>
            </a:lvl2pPr>
            <a:lvl3pPr indent="-292100" lvl="2" marL="1371600" rtl="0">
              <a:lnSpc>
                <a:spcPct val="125000"/>
              </a:lnSpc>
              <a:spcBef>
                <a:spcPts val="0"/>
              </a:spcBef>
              <a:spcAft>
                <a:spcPts val="0"/>
              </a:spcAft>
              <a:buSzPts val="1000"/>
              <a:buChar char="■"/>
              <a:defRPr sz="1000"/>
            </a:lvl3pPr>
            <a:lvl4pPr indent="-292100" lvl="3" marL="1828800" rtl="0">
              <a:lnSpc>
                <a:spcPct val="125000"/>
              </a:lnSpc>
              <a:spcBef>
                <a:spcPts val="0"/>
              </a:spcBef>
              <a:spcAft>
                <a:spcPts val="0"/>
              </a:spcAft>
              <a:buSzPts val="1000"/>
              <a:buChar char="●"/>
              <a:defRPr sz="1000"/>
            </a:lvl4pPr>
            <a:lvl5pPr indent="-292100" lvl="4" marL="2286000" rtl="0">
              <a:lnSpc>
                <a:spcPct val="125000"/>
              </a:lnSpc>
              <a:spcBef>
                <a:spcPts val="0"/>
              </a:spcBef>
              <a:spcAft>
                <a:spcPts val="0"/>
              </a:spcAft>
              <a:buSzPts val="1000"/>
              <a:buChar char="○"/>
              <a:defRPr sz="1000"/>
            </a:lvl5pPr>
            <a:lvl6pPr indent="-292100" lvl="5" marL="2743200" rtl="0">
              <a:lnSpc>
                <a:spcPct val="125000"/>
              </a:lnSpc>
              <a:spcBef>
                <a:spcPts val="0"/>
              </a:spcBef>
              <a:spcAft>
                <a:spcPts val="0"/>
              </a:spcAft>
              <a:buSzPts val="1000"/>
              <a:buChar char="■"/>
              <a:defRPr sz="1000"/>
            </a:lvl6pPr>
            <a:lvl7pPr indent="-292100" lvl="6" marL="3200400" rtl="0">
              <a:lnSpc>
                <a:spcPct val="125000"/>
              </a:lnSpc>
              <a:spcBef>
                <a:spcPts val="0"/>
              </a:spcBef>
              <a:spcAft>
                <a:spcPts val="0"/>
              </a:spcAft>
              <a:buSzPts val="1000"/>
              <a:buChar char="●"/>
              <a:defRPr sz="1000"/>
            </a:lvl7pPr>
            <a:lvl8pPr indent="-292100" lvl="7" marL="3657600" rtl="0">
              <a:lnSpc>
                <a:spcPct val="125000"/>
              </a:lnSpc>
              <a:spcBef>
                <a:spcPts val="0"/>
              </a:spcBef>
              <a:spcAft>
                <a:spcPts val="0"/>
              </a:spcAft>
              <a:buSzPts val="1000"/>
              <a:buChar char="○"/>
              <a:defRPr sz="1000"/>
            </a:lvl8pPr>
            <a:lvl9pPr indent="-292100" lvl="8" marL="4114800" rtl="0">
              <a:lnSpc>
                <a:spcPct val="125000"/>
              </a:lnSpc>
              <a:spcBef>
                <a:spcPts val="0"/>
              </a:spcBef>
              <a:spcAft>
                <a:spcPts val="0"/>
              </a:spcAft>
              <a:buSzPts val="1000"/>
              <a:buChar char="■"/>
              <a:defRPr sz="1000"/>
            </a:lvl9pPr>
          </a:lstStyle>
          <a:p/>
        </p:txBody>
      </p:sp>
      <p:sp>
        <p:nvSpPr>
          <p:cNvPr id="176" name="Google Shape;176;p25"/>
          <p:cNvSpPr txBox="1"/>
          <p:nvPr>
            <p:ph idx="2" type="body"/>
          </p:nvPr>
        </p:nvSpPr>
        <p:spPr>
          <a:xfrm>
            <a:off x="4763835" y="1322384"/>
            <a:ext cx="1865400" cy="569700"/>
          </a:xfrm>
          <a:prstGeom prst="rect">
            <a:avLst/>
          </a:prstGeom>
        </p:spPr>
        <p:txBody>
          <a:bodyPr anchorCtr="0" anchor="t" bIns="0" lIns="0" spcFirstLastPara="1" rIns="0" wrap="square" tIns="0">
            <a:noAutofit/>
          </a:bodyPr>
          <a:lstStyle>
            <a:lvl1pPr indent="-292100" lvl="0" marL="457200" rtl="0">
              <a:lnSpc>
                <a:spcPct val="125000"/>
              </a:lnSpc>
              <a:spcBef>
                <a:spcPts val="0"/>
              </a:spcBef>
              <a:spcAft>
                <a:spcPts val="0"/>
              </a:spcAft>
              <a:buSzPts val="1000"/>
              <a:buChar char="●"/>
              <a:defRPr sz="1000"/>
            </a:lvl1pPr>
            <a:lvl2pPr indent="-292100" lvl="1" marL="914400" rtl="0">
              <a:lnSpc>
                <a:spcPct val="125000"/>
              </a:lnSpc>
              <a:spcBef>
                <a:spcPts val="0"/>
              </a:spcBef>
              <a:spcAft>
                <a:spcPts val="0"/>
              </a:spcAft>
              <a:buSzPts val="1000"/>
              <a:buChar char="○"/>
              <a:defRPr sz="1000"/>
            </a:lvl2pPr>
            <a:lvl3pPr indent="-292100" lvl="2" marL="1371600" rtl="0">
              <a:lnSpc>
                <a:spcPct val="125000"/>
              </a:lnSpc>
              <a:spcBef>
                <a:spcPts val="0"/>
              </a:spcBef>
              <a:spcAft>
                <a:spcPts val="0"/>
              </a:spcAft>
              <a:buSzPts val="1000"/>
              <a:buChar char="■"/>
              <a:defRPr sz="1000"/>
            </a:lvl3pPr>
            <a:lvl4pPr indent="-292100" lvl="3" marL="1828800" rtl="0">
              <a:lnSpc>
                <a:spcPct val="125000"/>
              </a:lnSpc>
              <a:spcBef>
                <a:spcPts val="0"/>
              </a:spcBef>
              <a:spcAft>
                <a:spcPts val="0"/>
              </a:spcAft>
              <a:buSzPts val="1000"/>
              <a:buChar char="●"/>
              <a:defRPr sz="1000"/>
            </a:lvl4pPr>
            <a:lvl5pPr indent="-292100" lvl="4" marL="2286000" rtl="0">
              <a:lnSpc>
                <a:spcPct val="125000"/>
              </a:lnSpc>
              <a:spcBef>
                <a:spcPts val="0"/>
              </a:spcBef>
              <a:spcAft>
                <a:spcPts val="0"/>
              </a:spcAft>
              <a:buSzPts val="1000"/>
              <a:buChar char="○"/>
              <a:defRPr sz="1000"/>
            </a:lvl5pPr>
            <a:lvl6pPr indent="-292100" lvl="5" marL="2743200" rtl="0">
              <a:lnSpc>
                <a:spcPct val="125000"/>
              </a:lnSpc>
              <a:spcBef>
                <a:spcPts val="0"/>
              </a:spcBef>
              <a:spcAft>
                <a:spcPts val="0"/>
              </a:spcAft>
              <a:buSzPts val="1000"/>
              <a:buChar char="■"/>
              <a:defRPr sz="1000"/>
            </a:lvl6pPr>
            <a:lvl7pPr indent="-292100" lvl="6" marL="3200400" rtl="0">
              <a:lnSpc>
                <a:spcPct val="125000"/>
              </a:lnSpc>
              <a:spcBef>
                <a:spcPts val="0"/>
              </a:spcBef>
              <a:spcAft>
                <a:spcPts val="0"/>
              </a:spcAft>
              <a:buSzPts val="1000"/>
              <a:buChar char="●"/>
              <a:defRPr sz="1000"/>
            </a:lvl7pPr>
            <a:lvl8pPr indent="-292100" lvl="7" marL="3657600" rtl="0">
              <a:lnSpc>
                <a:spcPct val="125000"/>
              </a:lnSpc>
              <a:spcBef>
                <a:spcPts val="0"/>
              </a:spcBef>
              <a:spcAft>
                <a:spcPts val="0"/>
              </a:spcAft>
              <a:buSzPts val="1000"/>
              <a:buChar char="○"/>
              <a:defRPr sz="1000"/>
            </a:lvl8pPr>
            <a:lvl9pPr indent="-292100" lvl="8" marL="4114800" rtl="0">
              <a:lnSpc>
                <a:spcPct val="125000"/>
              </a:lnSpc>
              <a:spcBef>
                <a:spcPts val="0"/>
              </a:spcBef>
              <a:spcAft>
                <a:spcPts val="0"/>
              </a:spcAft>
              <a:buSzPts val="1000"/>
              <a:buChar char="■"/>
              <a:defRPr sz="1000"/>
            </a:lvl9pPr>
          </a:lstStyle>
          <a:p/>
        </p:txBody>
      </p:sp>
      <p:sp>
        <p:nvSpPr>
          <p:cNvPr id="177" name="Google Shape;177;p25"/>
          <p:cNvSpPr txBox="1"/>
          <p:nvPr>
            <p:ph idx="3" type="body"/>
          </p:nvPr>
        </p:nvSpPr>
        <p:spPr>
          <a:xfrm>
            <a:off x="6879225" y="1322383"/>
            <a:ext cx="1865400" cy="569700"/>
          </a:xfrm>
          <a:prstGeom prst="rect">
            <a:avLst/>
          </a:prstGeom>
        </p:spPr>
        <p:txBody>
          <a:bodyPr anchorCtr="0" anchor="t" bIns="0" lIns="0" spcFirstLastPara="1" rIns="0" wrap="square" tIns="0">
            <a:noAutofit/>
          </a:bodyPr>
          <a:lstStyle>
            <a:lvl1pPr indent="-292100" lvl="0" marL="457200" rtl="0">
              <a:lnSpc>
                <a:spcPct val="125000"/>
              </a:lnSpc>
              <a:spcBef>
                <a:spcPts val="0"/>
              </a:spcBef>
              <a:spcAft>
                <a:spcPts val="0"/>
              </a:spcAft>
              <a:buSzPts val="1000"/>
              <a:buChar char="●"/>
              <a:defRPr sz="1000"/>
            </a:lvl1pPr>
            <a:lvl2pPr indent="-292100" lvl="1" marL="914400" rtl="0">
              <a:lnSpc>
                <a:spcPct val="125000"/>
              </a:lnSpc>
              <a:spcBef>
                <a:spcPts val="0"/>
              </a:spcBef>
              <a:spcAft>
                <a:spcPts val="0"/>
              </a:spcAft>
              <a:buSzPts val="1000"/>
              <a:buChar char="○"/>
              <a:defRPr sz="1000"/>
            </a:lvl2pPr>
            <a:lvl3pPr indent="-292100" lvl="2" marL="1371600" rtl="0">
              <a:lnSpc>
                <a:spcPct val="125000"/>
              </a:lnSpc>
              <a:spcBef>
                <a:spcPts val="0"/>
              </a:spcBef>
              <a:spcAft>
                <a:spcPts val="0"/>
              </a:spcAft>
              <a:buSzPts val="1000"/>
              <a:buChar char="■"/>
              <a:defRPr sz="1000"/>
            </a:lvl3pPr>
            <a:lvl4pPr indent="-292100" lvl="3" marL="1828800" rtl="0">
              <a:lnSpc>
                <a:spcPct val="125000"/>
              </a:lnSpc>
              <a:spcBef>
                <a:spcPts val="0"/>
              </a:spcBef>
              <a:spcAft>
                <a:spcPts val="0"/>
              </a:spcAft>
              <a:buSzPts val="1000"/>
              <a:buChar char="●"/>
              <a:defRPr sz="1000"/>
            </a:lvl4pPr>
            <a:lvl5pPr indent="-292100" lvl="4" marL="2286000" rtl="0">
              <a:lnSpc>
                <a:spcPct val="125000"/>
              </a:lnSpc>
              <a:spcBef>
                <a:spcPts val="0"/>
              </a:spcBef>
              <a:spcAft>
                <a:spcPts val="0"/>
              </a:spcAft>
              <a:buSzPts val="1000"/>
              <a:buChar char="○"/>
              <a:defRPr sz="1000"/>
            </a:lvl5pPr>
            <a:lvl6pPr indent="-292100" lvl="5" marL="2743200" rtl="0">
              <a:lnSpc>
                <a:spcPct val="125000"/>
              </a:lnSpc>
              <a:spcBef>
                <a:spcPts val="0"/>
              </a:spcBef>
              <a:spcAft>
                <a:spcPts val="0"/>
              </a:spcAft>
              <a:buSzPts val="1000"/>
              <a:buChar char="■"/>
              <a:defRPr sz="1000"/>
            </a:lvl6pPr>
            <a:lvl7pPr indent="-292100" lvl="6" marL="3200400" rtl="0">
              <a:lnSpc>
                <a:spcPct val="125000"/>
              </a:lnSpc>
              <a:spcBef>
                <a:spcPts val="0"/>
              </a:spcBef>
              <a:spcAft>
                <a:spcPts val="0"/>
              </a:spcAft>
              <a:buSzPts val="1000"/>
              <a:buChar char="●"/>
              <a:defRPr sz="1000"/>
            </a:lvl7pPr>
            <a:lvl8pPr indent="-292100" lvl="7" marL="3657600" rtl="0">
              <a:lnSpc>
                <a:spcPct val="125000"/>
              </a:lnSpc>
              <a:spcBef>
                <a:spcPts val="0"/>
              </a:spcBef>
              <a:spcAft>
                <a:spcPts val="0"/>
              </a:spcAft>
              <a:buSzPts val="1000"/>
              <a:buChar char="○"/>
              <a:defRPr sz="1000"/>
            </a:lvl8pPr>
            <a:lvl9pPr indent="-292100" lvl="8" marL="4114800" rtl="0">
              <a:lnSpc>
                <a:spcPct val="125000"/>
              </a:lnSpc>
              <a:spcBef>
                <a:spcPts val="0"/>
              </a:spcBef>
              <a:spcAft>
                <a:spcPts val="0"/>
              </a:spcAft>
              <a:buSzPts val="1000"/>
              <a:buChar char="■"/>
              <a:defRPr sz="1000"/>
            </a:lvl9pPr>
          </a:lstStyle>
          <a:p/>
        </p:txBody>
      </p:sp>
      <p:sp>
        <p:nvSpPr>
          <p:cNvPr id="178" name="Google Shape;178;p25"/>
          <p:cNvSpPr txBox="1"/>
          <p:nvPr>
            <p:ph idx="4" type="body"/>
          </p:nvPr>
        </p:nvSpPr>
        <p:spPr>
          <a:xfrm>
            <a:off x="2648428" y="3443795"/>
            <a:ext cx="1865400" cy="569700"/>
          </a:xfrm>
          <a:prstGeom prst="rect">
            <a:avLst/>
          </a:prstGeom>
        </p:spPr>
        <p:txBody>
          <a:bodyPr anchorCtr="0" anchor="t" bIns="0" lIns="0" spcFirstLastPara="1" rIns="0" wrap="square" tIns="0">
            <a:noAutofit/>
          </a:bodyPr>
          <a:lstStyle>
            <a:lvl1pPr indent="-292100" lvl="0" marL="457200" rtl="0">
              <a:lnSpc>
                <a:spcPct val="125000"/>
              </a:lnSpc>
              <a:spcBef>
                <a:spcPts val="0"/>
              </a:spcBef>
              <a:spcAft>
                <a:spcPts val="0"/>
              </a:spcAft>
              <a:buSzPts val="1000"/>
              <a:buChar char="●"/>
              <a:defRPr sz="1000"/>
            </a:lvl1pPr>
            <a:lvl2pPr indent="-292100" lvl="1" marL="914400" rtl="0">
              <a:lnSpc>
                <a:spcPct val="125000"/>
              </a:lnSpc>
              <a:spcBef>
                <a:spcPts val="0"/>
              </a:spcBef>
              <a:spcAft>
                <a:spcPts val="0"/>
              </a:spcAft>
              <a:buSzPts val="1000"/>
              <a:buChar char="○"/>
              <a:defRPr sz="1000"/>
            </a:lvl2pPr>
            <a:lvl3pPr indent="-292100" lvl="2" marL="1371600" rtl="0">
              <a:lnSpc>
                <a:spcPct val="125000"/>
              </a:lnSpc>
              <a:spcBef>
                <a:spcPts val="0"/>
              </a:spcBef>
              <a:spcAft>
                <a:spcPts val="0"/>
              </a:spcAft>
              <a:buSzPts val="1000"/>
              <a:buChar char="■"/>
              <a:defRPr sz="1000"/>
            </a:lvl3pPr>
            <a:lvl4pPr indent="-292100" lvl="3" marL="1828800" rtl="0">
              <a:lnSpc>
                <a:spcPct val="125000"/>
              </a:lnSpc>
              <a:spcBef>
                <a:spcPts val="0"/>
              </a:spcBef>
              <a:spcAft>
                <a:spcPts val="0"/>
              </a:spcAft>
              <a:buSzPts val="1000"/>
              <a:buChar char="●"/>
              <a:defRPr sz="1000"/>
            </a:lvl4pPr>
            <a:lvl5pPr indent="-292100" lvl="4" marL="2286000" rtl="0">
              <a:lnSpc>
                <a:spcPct val="125000"/>
              </a:lnSpc>
              <a:spcBef>
                <a:spcPts val="0"/>
              </a:spcBef>
              <a:spcAft>
                <a:spcPts val="0"/>
              </a:spcAft>
              <a:buSzPts val="1000"/>
              <a:buChar char="○"/>
              <a:defRPr sz="1000"/>
            </a:lvl5pPr>
            <a:lvl6pPr indent="-292100" lvl="5" marL="2743200" rtl="0">
              <a:lnSpc>
                <a:spcPct val="125000"/>
              </a:lnSpc>
              <a:spcBef>
                <a:spcPts val="0"/>
              </a:spcBef>
              <a:spcAft>
                <a:spcPts val="0"/>
              </a:spcAft>
              <a:buSzPts val="1000"/>
              <a:buChar char="■"/>
              <a:defRPr sz="1000"/>
            </a:lvl6pPr>
            <a:lvl7pPr indent="-292100" lvl="6" marL="3200400" rtl="0">
              <a:lnSpc>
                <a:spcPct val="125000"/>
              </a:lnSpc>
              <a:spcBef>
                <a:spcPts val="0"/>
              </a:spcBef>
              <a:spcAft>
                <a:spcPts val="0"/>
              </a:spcAft>
              <a:buSzPts val="1000"/>
              <a:buChar char="●"/>
              <a:defRPr sz="1000"/>
            </a:lvl7pPr>
            <a:lvl8pPr indent="-292100" lvl="7" marL="3657600" rtl="0">
              <a:lnSpc>
                <a:spcPct val="125000"/>
              </a:lnSpc>
              <a:spcBef>
                <a:spcPts val="0"/>
              </a:spcBef>
              <a:spcAft>
                <a:spcPts val="0"/>
              </a:spcAft>
              <a:buSzPts val="1000"/>
              <a:buChar char="○"/>
              <a:defRPr sz="1000"/>
            </a:lvl8pPr>
            <a:lvl9pPr indent="-292100" lvl="8" marL="4114800" rtl="0">
              <a:lnSpc>
                <a:spcPct val="125000"/>
              </a:lnSpc>
              <a:spcBef>
                <a:spcPts val="0"/>
              </a:spcBef>
              <a:spcAft>
                <a:spcPts val="0"/>
              </a:spcAft>
              <a:buSzPts val="1000"/>
              <a:buChar char="■"/>
              <a:defRPr sz="1000"/>
            </a:lvl9pPr>
          </a:lstStyle>
          <a:p/>
        </p:txBody>
      </p:sp>
      <p:sp>
        <p:nvSpPr>
          <p:cNvPr id="179" name="Google Shape;179;p25"/>
          <p:cNvSpPr txBox="1"/>
          <p:nvPr>
            <p:ph idx="5" type="body"/>
          </p:nvPr>
        </p:nvSpPr>
        <p:spPr>
          <a:xfrm>
            <a:off x="4763830" y="3443792"/>
            <a:ext cx="1865400" cy="569700"/>
          </a:xfrm>
          <a:prstGeom prst="rect">
            <a:avLst/>
          </a:prstGeom>
        </p:spPr>
        <p:txBody>
          <a:bodyPr anchorCtr="0" anchor="t" bIns="0" lIns="0" spcFirstLastPara="1" rIns="0" wrap="square" tIns="0">
            <a:noAutofit/>
          </a:bodyPr>
          <a:lstStyle>
            <a:lvl1pPr indent="-292100" lvl="0" marL="457200" rtl="0">
              <a:lnSpc>
                <a:spcPct val="125000"/>
              </a:lnSpc>
              <a:spcBef>
                <a:spcPts val="0"/>
              </a:spcBef>
              <a:spcAft>
                <a:spcPts val="0"/>
              </a:spcAft>
              <a:buSzPts val="1000"/>
              <a:buChar char="●"/>
              <a:defRPr sz="1000"/>
            </a:lvl1pPr>
            <a:lvl2pPr indent="-292100" lvl="1" marL="914400" rtl="0">
              <a:lnSpc>
                <a:spcPct val="125000"/>
              </a:lnSpc>
              <a:spcBef>
                <a:spcPts val="0"/>
              </a:spcBef>
              <a:spcAft>
                <a:spcPts val="0"/>
              </a:spcAft>
              <a:buSzPts val="1000"/>
              <a:buChar char="○"/>
              <a:defRPr sz="1000"/>
            </a:lvl2pPr>
            <a:lvl3pPr indent="-292100" lvl="2" marL="1371600" rtl="0">
              <a:lnSpc>
                <a:spcPct val="125000"/>
              </a:lnSpc>
              <a:spcBef>
                <a:spcPts val="0"/>
              </a:spcBef>
              <a:spcAft>
                <a:spcPts val="0"/>
              </a:spcAft>
              <a:buSzPts val="1000"/>
              <a:buChar char="■"/>
              <a:defRPr sz="1000"/>
            </a:lvl3pPr>
            <a:lvl4pPr indent="-292100" lvl="3" marL="1828800" rtl="0">
              <a:lnSpc>
                <a:spcPct val="125000"/>
              </a:lnSpc>
              <a:spcBef>
                <a:spcPts val="0"/>
              </a:spcBef>
              <a:spcAft>
                <a:spcPts val="0"/>
              </a:spcAft>
              <a:buSzPts val="1000"/>
              <a:buChar char="●"/>
              <a:defRPr sz="1000"/>
            </a:lvl4pPr>
            <a:lvl5pPr indent="-292100" lvl="4" marL="2286000" rtl="0">
              <a:lnSpc>
                <a:spcPct val="125000"/>
              </a:lnSpc>
              <a:spcBef>
                <a:spcPts val="0"/>
              </a:spcBef>
              <a:spcAft>
                <a:spcPts val="0"/>
              </a:spcAft>
              <a:buSzPts val="1000"/>
              <a:buChar char="○"/>
              <a:defRPr sz="1000"/>
            </a:lvl5pPr>
            <a:lvl6pPr indent="-292100" lvl="5" marL="2743200" rtl="0">
              <a:lnSpc>
                <a:spcPct val="125000"/>
              </a:lnSpc>
              <a:spcBef>
                <a:spcPts val="0"/>
              </a:spcBef>
              <a:spcAft>
                <a:spcPts val="0"/>
              </a:spcAft>
              <a:buSzPts val="1000"/>
              <a:buChar char="■"/>
              <a:defRPr sz="1000"/>
            </a:lvl6pPr>
            <a:lvl7pPr indent="-292100" lvl="6" marL="3200400" rtl="0">
              <a:lnSpc>
                <a:spcPct val="125000"/>
              </a:lnSpc>
              <a:spcBef>
                <a:spcPts val="0"/>
              </a:spcBef>
              <a:spcAft>
                <a:spcPts val="0"/>
              </a:spcAft>
              <a:buSzPts val="1000"/>
              <a:buChar char="●"/>
              <a:defRPr sz="1000"/>
            </a:lvl7pPr>
            <a:lvl8pPr indent="-292100" lvl="7" marL="3657600" rtl="0">
              <a:lnSpc>
                <a:spcPct val="125000"/>
              </a:lnSpc>
              <a:spcBef>
                <a:spcPts val="0"/>
              </a:spcBef>
              <a:spcAft>
                <a:spcPts val="0"/>
              </a:spcAft>
              <a:buSzPts val="1000"/>
              <a:buChar char="○"/>
              <a:defRPr sz="1000"/>
            </a:lvl8pPr>
            <a:lvl9pPr indent="-292100" lvl="8" marL="4114800" rtl="0">
              <a:lnSpc>
                <a:spcPct val="125000"/>
              </a:lnSpc>
              <a:spcBef>
                <a:spcPts val="0"/>
              </a:spcBef>
              <a:spcAft>
                <a:spcPts val="0"/>
              </a:spcAft>
              <a:buSzPts val="1000"/>
              <a:buChar char="■"/>
              <a:defRPr sz="1000"/>
            </a:lvl9pPr>
          </a:lstStyle>
          <a:p/>
        </p:txBody>
      </p:sp>
      <p:sp>
        <p:nvSpPr>
          <p:cNvPr id="180" name="Google Shape;180;p25"/>
          <p:cNvSpPr txBox="1"/>
          <p:nvPr>
            <p:ph idx="6" type="body"/>
          </p:nvPr>
        </p:nvSpPr>
        <p:spPr>
          <a:xfrm>
            <a:off x="6879275" y="3443792"/>
            <a:ext cx="1865400" cy="569700"/>
          </a:xfrm>
          <a:prstGeom prst="rect">
            <a:avLst/>
          </a:prstGeom>
        </p:spPr>
        <p:txBody>
          <a:bodyPr anchorCtr="0" anchor="t" bIns="0" lIns="0" spcFirstLastPara="1" rIns="0" wrap="square" tIns="0">
            <a:noAutofit/>
          </a:bodyPr>
          <a:lstStyle>
            <a:lvl1pPr indent="-292100" lvl="0" marL="457200" rtl="0">
              <a:lnSpc>
                <a:spcPct val="125000"/>
              </a:lnSpc>
              <a:spcBef>
                <a:spcPts val="0"/>
              </a:spcBef>
              <a:spcAft>
                <a:spcPts val="0"/>
              </a:spcAft>
              <a:buSzPts val="1000"/>
              <a:buChar char="●"/>
              <a:defRPr sz="1000"/>
            </a:lvl1pPr>
            <a:lvl2pPr indent="-292100" lvl="1" marL="914400" rtl="0">
              <a:lnSpc>
                <a:spcPct val="125000"/>
              </a:lnSpc>
              <a:spcBef>
                <a:spcPts val="0"/>
              </a:spcBef>
              <a:spcAft>
                <a:spcPts val="0"/>
              </a:spcAft>
              <a:buSzPts val="1000"/>
              <a:buChar char="○"/>
              <a:defRPr sz="1000"/>
            </a:lvl2pPr>
            <a:lvl3pPr indent="-292100" lvl="2" marL="1371600" rtl="0">
              <a:lnSpc>
                <a:spcPct val="125000"/>
              </a:lnSpc>
              <a:spcBef>
                <a:spcPts val="0"/>
              </a:spcBef>
              <a:spcAft>
                <a:spcPts val="0"/>
              </a:spcAft>
              <a:buSzPts val="1000"/>
              <a:buChar char="■"/>
              <a:defRPr sz="1000"/>
            </a:lvl3pPr>
            <a:lvl4pPr indent="-292100" lvl="3" marL="1828800" rtl="0">
              <a:lnSpc>
                <a:spcPct val="125000"/>
              </a:lnSpc>
              <a:spcBef>
                <a:spcPts val="0"/>
              </a:spcBef>
              <a:spcAft>
                <a:spcPts val="0"/>
              </a:spcAft>
              <a:buSzPts val="1000"/>
              <a:buChar char="●"/>
              <a:defRPr sz="1000"/>
            </a:lvl4pPr>
            <a:lvl5pPr indent="-292100" lvl="4" marL="2286000" rtl="0">
              <a:lnSpc>
                <a:spcPct val="125000"/>
              </a:lnSpc>
              <a:spcBef>
                <a:spcPts val="0"/>
              </a:spcBef>
              <a:spcAft>
                <a:spcPts val="0"/>
              </a:spcAft>
              <a:buSzPts val="1000"/>
              <a:buChar char="○"/>
              <a:defRPr sz="1000"/>
            </a:lvl5pPr>
            <a:lvl6pPr indent="-292100" lvl="5" marL="2743200" rtl="0">
              <a:lnSpc>
                <a:spcPct val="125000"/>
              </a:lnSpc>
              <a:spcBef>
                <a:spcPts val="0"/>
              </a:spcBef>
              <a:spcAft>
                <a:spcPts val="0"/>
              </a:spcAft>
              <a:buSzPts val="1000"/>
              <a:buChar char="■"/>
              <a:defRPr sz="1000"/>
            </a:lvl6pPr>
            <a:lvl7pPr indent="-292100" lvl="6" marL="3200400" rtl="0">
              <a:lnSpc>
                <a:spcPct val="125000"/>
              </a:lnSpc>
              <a:spcBef>
                <a:spcPts val="0"/>
              </a:spcBef>
              <a:spcAft>
                <a:spcPts val="0"/>
              </a:spcAft>
              <a:buSzPts val="1000"/>
              <a:buChar char="●"/>
              <a:defRPr sz="1000"/>
            </a:lvl7pPr>
            <a:lvl8pPr indent="-292100" lvl="7" marL="3657600" rtl="0">
              <a:lnSpc>
                <a:spcPct val="125000"/>
              </a:lnSpc>
              <a:spcBef>
                <a:spcPts val="0"/>
              </a:spcBef>
              <a:spcAft>
                <a:spcPts val="0"/>
              </a:spcAft>
              <a:buSzPts val="1000"/>
              <a:buChar char="○"/>
              <a:defRPr sz="1000"/>
            </a:lvl8pPr>
            <a:lvl9pPr indent="-292100" lvl="8" marL="4114800" rtl="0">
              <a:lnSpc>
                <a:spcPct val="125000"/>
              </a:lnSpc>
              <a:spcBef>
                <a:spcPts val="0"/>
              </a:spcBef>
              <a:spcAft>
                <a:spcPts val="0"/>
              </a:spcAft>
              <a:buSzPts val="1000"/>
              <a:buChar char="■"/>
              <a:defRPr sz="1000"/>
            </a:lvl9pPr>
          </a:lstStyle>
          <a:p/>
        </p:txBody>
      </p:sp>
      <p:sp>
        <p:nvSpPr>
          <p:cNvPr id="181" name="Google Shape;181;p25"/>
          <p:cNvSpPr txBox="1"/>
          <p:nvPr>
            <p:ph type="title"/>
          </p:nvPr>
        </p:nvSpPr>
        <p:spPr>
          <a:xfrm>
            <a:off x="2648441" y="978408"/>
            <a:ext cx="1865400" cy="289500"/>
          </a:xfrm>
          <a:prstGeom prst="rect">
            <a:avLst/>
          </a:prstGeom>
        </p:spPr>
        <p:txBody>
          <a:bodyPr anchorCtr="0" anchor="t" bIns="0" lIns="0" spcFirstLastPara="1" rIns="0" wrap="square" tIns="0">
            <a:noAutofit/>
          </a:bodyPr>
          <a:lstStyle>
            <a:lvl1pPr lvl="0" rtl="0">
              <a:spcBef>
                <a:spcPts val="0"/>
              </a:spcBef>
              <a:spcAft>
                <a:spcPts val="0"/>
              </a:spcAft>
              <a:buClr>
                <a:schemeClr val="dk2"/>
              </a:buClr>
              <a:buSzPts val="1000"/>
              <a:buNone/>
              <a:defRPr b="1" sz="1000">
                <a:solidFill>
                  <a:schemeClr val="dk2"/>
                </a:solidFill>
              </a:defRPr>
            </a:lvl1pPr>
            <a:lvl2pPr lvl="1" rtl="0">
              <a:spcBef>
                <a:spcPts val="0"/>
              </a:spcBef>
              <a:spcAft>
                <a:spcPts val="0"/>
              </a:spcAft>
              <a:buClr>
                <a:schemeClr val="dk2"/>
              </a:buClr>
              <a:buSzPts val="1000"/>
              <a:buNone/>
              <a:defRPr b="1" sz="1000">
                <a:solidFill>
                  <a:schemeClr val="dk2"/>
                </a:solidFill>
              </a:defRPr>
            </a:lvl2pPr>
            <a:lvl3pPr lvl="2" rtl="0">
              <a:spcBef>
                <a:spcPts val="0"/>
              </a:spcBef>
              <a:spcAft>
                <a:spcPts val="0"/>
              </a:spcAft>
              <a:buClr>
                <a:schemeClr val="dk2"/>
              </a:buClr>
              <a:buSzPts val="1000"/>
              <a:buNone/>
              <a:defRPr b="1" sz="1000">
                <a:solidFill>
                  <a:schemeClr val="dk2"/>
                </a:solidFill>
              </a:defRPr>
            </a:lvl3pPr>
            <a:lvl4pPr lvl="3" rtl="0">
              <a:spcBef>
                <a:spcPts val="0"/>
              </a:spcBef>
              <a:spcAft>
                <a:spcPts val="0"/>
              </a:spcAft>
              <a:buClr>
                <a:schemeClr val="dk2"/>
              </a:buClr>
              <a:buSzPts val="1000"/>
              <a:buNone/>
              <a:defRPr b="1" sz="1000">
                <a:solidFill>
                  <a:schemeClr val="dk2"/>
                </a:solidFill>
              </a:defRPr>
            </a:lvl4pPr>
            <a:lvl5pPr lvl="4" rtl="0">
              <a:spcBef>
                <a:spcPts val="0"/>
              </a:spcBef>
              <a:spcAft>
                <a:spcPts val="0"/>
              </a:spcAft>
              <a:buClr>
                <a:schemeClr val="dk2"/>
              </a:buClr>
              <a:buSzPts val="1000"/>
              <a:buNone/>
              <a:defRPr b="1" sz="1000">
                <a:solidFill>
                  <a:schemeClr val="dk2"/>
                </a:solidFill>
              </a:defRPr>
            </a:lvl5pPr>
            <a:lvl6pPr lvl="5" rtl="0">
              <a:spcBef>
                <a:spcPts val="0"/>
              </a:spcBef>
              <a:spcAft>
                <a:spcPts val="0"/>
              </a:spcAft>
              <a:buClr>
                <a:schemeClr val="dk2"/>
              </a:buClr>
              <a:buSzPts val="1000"/>
              <a:buNone/>
              <a:defRPr b="1" sz="1000">
                <a:solidFill>
                  <a:schemeClr val="dk2"/>
                </a:solidFill>
              </a:defRPr>
            </a:lvl6pPr>
            <a:lvl7pPr lvl="6" rtl="0">
              <a:spcBef>
                <a:spcPts val="0"/>
              </a:spcBef>
              <a:spcAft>
                <a:spcPts val="0"/>
              </a:spcAft>
              <a:buClr>
                <a:schemeClr val="dk2"/>
              </a:buClr>
              <a:buSzPts val="1000"/>
              <a:buNone/>
              <a:defRPr b="1" sz="1000">
                <a:solidFill>
                  <a:schemeClr val="dk2"/>
                </a:solidFill>
              </a:defRPr>
            </a:lvl7pPr>
            <a:lvl8pPr lvl="7" rtl="0">
              <a:spcBef>
                <a:spcPts val="0"/>
              </a:spcBef>
              <a:spcAft>
                <a:spcPts val="0"/>
              </a:spcAft>
              <a:buClr>
                <a:schemeClr val="dk2"/>
              </a:buClr>
              <a:buSzPts val="1000"/>
              <a:buNone/>
              <a:defRPr b="1" sz="1000">
                <a:solidFill>
                  <a:schemeClr val="dk2"/>
                </a:solidFill>
              </a:defRPr>
            </a:lvl8pPr>
            <a:lvl9pPr lvl="8" rtl="0">
              <a:spcBef>
                <a:spcPts val="0"/>
              </a:spcBef>
              <a:spcAft>
                <a:spcPts val="0"/>
              </a:spcAft>
              <a:buClr>
                <a:schemeClr val="dk2"/>
              </a:buClr>
              <a:buSzPts val="1000"/>
              <a:buNone/>
              <a:defRPr b="1" sz="1000">
                <a:solidFill>
                  <a:schemeClr val="dk2"/>
                </a:solidFill>
              </a:defRPr>
            </a:lvl9pPr>
          </a:lstStyle>
          <a:p/>
        </p:txBody>
      </p:sp>
      <p:sp>
        <p:nvSpPr>
          <p:cNvPr id="182" name="Google Shape;182;p25"/>
          <p:cNvSpPr txBox="1"/>
          <p:nvPr>
            <p:ph idx="7" type="title"/>
          </p:nvPr>
        </p:nvSpPr>
        <p:spPr>
          <a:xfrm>
            <a:off x="4763827" y="978408"/>
            <a:ext cx="1865400" cy="289500"/>
          </a:xfrm>
          <a:prstGeom prst="rect">
            <a:avLst/>
          </a:prstGeom>
        </p:spPr>
        <p:txBody>
          <a:bodyPr anchorCtr="0" anchor="t" bIns="0" lIns="0" spcFirstLastPara="1" rIns="0" wrap="square" tIns="0">
            <a:noAutofit/>
          </a:bodyPr>
          <a:lstStyle>
            <a:lvl1pPr lvl="0" rtl="0">
              <a:spcBef>
                <a:spcPts val="0"/>
              </a:spcBef>
              <a:spcAft>
                <a:spcPts val="0"/>
              </a:spcAft>
              <a:buClr>
                <a:schemeClr val="dk2"/>
              </a:buClr>
              <a:buSzPts val="1000"/>
              <a:buNone/>
              <a:defRPr b="1" sz="1000">
                <a:solidFill>
                  <a:schemeClr val="dk2"/>
                </a:solidFill>
              </a:defRPr>
            </a:lvl1pPr>
            <a:lvl2pPr lvl="1" rtl="0">
              <a:spcBef>
                <a:spcPts val="0"/>
              </a:spcBef>
              <a:spcAft>
                <a:spcPts val="0"/>
              </a:spcAft>
              <a:buClr>
                <a:schemeClr val="dk2"/>
              </a:buClr>
              <a:buSzPts val="1000"/>
              <a:buNone/>
              <a:defRPr b="1" sz="1000">
                <a:solidFill>
                  <a:schemeClr val="dk2"/>
                </a:solidFill>
              </a:defRPr>
            </a:lvl2pPr>
            <a:lvl3pPr lvl="2" rtl="0">
              <a:spcBef>
                <a:spcPts val="0"/>
              </a:spcBef>
              <a:spcAft>
                <a:spcPts val="0"/>
              </a:spcAft>
              <a:buClr>
                <a:schemeClr val="dk2"/>
              </a:buClr>
              <a:buSzPts val="1000"/>
              <a:buNone/>
              <a:defRPr b="1" sz="1000">
                <a:solidFill>
                  <a:schemeClr val="dk2"/>
                </a:solidFill>
              </a:defRPr>
            </a:lvl3pPr>
            <a:lvl4pPr lvl="3" rtl="0">
              <a:spcBef>
                <a:spcPts val="0"/>
              </a:spcBef>
              <a:spcAft>
                <a:spcPts val="0"/>
              </a:spcAft>
              <a:buClr>
                <a:schemeClr val="dk2"/>
              </a:buClr>
              <a:buSzPts val="1000"/>
              <a:buNone/>
              <a:defRPr b="1" sz="1000">
                <a:solidFill>
                  <a:schemeClr val="dk2"/>
                </a:solidFill>
              </a:defRPr>
            </a:lvl4pPr>
            <a:lvl5pPr lvl="4" rtl="0">
              <a:spcBef>
                <a:spcPts val="0"/>
              </a:spcBef>
              <a:spcAft>
                <a:spcPts val="0"/>
              </a:spcAft>
              <a:buClr>
                <a:schemeClr val="dk2"/>
              </a:buClr>
              <a:buSzPts val="1000"/>
              <a:buNone/>
              <a:defRPr b="1" sz="1000">
                <a:solidFill>
                  <a:schemeClr val="dk2"/>
                </a:solidFill>
              </a:defRPr>
            </a:lvl5pPr>
            <a:lvl6pPr lvl="5" rtl="0">
              <a:spcBef>
                <a:spcPts val="0"/>
              </a:spcBef>
              <a:spcAft>
                <a:spcPts val="0"/>
              </a:spcAft>
              <a:buClr>
                <a:schemeClr val="dk2"/>
              </a:buClr>
              <a:buSzPts val="1000"/>
              <a:buNone/>
              <a:defRPr b="1" sz="1000">
                <a:solidFill>
                  <a:schemeClr val="dk2"/>
                </a:solidFill>
              </a:defRPr>
            </a:lvl6pPr>
            <a:lvl7pPr lvl="6" rtl="0">
              <a:spcBef>
                <a:spcPts val="0"/>
              </a:spcBef>
              <a:spcAft>
                <a:spcPts val="0"/>
              </a:spcAft>
              <a:buClr>
                <a:schemeClr val="dk2"/>
              </a:buClr>
              <a:buSzPts val="1000"/>
              <a:buNone/>
              <a:defRPr b="1" sz="1000">
                <a:solidFill>
                  <a:schemeClr val="dk2"/>
                </a:solidFill>
              </a:defRPr>
            </a:lvl7pPr>
            <a:lvl8pPr lvl="7" rtl="0">
              <a:spcBef>
                <a:spcPts val="0"/>
              </a:spcBef>
              <a:spcAft>
                <a:spcPts val="0"/>
              </a:spcAft>
              <a:buClr>
                <a:schemeClr val="dk2"/>
              </a:buClr>
              <a:buSzPts val="1000"/>
              <a:buNone/>
              <a:defRPr b="1" sz="1000">
                <a:solidFill>
                  <a:schemeClr val="dk2"/>
                </a:solidFill>
              </a:defRPr>
            </a:lvl8pPr>
            <a:lvl9pPr lvl="8" rtl="0">
              <a:spcBef>
                <a:spcPts val="0"/>
              </a:spcBef>
              <a:spcAft>
                <a:spcPts val="0"/>
              </a:spcAft>
              <a:buClr>
                <a:schemeClr val="dk2"/>
              </a:buClr>
              <a:buSzPts val="1000"/>
              <a:buNone/>
              <a:defRPr b="1" sz="1000">
                <a:solidFill>
                  <a:schemeClr val="dk2"/>
                </a:solidFill>
              </a:defRPr>
            </a:lvl9pPr>
          </a:lstStyle>
          <a:p/>
        </p:txBody>
      </p:sp>
      <p:sp>
        <p:nvSpPr>
          <p:cNvPr id="183" name="Google Shape;183;p25"/>
          <p:cNvSpPr txBox="1"/>
          <p:nvPr>
            <p:ph idx="8" type="title"/>
          </p:nvPr>
        </p:nvSpPr>
        <p:spPr>
          <a:xfrm>
            <a:off x="6879227" y="978408"/>
            <a:ext cx="1865400" cy="289500"/>
          </a:xfrm>
          <a:prstGeom prst="rect">
            <a:avLst/>
          </a:prstGeom>
        </p:spPr>
        <p:txBody>
          <a:bodyPr anchorCtr="0" anchor="t" bIns="0" lIns="0" spcFirstLastPara="1" rIns="0" wrap="square" tIns="0">
            <a:noAutofit/>
          </a:bodyPr>
          <a:lstStyle>
            <a:lvl1pPr lvl="0" rtl="0">
              <a:spcBef>
                <a:spcPts val="0"/>
              </a:spcBef>
              <a:spcAft>
                <a:spcPts val="0"/>
              </a:spcAft>
              <a:buClr>
                <a:schemeClr val="dk2"/>
              </a:buClr>
              <a:buSzPts val="1000"/>
              <a:buNone/>
              <a:defRPr b="1" sz="1000">
                <a:solidFill>
                  <a:schemeClr val="dk2"/>
                </a:solidFill>
              </a:defRPr>
            </a:lvl1pPr>
            <a:lvl2pPr lvl="1" rtl="0">
              <a:spcBef>
                <a:spcPts val="0"/>
              </a:spcBef>
              <a:spcAft>
                <a:spcPts val="0"/>
              </a:spcAft>
              <a:buClr>
                <a:schemeClr val="dk2"/>
              </a:buClr>
              <a:buSzPts val="1000"/>
              <a:buNone/>
              <a:defRPr b="1" sz="1000">
                <a:solidFill>
                  <a:schemeClr val="dk2"/>
                </a:solidFill>
              </a:defRPr>
            </a:lvl2pPr>
            <a:lvl3pPr lvl="2" rtl="0">
              <a:spcBef>
                <a:spcPts val="0"/>
              </a:spcBef>
              <a:spcAft>
                <a:spcPts val="0"/>
              </a:spcAft>
              <a:buClr>
                <a:schemeClr val="dk2"/>
              </a:buClr>
              <a:buSzPts val="1000"/>
              <a:buNone/>
              <a:defRPr b="1" sz="1000">
                <a:solidFill>
                  <a:schemeClr val="dk2"/>
                </a:solidFill>
              </a:defRPr>
            </a:lvl3pPr>
            <a:lvl4pPr lvl="3" rtl="0">
              <a:spcBef>
                <a:spcPts val="0"/>
              </a:spcBef>
              <a:spcAft>
                <a:spcPts val="0"/>
              </a:spcAft>
              <a:buClr>
                <a:schemeClr val="dk2"/>
              </a:buClr>
              <a:buSzPts val="1000"/>
              <a:buNone/>
              <a:defRPr b="1" sz="1000">
                <a:solidFill>
                  <a:schemeClr val="dk2"/>
                </a:solidFill>
              </a:defRPr>
            </a:lvl4pPr>
            <a:lvl5pPr lvl="4" rtl="0">
              <a:spcBef>
                <a:spcPts val="0"/>
              </a:spcBef>
              <a:spcAft>
                <a:spcPts val="0"/>
              </a:spcAft>
              <a:buClr>
                <a:schemeClr val="dk2"/>
              </a:buClr>
              <a:buSzPts val="1000"/>
              <a:buNone/>
              <a:defRPr b="1" sz="1000">
                <a:solidFill>
                  <a:schemeClr val="dk2"/>
                </a:solidFill>
              </a:defRPr>
            </a:lvl5pPr>
            <a:lvl6pPr lvl="5" rtl="0">
              <a:spcBef>
                <a:spcPts val="0"/>
              </a:spcBef>
              <a:spcAft>
                <a:spcPts val="0"/>
              </a:spcAft>
              <a:buClr>
                <a:schemeClr val="dk2"/>
              </a:buClr>
              <a:buSzPts val="1000"/>
              <a:buNone/>
              <a:defRPr b="1" sz="1000">
                <a:solidFill>
                  <a:schemeClr val="dk2"/>
                </a:solidFill>
              </a:defRPr>
            </a:lvl6pPr>
            <a:lvl7pPr lvl="6" rtl="0">
              <a:spcBef>
                <a:spcPts val="0"/>
              </a:spcBef>
              <a:spcAft>
                <a:spcPts val="0"/>
              </a:spcAft>
              <a:buClr>
                <a:schemeClr val="dk2"/>
              </a:buClr>
              <a:buSzPts val="1000"/>
              <a:buNone/>
              <a:defRPr b="1" sz="1000">
                <a:solidFill>
                  <a:schemeClr val="dk2"/>
                </a:solidFill>
              </a:defRPr>
            </a:lvl7pPr>
            <a:lvl8pPr lvl="7" rtl="0">
              <a:spcBef>
                <a:spcPts val="0"/>
              </a:spcBef>
              <a:spcAft>
                <a:spcPts val="0"/>
              </a:spcAft>
              <a:buClr>
                <a:schemeClr val="dk2"/>
              </a:buClr>
              <a:buSzPts val="1000"/>
              <a:buNone/>
              <a:defRPr b="1" sz="1000">
                <a:solidFill>
                  <a:schemeClr val="dk2"/>
                </a:solidFill>
              </a:defRPr>
            </a:lvl8pPr>
            <a:lvl9pPr lvl="8" rtl="0">
              <a:spcBef>
                <a:spcPts val="0"/>
              </a:spcBef>
              <a:spcAft>
                <a:spcPts val="0"/>
              </a:spcAft>
              <a:buClr>
                <a:schemeClr val="dk2"/>
              </a:buClr>
              <a:buSzPts val="1000"/>
              <a:buNone/>
              <a:defRPr b="1" sz="1000">
                <a:solidFill>
                  <a:schemeClr val="dk2"/>
                </a:solidFill>
              </a:defRPr>
            </a:lvl9pPr>
          </a:lstStyle>
          <a:p/>
        </p:txBody>
      </p:sp>
      <p:sp>
        <p:nvSpPr>
          <p:cNvPr id="184" name="Google Shape;184;p25"/>
          <p:cNvSpPr txBox="1"/>
          <p:nvPr>
            <p:ph idx="9" type="title"/>
          </p:nvPr>
        </p:nvSpPr>
        <p:spPr>
          <a:xfrm>
            <a:off x="2648426" y="3099816"/>
            <a:ext cx="1865400" cy="289500"/>
          </a:xfrm>
          <a:prstGeom prst="rect">
            <a:avLst/>
          </a:prstGeom>
        </p:spPr>
        <p:txBody>
          <a:bodyPr anchorCtr="0" anchor="t" bIns="0" lIns="0" spcFirstLastPara="1" rIns="0" wrap="square" tIns="0">
            <a:noAutofit/>
          </a:bodyPr>
          <a:lstStyle>
            <a:lvl1pPr lvl="0" rtl="0">
              <a:spcBef>
                <a:spcPts val="0"/>
              </a:spcBef>
              <a:spcAft>
                <a:spcPts val="0"/>
              </a:spcAft>
              <a:buClr>
                <a:schemeClr val="dk2"/>
              </a:buClr>
              <a:buSzPts val="1000"/>
              <a:buNone/>
              <a:defRPr b="1" sz="1000">
                <a:solidFill>
                  <a:schemeClr val="dk2"/>
                </a:solidFill>
              </a:defRPr>
            </a:lvl1pPr>
            <a:lvl2pPr lvl="1" rtl="0">
              <a:spcBef>
                <a:spcPts val="0"/>
              </a:spcBef>
              <a:spcAft>
                <a:spcPts val="0"/>
              </a:spcAft>
              <a:buClr>
                <a:schemeClr val="dk2"/>
              </a:buClr>
              <a:buSzPts val="1000"/>
              <a:buNone/>
              <a:defRPr b="1" sz="1000">
                <a:solidFill>
                  <a:schemeClr val="dk2"/>
                </a:solidFill>
              </a:defRPr>
            </a:lvl2pPr>
            <a:lvl3pPr lvl="2" rtl="0">
              <a:spcBef>
                <a:spcPts val="0"/>
              </a:spcBef>
              <a:spcAft>
                <a:spcPts val="0"/>
              </a:spcAft>
              <a:buClr>
                <a:schemeClr val="dk2"/>
              </a:buClr>
              <a:buSzPts val="1000"/>
              <a:buNone/>
              <a:defRPr b="1" sz="1000">
                <a:solidFill>
                  <a:schemeClr val="dk2"/>
                </a:solidFill>
              </a:defRPr>
            </a:lvl3pPr>
            <a:lvl4pPr lvl="3" rtl="0">
              <a:spcBef>
                <a:spcPts val="0"/>
              </a:spcBef>
              <a:spcAft>
                <a:spcPts val="0"/>
              </a:spcAft>
              <a:buClr>
                <a:schemeClr val="dk2"/>
              </a:buClr>
              <a:buSzPts val="1000"/>
              <a:buNone/>
              <a:defRPr b="1" sz="1000">
                <a:solidFill>
                  <a:schemeClr val="dk2"/>
                </a:solidFill>
              </a:defRPr>
            </a:lvl4pPr>
            <a:lvl5pPr lvl="4" rtl="0">
              <a:spcBef>
                <a:spcPts val="0"/>
              </a:spcBef>
              <a:spcAft>
                <a:spcPts val="0"/>
              </a:spcAft>
              <a:buClr>
                <a:schemeClr val="dk2"/>
              </a:buClr>
              <a:buSzPts val="1000"/>
              <a:buNone/>
              <a:defRPr b="1" sz="1000">
                <a:solidFill>
                  <a:schemeClr val="dk2"/>
                </a:solidFill>
              </a:defRPr>
            </a:lvl5pPr>
            <a:lvl6pPr lvl="5" rtl="0">
              <a:spcBef>
                <a:spcPts val="0"/>
              </a:spcBef>
              <a:spcAft>
                <a:spcPts val="0"/>
              </a:spcAft>
              <a:buClr>
                <a:schemeClr val="dk2"/>
              </a:buClr>
              <a:buSzPts val="1000"/>
              <a:buNone/>
              <a:defRPr b="1" sz="1000">
                <a:solidFill>
                  <a:schemeClr val="dk2"/>
                </a:solidFill>
              </a:defRPr>
            </a:lvl6pPr>
            <a:lvl7pPr lvl="6" rtl="0">
              <a:spcBef>
                <a:spcPts val="0"/>
              </a:spcBef>
              <a:spcAft>
                <a:spcPts val="0"/>
              </a:spcAft>
              <a:buClr>
                <a:schemeClr val="dk2"/>
              </a:buClr>
              <a:buSzPts val="1000"/>
              <a:buNone/>
              <a:defRPr b="1" sz="1000">
                <a:solidFill>
                  <a:schemeClr val="dk2"/>
                </a:solidFill>
              </a:defRPr>
            </a:lvl7pPr>
            <a:lvl8pPr lvl="7" rtl="0">
              <a:spcBef>
                <a:spcPts val="0"/>
              </a:spcBef>
              <a:spcAft>
                <a:spcPts val="0"/>
              </a:spcAft>
              <a:buClr>
                <a:schemeClr val="dk2"/>
              </a:buClr>
              <a:buSzPts val="1000"/>
              <a:buNone/>
              <a:defRPr b="1" sz="1000">
                <a:solidFill>
                  <a:schemeClr val="dk2"/>
                </a:solidFill>
              </a:defRPr>
            </a:lvl8pPr>
            <a:lvl9pPr lvl="8" rtl="0">
              <a:spcBef>
                <a:spcPts val="0"/>
              </a:spcBef>
              <a:spcAft>
                <a:spcPts val="0"/>
              </a:spcAft>
              <a:buClr>
                <a:schemeClr val="dk2"/>
              </a:buClr>
              <a:buSzPts val="1000"/>
              <a:buNone/>
              <a:defRPr b="1" sz="1000">
                <a:solidFill>
                  <a:schemeClr val="dk2"/>
                </a:solidFill>
              </a:defRPr>
            </a:lvl9pPr>
          </a:lstStyle>
          <a:p/>
        </p:txBody>
      </p:sp>
      <p:sp>
        <p:nvSpPr>
          <p:cNvPr id="185" name="Google Shape;185;p25"/>
          <p:cNvSpPr txBox="1"/>
          <p:nvPr>
            <p:ph idx="13" type="title"/>
          </p:nvPr>
        </p:nvSpPr>
        <p:spPr>
          <a:xfrm>
            <a:off x="4763821" y="3099816"/>
            <a:ext cx="1865400" cy="289500"/>
          </a:xfrm>
          <a:prstGeom prst="rect">
            <a:avLst/>
          </a:prstGeom>
        </p:spPr>
        <p:txBody>
          <a:bodyPr anchorCtr="0" anchor="t" bIns="0" lIns="0" spcFirstLastPara="1" rIns="0" wrap="square" tIns="0">
            <a:noAutofit/>
          </a:bodyPr>
          <a:lstStyle>
            <a:lvl1pPr lvl="0" rtl="0">
              <a:spcBef>
                <a:spcPts val="0"/>
              </a:spcBef>
              <a:spcAft>
                <a:spcPts val="0"/>
              </a:spcAft>
              <a:buClr>
                <a:schemeClr val="dk2"/>
              </a:buClr>
              <a:buSzPts val="1000"/>
              <a:buNone/>
              <a:defRPr b="1" sz="1000">
                <a:solidFill>
                  <a:schemeClr val="dk2"/>
                </a:solidFill>
              </a:defRPr>
            </a:lvl1pPr>
            <a:lvl2pPr lvl="1" rtl="0">
              <a:spcBef>
                <a:spcPts val="0"/>
              </a:spcBef>
              <a:spcAft>
                <a:spcPts val="0"/>
              </a:spcAft>
              <a:buClr>
                <a:schemeClr val="dk2"/>
              </a:buClr>
              <a:buSzPts val="1000"/>
              <a:buNone/>
              <a:defRPr b="1" sz="1000">
                <a:solidFill>
                  <a:schemeClr val="dk2"/>
                </a:solidFill>
              </a:defRPr>
            </a:lvl2pPr>
            <a:lvl3pPr lvl="2" rtl="0">
              <a:spcBef>
                <a:spcPts val="0"/>
              </a:spcBef>
              <a:spcAft>
                <a:spcPts val="0"/>
              </a:spcAft>
              <a:buClr>
                <a:schemeClr val="dk2"/>
              </a:buClr>
              <a:buSzPts val="1000"/>
              <a:buNone/>
              <a:defRPr b="1" sz="1000">
                <a:solidFill>
                  <a:schemeClr val="dk2"/>
                </a:solidFill>
              </a:defRPr>
            </a:lvl3pPr>
            <a:lvl4pPr lvl="3" rtl="0">
              <a:spcBef>
                <a:spcPts val="0"/>
              </a:spcBef>
              <a:spcAft>
                <a:spcPts val="0"/>
              </a:spcAft>
              <a:buClr>
                <a:schemeClr val="dk2"/>
              </a:buClr>
              <a:buSzPts val="1000"/>
              <a:buNone/>
              <a:defRPr b="1" sz="1000">
                <a:solidFill>
                  <a:schemeClr val="dk2"/>
                </a:solidFill>
              </a:defRPr>
            </a:lvl4pPr>
            <a:lvl5pPr lvl="4" rtl="0">
              <a:spcBef>
                <a:spcPts val="0"/>
              </a:spcBef>
              <a:spcAft>
                <a:spcPts val="0"/>
              </a:spcAft>
              <a:buClr>
                <a:schemeClr val="dk2"/>
              </a:buClr>
              <a:buSzPts val="1000"/>
              <a:buNone/>
              <a:defRPr b="1" sz="1000">
                <a:solidFill>
                  <a:schemeClr val="dk2"/>
                </a:solidFill>
              </a:defRPr>
            </a:lvl5pPr>
            <a:lvl6pPr lvl="5" rtl="0">
              <a:spcBef>
                <a:spcPts val="0"/>
              </a:spcBef>
              <a:spcAft>
                <a:spcPts val="0"/>
              </a:spcAft>
              <a:buClr>
                <a:schemeClr val="dk2"/>
              </a:buClr>
              <a:buSzPts val="1000"/>
              <a:buNone/>
              <a:defRPr b="1" sz="1000">
                <a:solidFill>
                  <a:schemeClr val="dk2"/>
                </a:solidFill>
              </a:defRPr>
            </a:lvl6pPr>
            <a:lvl7pPr lvl="6" rtl="0">
              <a:spcBef>
                <a:spcPts val="0"/>
              </a:spcBef>
              <a:spcAft>
                <a:spcPts val="0"/>
              </a:spcAft>
              <a:buClr>
                <a:schemeClr val="dk2"/>
              </a:buClr>
              <a:buSzPts val="1000"/>
              <a:buNone/>
              <a:defRPr b="1" sz="1000">
                <a:solidFill>
                  <a:schemeClr val="dk2"/>
                </a:solidFill>
              </a:defRPr>
            </a:lvl7pPr>
            <a:lvl8pPr lvl="7" rtl="0">
              <a:spcBef>
                <a:spcPts val="0"/>
              </a:spcBef>
              <a:spcAft>
                <a:spcPts val="0"/>
              </a:spcAft>
              <a:buClr>
                <a:schemeClr val="dk2"/>
              </a:buClr>
              <a:buSzPts val="1000"/>
              <a:buNone/>
              <a:defRPr b="1" sz="1000">
                <a:solidFill>
                  <a:schemeClr val="dk2"/>
                </a:solidFill>
              </a:defRPr>
            </a:lvl8pPr>
            <a:lvl9pPr lvl="8" rtl="0">
              <a:spcBef>
                <a:spcPts val="0"/>
              </a:spcBef>
              <a:spcAft>
                <a:spcPts val="0"/>
              </a:spcAft>
              <a:buClr>
                <a:schemeClr val="dk2"/>
              </a:buClr>
              <a:buSzPts val="1000"/>
              <a:buNone/>
              <a:defRPr b="1" sz="1000">
                <a:solidFill>
                  <a:schemeClr val="dk2"/>
                </a:solidFill>
              </a:defRPr>
            </a:lvl9pPr>
          </a:lstStyle>
          <a:p/>
        </p:txBody>
      </p:sp>
      <p:sp>
        <p:nvSpPr>
          <p:cNvPr id="186" name="Google Shape;186;p25"/>
          <p:cNvSpPr txBox="1"/>
          <p:nvPr>
            <p:ph idx="14" type="title"/>
          </p:nvPr>
        </p:nvSpPr>
        <p:spPr>
          <a:xfrm>
            <a:off x="6879278" y="3099816"/>
            <a:ext cx="1865400" cy="289500"/>
          </a:xfrm>
          <a:prstGeom prst="rect">
            <a:avLst/>
          </a:prstGeom>
        </p:spPr>
        <p:txBody>
          <a:bodyPr anchorCtr="0" anchor="t" bIns="0" lIns="0" spcFirstLastPara="1" rIns="0" wrap="square" tIns="0">
            <a:noAutofit/>
          </a:bodyPr>
          <a:lstStyle>
            <a:lvl1pPr lvl="0" rtl="0">
              <a:spcBef>
                <a:spcPts val="0"/>
              </a:spcBef>
              <a:spcAft>
                <a:spcPts val="0"/>
              </a:spcAft>
              <a:buClr>
                <a:schemeClr val="dk2"/>
              </a:buClr>
              <a:buSzPts val="1000"/>
              <a:buNone/>
              <a:defRPr b="1" sz="1000">
                <a:solidFill>
                  <a:schemeClr val="dk2"/>
                </a:solidFill>
              </a:defRPr>
            </a:lvl1pPr>
            <a:lvl2pPr lvl="1" rtl="0">
              <a:spcBef>
                <a:spcPts val="0"/>
              </a:spcBef>
              <a:spcAft>
                <a:spcPts val="0"/>
              </a:spcAft>
              <a:buClr>
                <a:schemeClr val="dk2"/>
              </a:buClr>
              <a:buSzPts val="1000"/>
              <a:buNone/>
              <a:defRPr b="1" sz="1000">
                <a:solidFill>
                  <a:schemeClr val="dk2"/>
                </a:solidFill>
              </a:defRPr>
            </a:lvl2pPr>
            <a:lvl3pPr lvl="2" rtl="0">
              <a:spcBef>
                <a:spcPts val="0"/>
              </a:spcBef>
              <a:spcAft>
                <a:spcPts val="0"/>
              </a:spcAft>
              <a:buClr>
                <a:schemeClr val="dk2"/>
              </a:buClr>
              <a:buSzPts val="1000"/>
              <a:buNone/>
              <a:defRPr b="1" sz="1000">
                <a:solidFill>
                  <a:schemeClr val="dk2"/>
                </a:solidFill>
              </a:defRPr>
            </a:lvl3pPr>
            <a:lvl4pPr lvl="3" rtl="0">
              <a:spcBef>
                <a:spcPts val="0"/>
              </a:spcBef>
              <a:spcAft>
                <a:spcPts val="0"/>
              </a:spcAft>
              <a:buClr>
                <a:schemeClr val="dk2"/>
              </a:buClr>
              <a:buSzPts val="1000"/>
              <a:buNone/>
              <a:defRPr b="1" sz="1000">
                <a:solidFill>
                  <a:schemeClr val="dk2"/>
                </a:solidFill>
              </a:defRPr>
            </a:lvl4pPr>
            <a:lvl5pPr lvl="4" rtl="0">
              <a:spcBef>
                <a:spcPts val="0"/>
              </a:spcBef>
              <a:spcAft>
                <a:spcPts val="0"/>
              </a:spcAft>
              <a:buClr>
                <a:schemeClr val="dk2"/>
              </a:buClr>
              <a:buSzPts val="1000"/>
              <a:buNone/>
              <a:defRPr b="1" sz="1000">
                <a:solidFill>
                  <a:schemeClr val="dk2"/>
                </a:solidFill>
              </a:defRPr>
            </a:lvl5pPr>
            <a:lvl6pPr lvl="5" rtl="0">
              <a:spcBef>
                <a:spcPts val="0"/>
              </a:spcBef>
              <a:spcAft>
                <a:spcPts val="0"/>
              </a:spcAft>
              <a:buClr>
                <a:schemeClr val="dk2"/>
              </a:buClr>
              <a:buSzPts val="1000"/>
              <a:buNone/>
              <a:defRPr b="1" sz="1000">
                <a:solidFill>
                  <a:schemeClr val="dk2"/>
                </a:solidFill>
              </a:defRPr>
            </a:lvl6pPr>
            <a:lvl7pPr lvl="6" rtl="0">
              <a:spcBef>
                <a:spcPts val="0"/>
              </a:spcBef>
              <a:spcAft>
                <a:spcPts val="0"/>
              </a:spcAft>
              <a:buClr>
                <a:schemeClr val="dk2"/>
              </a:buClr>
              <a:buSzPts val="1000"/>
              <a:buNone/>
              <a:defRPr b="1" sz="1000">
                <a:solidFill>
                  <a:schemeClr val="dk2"/>
                </a:solidFill>
              </a:defRPr>
            </a:lvl7pPr>
            <a:lvl8pPr lvl="7" rtl="0">
              <a:spcBef>
                <a:spcPts val="0"/>
              </a:spcBef>
              <a:spcAft>
                <a:spcPts val="0"/>
              </a:spcAft>
              <a:buClr>
                <a:schemeClr val="dk2"/>
              </a:buClr>
              <a:buSzPts val="1000"/>
              <a:buNone/>
              <a:defRPr b="1" sz="1000">
                <a:solidFill>
                  <a:schemeClr val="dk2"/>
                </a:solidFill>
              </a:defRPr>
            </a:lvl8pPr>
            <a:lvl9pPr lvl="8" rtl="0">
              <a:spcBef>
                <a:spcPts val="0"/>
              </a:spcBef>
              <a:spcAft>
                <a:spcPts val="0"/>
              </a:spcAft>
              <a:buClr>
                <a:schemeClr val="dk2"/>
              </a:buClr>
              <a:buSzPts val="1000"/>
              <a:buNone/>
              <a:defRPr b="1" sz="1000">
                <a:solidFill>
                  <a:schemeClr val="dk2"/>
                </a:solidFill>
              </a:defRPr>
            </a:lvl9pPr>
          </a:lstStyle>
          <a:p/>
        </p:txBody>
      </p:sp>
      <p:sp>
        <p:nvSpPr>
          <p:cNvPr id="187" name="Google Shape;187;p25"/>
          <p:cNvSpPr txBox="1"/>
          <p:nvPr>
            <p:ph idx="15" type="body"/>
          </p:nvPr>
        </p:nvSpPr>
        <p:spPr>
          <a:xfrm>
            <a:off x="347475" y="1991600"/>
            <a:ext cx="1574100" cy="2024700"/>
          </a:xfrm>
          <a:prstGeom prst="rect">
            <a:avLst/>
          </a:prstGeom>
        </p:spPr>
        <p:txBody>
          <a:bodyPr anchorCtr="0" anchor="t" bIns="0" lIns="0" spcFirstLastPara="1" rIns="0" wrap="square" tIns="0">
            <a:noAutofit/>
          </a:bodyPr>
          <a:lstStyle>
            <a:lvl1pPr indent="-298450" lvl="0" marL="457200" rtl="0">
              <a:lnSpc>
                <a:spcPct val="125000"/>
              </a:lnSpc>
              <a:spcBef>
                <a:spcPts val="0"/>
              </a:spcBef>
              <a:spcAft>
                <a:spcPts val="0"/>
              </a:spcAft>
              <a:buSzPts val="1100"/>
              <a:buChar char="●"/>
              <a:defRPr b="1" sz="1100"/>
            </a:lvl1pPr>
            <a:lvl2pPr indent="-298450" lvl="1" marL="914400" rtl="0">
              <a:lnSpc>
                <a:spcPct val="125000"/>
              </a:lnSpc>
              <a:spcBef>
                <a:spcPts val="0"/>
              </a:spcBef>
              <a:spcAft>
                <a:spcPts val="0"/>
              </a:spcAft>
              <a:buSzPts val="1100"/>
              <a:buChar char="○"/>
              <a:defRPr b="1" sz="1100"/>
            </a:lvl2pPr>
            <a:lvl3pPr indent="-298450" lvl="2" marL="1371600" rtl="0">
              <a:lnSpc>
                <a:spcPct val="125000"/>
              </a:lnSpc>
              <a:spcBef>
                <a:spcPts val="0"/>
              </a:spcBef>
              <a:spcAft>
                <a:spcPts val="0"/>
              </a:spcAft>
              <a:buSzPts val="1100"/>
              <a:buChar char="■"/>
              <a:defRPr b="1" sz="1100"/>
            </a:lvl3pPr>
            <a:lvl4pPr indent="-298450" lvl="3" marL="1828800" rtl="0">
              <a:lnSpc>
                <a:spcPct val="125000"/>
              </a:lnSpc>
              <a:spcBef>
                <a:spcPts val="0"/>
              </a:spcBef>
              <a:spcAft>
                <a:spcPts val="0"/>
              </a:spcAft>
              <a:buSzPts val="1100"/>
              <a:buChar char="●"/>
              <a:defRPr b="1" sz="1100"/>
            </a:lvl4pPr>
            <a:lvl5pPr indent="-298450" lvl="4" marL="2286000" rtl="0">
              <a:lnSpc>
                <a:spcPct val="125000"/>
              </a:lnSpc>
              <a:spcBef>
                <a:spcPts val="0"/>
              </a:spcBef>
              <a:spcAft>
                <a:spcPts val="0"/>
              </a:spcAft>
              <a:buSzPts val="1100"/>
              <a:buChar char="○"/>
              <a:defRPr b="1" sz="1100"/>
            </a:lvl5pPr>
            <a:lvl6pPr indent="-298450" lvl="5" marL="2743200" rtl="0">
              <a:lnSpc>
                <a:spcPct val="125000"/>
              </a:lnSpc>
              <a:spcBef>
                <a:spcPts val="0"/>
              </a:spcBef>
              <a:spcAft>
                <a:spcPts val="0"/>
              </a:spcAft>
              <a:buSzPts val="1100"/>
              <a:buChar char="■"/>
              <a:defRPr b="1" sz="1100"/>
            </a:lvl6pPr>
            <a:lvl7pPr indent="-298450" lvl="6" marL="3200400" rtl="0">
              <a:lnSpc>
                <a:spcPct val="125000"/>
              </a:lnSpc>
              <a:spcBef>
                <a:spcPts val="0"/>
              </a:spcBef>
              <a:spcAft>
                <a:spcPts val="0"/>
              </a:spcAft>
              <a:buSzPts val="1100"/>
              <a:buChar char="●"/>
              <a:defRPr b="1" sz="1100"/>
            </a:lvl7pPr>
            <a:lvl8pPr indent="-298450" lvl="7" marL="3657600" rtl="0">
              <a:lnSpc>
                <a:spcPct val="125000"/>
              </a:lnSpc>
              <a:spcBef>
                <a:spcPts val="0"/>
              </a:spcBef>
              <a:spcAft>
                <a:spcPts val="0"/>
              </a:spcAft>
              <a:buSzPts val="1100"/>
              <a:buChar char="○"/>
              <a:defRPr b="1" sz="1100"/>
            </a:lvl8pPr>
            <a:lvl9pPr indent="-298450" lvl="8" marL="4114800" rtl="0">
              <a:lnSpc>
                <a:spcPct val="125000"/>
              </a:lnSpc>
              <a:spcBef>
                <a:spcPts val="0"/>
              </a:spcBef>
              <a:spcAft>
                <a:spcPts val="0"/>
              </a:spcAft>
              <a:buSzPts val="1100"/>
              <a:buChar char="■"/>
              <a:defRPr b="1" sz="1100"/>
            </a:lvl9pPr>
          </a:lstStyle>
          <a:p/>
        </p:txBody>
      </p:sp>
      <p:sp>
        <p:nvSpPr>
          <p:cNvPr id="188" name="Google Shape;188;p25"/>
          <p:cNvSpPr txBox="1"/>
          <p:nvPr>
            <p:ph idx="16" type="title"/>
          </p:nvPr>
        </p:nvSpPr>
        <p:spPr>
          <a:xfrm>
            <a:off x="347475" y="1035125"/>
            <a:ext cx="1574100" cy="875700"/>
          </a:xfrm>
          <a:prstGeom prst="rect">
            <a:avLst/>
          </a:prstGeom>
        </p:spPr>
        <p:txBody>
          <a:bodyPr anchorCtr="0" anchor="b" bIns="0" lIns="0" spcFirstLastPara="1" rIns="0" wrap="square" tIns="0">
            <a:noAutofit/>
          </a:bodyPr>
          <a:lstStyle>
            <a:lvl1pPr lvl="0" rtl="0">
              <a:spcBef>
                <a:spcPts val="0"/>
              </a:spcBef>
              <a:spcAft>
                <a:spcPts val="0"/>
              </a:spcAft>
              <a:buClr>
                <a:schemeClr val="accent3"/>
              </a:buClr>
              <a:buSzPts val="1900"/>
              <a:buNone/>
              <a:defRPr b="1" sz="1900">
                <a:solidFill>
                  <a:schemeClr val="accent3"/>
                </a:solidFill>
              </a:defRPr>
            </a:lvl1pPr>
            <a:lvl2pPr lvl="1" rtl="0">
              <a:spcBef>
                <a:spcPts val="0"/>
              </a:spcBef>
              <a:spcAft>
                <a:spcPts val="0"/>
              </a:spcAft>
              <a:buClr>
                <a:schemeClr val="accent3"/>
              </a:buClr>
              <a:buSzPts val="1900"/>
              <a:buNone/>
              <a:defRPr b="1" sz="1900">
                <a:solidFill>
                  <a:schemeClr val="accent3"/>
                </a:solidFill>
              </a:defRPr>
            </a:lvl2pPr>
            <a:lvl3pPr lvl="2" rtl="0">
              <a:spcBef>
                <a:spcPts val="0"/>
              </a:spcBef>
              <a:spcAft>
                <a:spcPts val="0"/>
              </a:spcAft>
              <a:buClr>
                <a:schemeClr val="accent3"/>
              </a:buClr>
              <a:buSzPts val="1900"/>
              <a:buNone/>
              <a:defRPr b="1" sz="1900">
                <a:solidFill>
                  <a:schemeClr val="accent3"/>
                </a:solidFill>
              </a:defRPr>
            </a:lvl3pPr>
            <a:lvl4pPr lvl="3" rtl="0">
              <a:spcBef>
                <a:spcPts val="0"/>
              </a:spcBef>
              <a:spcAft>
                <a:spcPts val="0"/>
              </a:spcAft>
              <a:buClr>
                <a:schemeClr val="accent3"/>
              </a:buClr>
              <a:buSzPts val="1900"/>
              <a:buNone/>
              <a:defRPr b="1" sz="1900">
                <a:solidFill>
                  <a:schemeClr val="accent3"/>
                </a:solidFill>
              </a:defRPr>
            </a:lvl4pPr>
            <a:lvl5pPr lvl="4" rtl="0">
              <a:spcBef>
                <a:spcPts val="0"/>
              </a:spcBef>
              <a:spcAft>
                <a:spcPts val="0"/>
              </a:spcAft>
              <a:buClr>
                <a:schemeClr val="accent3"/>
              </a:buClr>
              <a:buSzPts val="1900"/>
              <a:buNone/>
              <a:defRPr b="1" sz="1900">
                <a:solidFill>
                  <a:schemeClr val="accent3"/>
                </a:solidFill>
              </a:defRPr>
            </a:lvl5pPr>
            <a:lvl6pPr lvl="5" rtl="0">
              <a:spcBef>
                <a:spcPts val="0"/>
              </a:spcBef>
              <a:spcAft>
                <a:spcPts val="0"/>
              </a:spcAft>
              <a:buClr>
                <a:schemeClr val="accent3"/>
              </a:buClr>
              <a:buSzPts val="1900"/>
              <a:buNone/>
              <a:defRPr b="1" sz="1900">
                <a:solidFill>
                  <a:schemeClr val="accent3"/>
                </a:solidFill>
              </a:defRPr>
            </a:lvl6pPr>
            <a:lvl7pPr lvl="6" rtl="0">
              <a:spcBef>
                <a:spcPts val="0"/>
              </a:spcBef>
              <a:spcAft>
                <a:spcPts val="0"/>
              </a:spcAft>
              <a:buClr>
                <a:schemeClr val="accent3"/>
              </a:buClr>
              <a:buSzPts val="1900"/>
              <a:buNone/>
              <a:defRPr b="1" sz="1900">
                <a:solidFill>
                  <a:schemeClr val="accent3"/>
                </a:solidFill>
              </a:defRPr>
            </a:lvl7pPr>
            <a:lvl8pPr lvl="7" rtl="0">
              <a:spcBef>
                <a:spcPts val="0"/>
              </a:spcBef>
              <a:spcAft>
                <a:spcPts val="0"/>
              </a:spcAft>
              <a:buClr>
                <a:schemeClr val="accent3"/>
              </a:buClr>
              <a:buSzPts val="1900"/>
              <a:buNone/>
              <a:defRPr b="1" sz="1900">
                <a:solidFill>
                  <a:schemeClr val="accent3"/>
                </a:solidFill>
              </a:defRPr>
            </a:lvl8pPr>
            <a:lvl9pPr lvl="8" rtl="0">
              <a:spcBef>
                <a:spcPts val="0"/>
              </a:spcBef>
              <a:spcAft>
                <a:spcPts val="0"/>
              </a:spcAft>
              <a:buClr>
                <a:schemeClr val="accent3"/>
              </a:buClr>
              <a:buSzPts val="1900"/>
              <a:buNone/>
              <a:defRPr b="1" sz="1900">
                <a:solidFill>
                  <a:schemeClr val="accent3"/>
                </a:solidFill>
              </a:defRPr>
            </a:lvl9pPr>
          </a:lstStyle>
          <a:p/>
        </p:txBody>
      </p:sp>
      <p:pic>
        <p:nvPicPr>
          <p:cNvPr id="189" name="Google Shape;189;p25"/>
          <p:cNvPicPr preferRelativeResize="0"/>
          <p:nvPr/>
        </p:nvPicPr>
        <p:blipFill>
          <a:blip r:embed="rId2">
            <a:alphaModFix/>
          </a:blip>
          <a:stretch>
            <a:fillRect/>
          </a:stretch>
        </p:blipFill>
        <p:spPr>
          <a:xfrm>
            <a:off x="8833363" y="56338"/>
            <a:ext cx="256033" cy="256030"/>
          </a:xfrm>
          <a:prstGeom prst="rect">
            <a:avLst/>
          </a:prstGeom>
          <a:noFill/>
          <a:ln>
            <a:noFill/>
          </a:ln>
        </p:spPr>
      </p:pic>
    </p:spTree>
  </p:cSld>
  <p:clrMapOvr>
    <a:masterClrMapping/>
  </p:clrMapOvr>
  <p:extLst>
    <p:ext uri="{DCECCB84-F9BA-43D5-87BE-67443E8EF086}">
      <p15:sldGuideLst>
        <p15:guide id="1" orient="horz" pos="652">
          <p15:clr>
            <a:srgbClr val="E46962"/>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ed Points (Up to 9)">
  <p:cSld name="CUSTOM_2_1_1_1_1">
    <p:spTree>
      <p:nvGrpSpPr>
        <p:cNvPr id="190" name="Shape 190"/>
        <p:cNvGrpSpPr/>
        <p:nvPr/>
      </p:nvGrpSpPr>
      <p:grpSpPr>
        <a:xfrm>
          <a:off x="0" y="0"/>
          <a:ext cx="0" cy="0"/>
          <a:chOff x="0" y="0"/>
          <a:chExt cx="0" cy="0"/>
        </a:xfrm>
      </p:grpSpPr>
      <p:sp>
        <p:nvSpPr>
          <p:cNvPr id="191" name="Google Shape;191;p26"/>
          <p:cNvSpPr/>
          <p:nvPr/>
        </p:nvSpPr>
        <p:spPr>
          <a:xfrm>
            <a:off x="-16275" y="-6300"/>
            <a:ext cx="2297400" cy="5156100"/>
          </a:xfrm>
          <a:prstGeom prst="rect">
            <a:avLst/>
          </a:prstGeom>
          <a:solidFill>
            <a:srgbClr val="FAF2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oppins Medium"/>
              <a:ea typeface="Poppins Medium"/>
              <a:cs typeface="Poppins Medium"/>
              <a:sym typeface="Poppins Medium"/>
            </a:endParaRPr>
          </a:p>
        </p:txBody>
      </p:sp>
      <p:sp>
        <p:nvSpPr>
          <p:cNvPr id="192" name="Google Shape;192;p26"/>
          <p:cNvSpPr txBox="1"/>
          <p:nvPr>
            <p:ph idx="1" type="body"/>
          </p:nvPr>
        </p:nvSpPr>
        <p:spPr>
          <a:xfrm>
            <a:off x="2648425" y="1076898"/>
            <a:ext cx="1865400" cy="569700"/>
          </a:xfrm>
          <a:prstGeom prst="rect">
            <a:avLst/>
          </a:prstGeom>
        </p:spPr>
        <p:txBody>
          <a:bodyPr anchorCtr="0" anchor="t" bIns="0" lIns="0" spcFirstLastPara="1" rIns="0" wrap="square" tIns="0">
            <a:noAutofit/>
          </a:bodyPr>
          <a:lstStyle>
            <a:lvl1pPr indent="-292100" lvl="0" marL="457200" rtl="0">
              <a:lnSpc>
                <a:spcPct val="125000"/>
              </a:lnSpc>
              <a:spcBef>
                <a:spcPts val="0"/>
              </a:spcBef>
              <a:spcAft>
                <a:spcPts val="0"/>
              </a:spcAft>
              <a:buSzPts val="1000"/>
              <a:buChar char="●"/>
              <a:defRPr sz="1000"/>
            </a:lvl1pPr>
            <a:lvl2pPr indent="-292100" lvl="1" marL="914400" rtl="0">
              <a:lnSpc>
                <a:spcPct val="125000"/>
              </a:lnSpc>
              <a:spcBef>
                <a:spcPts val="0"/>
              </a:spcBef>
              <a:spcAft>
                <a:spcPts val="0"/>
              </a:spcAft>
              <a:buSzPts val="1000"/>
              <a:buChar char="○"/>
              <a:defRPr sz="1000"/>
            </a:lvl2pPr>
            <a:lvl3pPr indent="-292100" lvl="2" marL="1371600" rtl="0">
              <a:lnSpc>
                <a:spcPct val="125000"/>
              </a:lnSpc>
              <a:spcBef>
                <a:spcPts val="0"/>
              </a:spcBef>
              <a:spcAft>
                <a:spcPts val="0"/>
              </a:spcAft>
              <a:buSzPts val="1000"/>
              <a:buChar char="■"/>
              <a:defRPr sz="1000"/>
            </a:lvl3pPr>
            <a:lvl4pPr indent="-292100" lvl="3" marL="1828800" rtl="0">
              <a:lnSpc>
                <a:spcPct val="125000"/>
              </a:lnSpc>
              <a:spcBef>
                <a:spcPts val="0"/>
              </a:spcBef>
              <a:spcAft>
                <a:spcPts val="0"/>
              </a:spcAft>
              <a:buSzPts val="1000"/>
              <a:buChar char="●"/>
              <a:defRPr sz="1000"/>
            </a:lvl4pPr>
            <a:lvl5pPr indent="-292100" lvl="4" marL="2286000" rtl="0">
              <a:lnSpc>
                <a:spcPct val="125000"/>
              </a:lnSpc>
              <a:spcBef>
                <a:spcPts val="0"/>
              </a:spcBef>
              <a:spcAft>
                <a:spcPts val="0"/>
              </a:spcAft>
              <a:buSzPts val="1000"/>
              <a:buChar char="○"/>
              <a:defRPr sz="1000"/>
            </a:lvl5pPr>
            <a:lvl6pPr indent="-292100" lvl="5" marL="2743200" rtl="0">
              <a:lnSpc>
                <a:spcPct val="125000"/>
              </a:lnSpc>
              <a:spcBef>
                <a:spcPts val="0"/>
              </a:spcBef>
              <a:spcAft>
                <a:spcPts val="0"/>
              </a:spcAft>
              <a:buSzPts val="1000"/>
              <a:buChar char="■"/>
              <a:defRPr sz="1000"/>
            </a:lvl6pPr>
            <a:lvl7pPr indent="-292100" lvl="6" marL="3200400" rtl="0">
              <a:lnSpc>
                <a:spcPct val="125000"/>
              </a:lnSpc>
              <a:spcBef>
                <a:spcPts val="0"/>
              </a:spcBef>
              <a:spcAft>
                <a:spcPts val="0"/>
              </a:spcAft>
              <a:buSzPts val="1000"/>
              <a:buChar char="●"/>
              <a:defRPr sz="1000"/>
            </a:lvl7pPr>
            <a:lvl8pPr indent="-292100" lvl="7" marL="3657600" rtl="0">
              <a:lnSpc>
                <a:spcPct val="125000"/>
              </a:lnSpc>
              <a:spcBef>
                <a:spcPts val="0"/>
              </a:spcBef>
              <a:spcAft>
                <a:spcPts val="0"/>
              </a:spcAft>
              <a:buSzPts val="1000"/>
              <a:buChar char="○"/>
              <a:defRPr sz="1000"/>
            </a:lvl8pPr>
            <a:lvl9pPr indent="-292100" lvl="8" marL="4114800" rtl="0">
              <a:lnSpc>
                <a:spcPct val="125000"/>
              </a:lnSpc>
              <a:spcBef>
                <a:spcPts val="0"/>
              </a:spcBef>
              <a:spcAft>
                <a:spcPts val="0"/>
              </a:spcAft>
              <a:buSzPts val="1000"/>
              <a:buChar char="■"/>
              <a:defRPr sz="1000"/>
            </a:lvl9pPr>
          </a:lstStyle>
          <a:p/>
        </p:txBody>
      </p:sp>
      <p:sp>
        <p:nvSpPr>
          <p:cNvPr id="193" name="Google Shape;193;p26"/>
          <p:cNvSpPr txBox="1"/>
          <p:nvPr>
            <p:ph idx="2" type="body"/>
          </p:nvPr>
        </p:nvSpPr>
        <p:spPr>
          <a:xfrm>
            <a:off x="4763835" y="1076894"/>
            <a:ext cx="1865400" cy="569700"/>
          </a:xfrm>
          <a:prstGeom prst="rect">
            <a:avLst/>
          </a:prstGeom>
        </p:spPr>
        <p:txBody>
          <a:bodyPr anchorCtr="0" anchor="t" bIns="0" lIns="0" spcFirstLastPara="1" rIns="0" wrap="square" tIns="0">
            <a:noAutofit/>
          </a:bodyPr>
          <a:lstStyle>
            <a:lvl1pPr indent="-292100" lvl="0" marL="457200" rtl="0">
              <a:lnSpc>
                <a:spcPct val="125000"/>
              </a:lnSpc>
              <a:spcBef>
                <a:spcPts val="0"/>
              </a:spcBef>
              <a:spcAft>
                <a:spcPts val="0"/>
              </a:spcAft>
              <a:buSzPts val="1000"/>
              <a:buChar char="●"/>
              <a:defRPr sz="1000"/>
            </a:lvl1pPr>
            <a:lvl2pPr indent="-292100" lvl="1" marL="914400" rtl="0">
              <a:lnSpc>
                <a:spcPct val="125000"/>
              </a:lnSpc>
              <a:spcBef>
                <a:spcPts val="0"/>
              </a:spcBef>
              <a:spcAft>
                <a:spcPts val="0"/>
              </a:spcAft>
              <a:buSzPts val="1000"/>
              <a:buChar char="○"/>
              <a:defRPr sz="1000"/>
            </a:lvl2pPr>
            <a:lvl3pPr indent="-292100" lvl="2" marL="1371600" rtl="0">
              <a:lnSpc>
                <a:spcPct val="125000"/>
              </a:lnSpc>
              <a:spcBef>
                <a:spcPts val="0"/>
              </a:spcBef>
              <a:spcAft>
                <a:spcPts val="0"/>
              </a:spcAft>
              <a:buSzPts val="1000"/>
              <a:buChar char="■"/>
              <a:defRPr sz="1000"/>
            </a:lvl3pPr>
            <a:lvl4pPr indent="-292100" lvl="3" marL="1828800" rtl="0">
              <a:lnSpc>
                <a:spcPct val="125000"/>
              </a:lnSpc>
              <a:spcBef>
                <a:spcPts val="0"/>
              </a:spcBef>
              <a:spcAft>
                <a:spcPts val="0"/>
              </a:spcAft>
              <a:buSzPts val="1000"/>
              <a:buChar char="●"/>
              <a:defRPr sz="1000"/>
            </a:lvl4pPr>
            <a:lvl5pPr indent="-292100" lvl="4" marL="2286000" rtl="0">
              <a:lnSpc>
                <a:spcPct val="125000"/>
              </a:lnSpc>
              <a:spcBef>
                <a:spcPts val="0"/>
              </a:spcBef>
              <a:spcAft>
                <a:spcPts val="0"/>
              </a:spcAft>
              <a:buSzPts val="1000"/>
              <a:buChar char="○"/>
              <a:defRPr sz="1000"/>
            </a:lvl5pPr>
            <a:lvl6pPr indent="-292100" lvl="5" marL="2743200" rtl="0">
              <a:lnSpc>
                <a:spcPct val="125000"/>
              </a:lnSpc>
              <a:spcBef>
                <a:spcPts val="0"/>
              </a:spcBef>
              <a:spcAft>
                <a:spcPts val="0"/>
              </a:spcAft>
              <a:buSzPts val="1000"/>
              <a:buChar char="■"/>
              <a:defRPr sz="1000"/>
            </a:lvl6pPr>
            <a:lvl7pPr indent="-292100" lvl="6" marL="3200400" rtl="0">
              <a:lnSpc>
                <a:spcPct val="125000"/>
              </a:lnSpc>
              <a:spcBef>
                <a:spcPts val="0"/>
              </a:spcBef>
              <a:spcAft>
                <a:spcPts val="0"/>
              </a:spcAft>
              <a:buSzPts val="1000"/>
              <a:buChar char="●"/>
              <a:defRPr sz="1000"/>
            </a:lvl7pPr>
            <a:lvl8pPr indent="-292100" lvl="7" marL="3657600" rtl="0">
              <a:lnSpc>
                <a:spcPct val="125000"/>
              </a:lnSpc>
              <a:spcBef>
                <a:spcPts val="0"/>
              </a:spcBef>
              <a:spcAft>
                <a:spcPts val="0"/>
              </a:spcAft>
              <a:buSzPts val="1000"/>
              <a:buChar char="○"/>
              <a:defRPr sz="1000"/>
            </a:lvl8pPr>
            <a:lvl9pPr indent="-292100" lvl="8" marL="4114800" rtl="0">
              <a:lnSpc>
                <a:spcPct val="125000"/>
              </a:lnSpc>
              <a:spcBef>
                <a:spcPts val="0"/>
              </a:spcBef>
              <a:spcAft>
                <a:spcPts val="0"/>
              </a:spcAft>
              <a:buSzPts val="1000"/>
              <a:buChar char="■"/>
              <a:defRPr sz="1000"/>
            </a:lvl9pPr>
          </a:lstStyle>
          <a:p/>
        </p:txBody>
      </p:sp>
      <p:sp>
        <p:nvSpPr>
          <p:cNvPr id="194" name="Google Shape;194;p26"/>
          <p:cNvSpPr txBox="1"/>
          <p:nvPr>
            <p:ph idx="3" type="body"/>
          </p:nvPr>
        </p:nvSpPr>
        <p:spPr>
          <a:xfrm>
            <a:off x="6879225" y="1076894"/>
            <a:ext cx="1865400" cy="569700"/>
          </a:xfrm>
          <a:prstGeom prst="rect">
            <a:avLst/>
          </a:prstGeom>
        </p:spPr>
        <p:txBody>
          <a:bodyPr anchorCtr="0" anchor="t" bIns="0" lIns="0" spcFirstLastPara="1" rIns="0" wrap="square" tIns="0">
            <a:noAutofit/>
          </a:bodyPr>
          <a:lstStyle>
            <a:lvl1pPr indent="-292100" lvl="0" marL="457200" rtl="0">
              <a:lnSpc>
                <a:spcPct val="125000"/>
              </a:lnSpc>
              <a:spcBef>
                <a:spcPts val="0"/>
              </a:spcBef>
              <a:spcAft>
                <a:spcPts val="0"/>
              </a:spcAft>
              <a:buSzPts val="1000"/>
              <a:buChar char="●"/>
              <a:defRPr sz="1000"/>
            </a:lvl1pPr>
            <a:lvl2pPr indent="-292100" lvl="1" marL="914400" rtl="0">
              <a:lnSpc>
                <a:spcPct val="125000"/>
              </a:lnSpc>
              <a:spcBef>
                <a:spcPts val="0"/>
              </a:spcBef>
              <a:spcAft>
                <a:spcPts val="0"/>
              </a:spcAft>
              <a:buSzPts val="1000"/>
              <a:buChar char="○"/>
              <a:defRPr sz="1000"/>
            </a:lvl2pPr>
            <a:lvl3pPr indent="-292100" lvl="2" marL="1371600" rtl="0">
              <a:lnSpc>
                <a:spcPct val="125000"/>
              </a:lnSpc>
              <a:spcBef>
                <a:spcPts val="0"/>
              </a:spcBef>
              <a:spcAft>
                <a:spcPts val="0"/>
              </a:spcAft>
              <a:buSzPts val="1000"/>
              <a:buChar char="■"/>
              <a:defRPr sz="1000"/>
            </a:lvl3pPr>
            <a:lvl4pPr indent="-292100" lvl="3" marL="1828800" rtl="0">
              <a:lnSpc>
                <a:spcPct val="125000"/>
              </a:lnSpc>
              <a:spcBef>
                <a:spcPts val="0"/>
              </a:spcBef>
              <a:spcAft>
                <a:spcPts val="0"/>
              </a:spcAft>
              <a:buSzPts val="1000"/>
              <a:buChar char="●"/>
              <a:defRPr sz="1000"/>
            </a:lvl4pPr>
            <a:lvl5pPr indent="-292100" lvl="4" marL="2286000" rtl="0">
              <a:lnSpc>
                <a:spcPct val="125000"/>
              </a:lnSpc>
              <a:spcBef>
                <a:spcPts val="0"/>
              </a:spcBef>
              <a:spcAft>
                <a:spcPts val="0"/>
              </a:spcAft>
              <a:buSzPts val="1000"/>
              <a:buChar char="○"/>
              <a:defRPr sz="1000"/>
            </a:lvl5pPr>
            <a:lvl6pPr indent="-292100" lvl="5" marL="2743200" rtl="0">
              <a:lnSpc>
                <a:spcPct val="125000"/>
              </a:lnSpc>
              <a:spcBef>
                <a:spcPts val="0"/>
              </a:spcBef>
              <a:spcAft>
                <a:spcPts val="0"/>
              </a:spcAft>
              <a:buSzPts val="1000"/>
              <a:buChar char="■"/>
              <a:defRPr sz="1000"/>
            </a:lvl6pPr>
            <a:lvl7pPr indent="-292100" lvl="6" marL="3200400" rtl="0">
              <a:lnSpc>
                <a:spcPct val="125000"/>
              </a:lnSpc>
              <a:spcBef>
                <a:spcPts val="0"/>
              </a:spcBef>
              <a:spcAft>
                <a:spcPts val="0"/>
              </a:spcAft>
              <a:buSzPts val="1000"/>
              <a:buChar char="●"/>
              <a:defRPr sz="1000"/>
            </a:lvl7pPr>
            <a:lvl8pPr indent="-292100" lvl="7" marL="3657600" rtl="0">
              <a:lnSpc>
                <a:spcPct val="125000"/>
              </a:lnSpc>
              <a:spcBef>
                <a:spcPts val="0"/>
              </a:spcBef>
              <a:spcAft>
                <a:spcPts val="0"/>
              </a:spcAft>
              <a:buSzPts val="1000"/>
              <a:buChar char="○"/>
              <a:defRPr sz="1000"/>
            </a:lvl8pPr>
            <a:lvl9pPr indent="-292100" lvl="8" marL="4114800" rtl="0">
              <a:lnSpc>
                <a:spcPct val="125000"/>
              </a:lnSpc>
              <a:spcBef>
                <a:spcPts val="0"/>
              </a:spcBef>
              <a:spcAft>
                <a:spcPts val="0"/>
              </a:spcAft>
              <a:buSzPts val="1000"/>
              <a:buChar char="■"/>
              <a:defRPr sz="1000"/>
            </a:lvl9pPr>
          </a:lstStyle>
          <a:p/>
        </p:txBody>
      </p:sp>
      <p:sp>
        <p:nvSpPr>
          <p:cNvPr id="195" name="Google Shape;195;p26"/>
          <p:cNvSpPr txBox="1"/>
          <p:nvPr>
            <p:ph idx="4" type="body"/>
          </p:nvPr>
        </p:nvSpPr>
        <p:spPr>
          <a:xfrm>
            <a:off x="2648428" y="2650148"/>
            <a:ext cx="1865400" cy="569700"/>
          </a:xfrm>
          <a:prstGeom prst="rect">
            <a:avLst/>
          </a:prstGeom>
        </p:spPr>
        <p:txBody>
          <a:bodyPr anchorCtr="0" anchor="t" bIns="0" lIns="0" spcFirstLastPara="1" rIns="0" wrap="square" tIns="0">
            <a:noAutofit/>
          </a:bodyPr>
          <a:lstStyle>
            <a:lvl1pPr indent="-292100" lvl="0" marL="457200" rtl="0">
              <a:lnSpc>
                <a:spcPct val="125000"/>
              </a:lnSpc>
              <a:spcBef>
                <a:spcPts val="0"/>
              </a:spcBef>
              <a:spcAft>
                <a:spcPts val="0"/>
              </a:spcAft>
              <a:buSzPts val="1000"/>
              <a:buChar char="●"/>
              <a:defRPr sz="1000"/>
            </a:lvl1pPr>
            <a:lvl2pPr indent="-292100" lvl="1" marL="914400" rtl="0">
              <a:lnSpc>
                <a:spcPct val="125000"/>
              </a:lnSpc>
              <a:spcBef>
                <a:spcPts val="0"/>
              </a:spcBef>
              <a:spcAft>
                <a:spcPts val="0"/>
              </a:spcAft>
              <a:buSzPts val="1000"/>
              <a:buChar char="○"/>
              <a:defRPr sz="1000"/>
            </a:lvl2pPr>
            <a:lvl3pPr indent="-292100" lvl="2" marL="1371600" rtl="0">
              <a:lnSpc>
                <a:spcPct val="125000"/>
              </a:lnSpc>
              <a:spcBef>
                <a:spcPts val="0"/>
              </a:spcBef>
              <a:spcAft>
                <a:spcPts val="0"/>
              </a:spcAft>
              <a:buSzPts val="1000"/>
              <a:buChar char="■"/>
              <a:defRPr sz="1000"/>
            </a:lvl3pPr>
            <a:lvl4pPr indent="-292100" lvl="3" marL="1828800" rtl="0">
              <a:lnSpc>
                <a:spcPct val="125000"/>
              </a:lnSpc>
              <a:spcBef>
                <a:spcPts val="0"/>
              </a:spcBef>
              <a:spcAft>
                <a:spcPts val="0"/>
              </a:spcAft>
              <a:buSzPts val="1000"/>
              <a:buChar char="●"/>
              <a:defRPr sz="1000"/>
            </a:lvl4pPr>
            <a:lvl5pPr indent="-292100" lvl="4" marL="2286000" rtl="0">
              <a:lnSpc>
                <a:spcPct val="125000"/>
              </a:lnSpc>
              <a:spcBef>
                <a:spcPts val="0"/>
              </a:spcBef>
              <a:spcAft>
                <a:spcPts val="0"/>
              </a:spcAft>
              <a:buSzPts val="1000"/>
              <a:buChar char="○"/>
              <a:defRPr sz="1000"/>
            </a:lvl5pPr>
            <a:lvl6pPr indent="-292100" lvl="5" marL="2743200" rtl="0">
              <a:lnSpc>
                <a:spcPct val="125000"/>
              </a:lnSpc>
              <a:spcBef>
                <a:spcPts val="0"/>
              </a:spcBef>
              <a:spcAft>
                <a:spcPts val="0"/>
              </a:spcAft>
              <a:buSzPts val="1000"/>
              <a:buChar char="■"/>
              <a:defRPr sz="1000"/>
            </a:lvl6pPr>
            <a:lvl7pPr indent="-292100" lvl="6" marL="3200400" rtl="0">
              <a:lnSpc>
                <a:spcPct val="125000"/>
              </a:lnSpc>
              <a:spcBef>
                <a:spcPts val="0"/>
              </a:spcBef>
              <a:spcAft>
                <a:spcPts val="0"/>
              </a:spcAft>
              <a:buSzPts val="1000"/>
              <a:buChar char="●"/>
              <a:defRPr sz="1000"/>
            </a:lvl7pPr>
            <a:lvl8pPr indent="-292100" lvl="7" marL="3657600" rtl="0">
              <a:lnSpc>
                <a:spcPct val="125000"/>
              </a:lnSpc>
              <a:spcBef>
                <a:spcPts val="0"/>
              </a:spcBef>
              <a:spcAft>
                <a:spcPts val="0"/>
              </a:spcAft>
              <a:buSzPts val="1000"/>
              <a:buChar char="○"/>
              <a:defRPr sz="1000"/>
            </a:lvl8pPr>
            <a:lvl9pPr indent="-292100" lvl="8" marL="4114800" rtl="0">
              <a:lnSpc>
                <a:spcPct val="125000"/>
              </a:lnSpc>
              <a:spcBef>
                <a:spcPts val="0"/>
              </a:spcBef>
              <a:spcAft>
                <a:spcPts val="0"/>
              </a:spcAft>
              <a:buSzPts val="1000"/>
              <a:buChar char="■"/>
              <a:defRPr sz="1000"/>
            </a:lvl9pPr>
          </a:lstStyle>
          <a:p/>
        </p:txBody>
      </p:sp>
      <p:sp>
        <p:nvSpPr>
          <p:cNvPr id="196" name="Google Shape;196;p26"/>
          <p:cNvSpPr txBox="1"/>
          <p:nvPr>
            <p:ph idx="5" type="body"/>
          </p:nvPr>
        </p:nvSpPr>
        <p:spPr>
          <a:xfrm>
            <a:off x="4763830" y="2650144"/>
            <a:ext cx="1865400" cy="569700"/>
          </a:xfrm>
          <a:prstGeom prst="rect">
            <a:avLst/>
          </a:prstGeom>
        </p:spPr>
        <p:txBody>
          <a:bodyPr anchorCtr="0" anchor="t" bIns="0" lIns="0" spcFirstLastPara="1" rIns="0" wrap="square" tIns="0">
            <a:noAutofit/>
          </a:bodyPr>
          <a:lstStyle>
            <a:lvl1pPr indent="-292100" lvl="0" marL="457200" rtl="0">
              <a:lnSpc>
                <a:spcPct val="125000"/>
              </a:lnSpc>
              <a:spcBef>
                <a:spcPts val="0"/>
              </a:spcBef>
              <a:spcAft>
                <a:spcPts val="0"/>
              </a:spcAft>
              <a:buSzPts val="1000"/>
              <a:buChar char="●"/>
              <a:defRPr sz="1000"/>
            </a:lvl1pPr>
            <a:lvl2pPr indent="-292100" lvl="1" marL="914400" rtl="0">
              <a:lnSpc>
                <a:spcPct val="125000"/>
              </a:lnSpc>
              <a:spcBef>
                <a:spcPts val="0"/>
              </a:spcBef>
              <a:spcAft>
                <a:spcPts val="0"/>
              </a:spcAft>
              <a:buSzPts val="1000"/>
              <a:buChar char="○"/>
              <a:defRPr sz="1000"/>
            </a:lvl2pPr>
            <a:lvl3pPr indent="-292100" lvl="2" marL="1371600" rtl="0">
              <a:lnSpc>
                <a:spcPct val="125000"/>
              </a:lnSpc>
              <a:spcBef>
                <a:spcPts val="0"/>
              </a:spcBef>
              <a:spcAft>
                <a:spcPts val="0"/>
              </a:spcAft>
              <a:buSzPts val="1000"/>
              <a:buChar char="■"/>
              <a:defRPr sz="1000"/>
            </a:lvl3pPr>
            <a:lvl4pPr indent="-292100" lvl="3" marL="1828800" rtl="0">
              <a:lnSpc>
                <a:spcPct val="125000"/>
              </a:lnSpc>
              <a:spcBef>
                <a:spcPts val="0"/>
              </a:spcBef>
              <a:spcAft>
                <a:spcPts val="0"/>
              </a:spcAft>
              <a:buSzPts val="1000"/>
              <a:buChar char="●"/>
              <a:defRPr sz="1000"/>
            </a:lvl4pPr>
            <a:lvl5pPr indent="-292100" lvl="4" marL="2286000" rtl="0">
              <a:lnSpc>
                <a:spcPct val="125000"/>
              </a:lnSpc>
              <a:spcBef>
                <a:spcPts val="0"/>
              </a:spcBef>
              <a:spcAft>
                <a:spcPts val="0"/>
              </a:spcAft>
              <a:buSzPts val="1000"/>
              <a:buChar char="○"/>
              <a:defRPr sz="1000"/>
            </a:lvl5pPr>
            <a:lvl6pPr indent="-292100" lvl="5" marL="2743200" rtl="0">
              <a:lnSpc>
                <a:spcPct val="125000"/>
              </a:lnSpc>
              <a:spcBef>
                <a:spcPts val="0"/>
              </a:spcBef>
              <a:spcAft>
                <a:spcPts val="0"/>
              </a:spcAft>
              <a:buSzPts val="1000"/>
              <a:buChar char="■"/>
              <a:defRPr sz="1000"/>
            </a:lvl6pPr>
            <a:lvl7pPr indent="-292100" lvl="6" marL="3200400" rtl="0">
              <a:lnSpc>
                <a:spcPct val="125000"/>
              </a:lnSpc>
              <a:spcBef>
                <a:spcPts val="0"/>
              </a:spcBef>
              <a:spcAft>
                <a:spcPts val="0"/>
              </a:spcAft>
              <a:buSzPts val="1000"/>
              <a:buChar char="●"/>
              <a:defRPr sz="1000"/>
            </a:lvl7pPr>
            <a:lvl8pPr indent="-292100" lvl="7" marL="3657600" rtl="0">
              <a:lnSpc>
                <a:spcPct val="125000"/>
              </a:lnSpc>
              <a:spcBef>
                <a:spcPts val="0"/>
              </a:spcBef>
              <a:spcAft>
                <a:spcPts val="0"/>
              </a:spcAft>
              <a:buSzPts val="1000"/>
              <a:buChar char="○"/>
              <a:defRPr sz="1000"/>
            </a:lvl8pPr>
            <a:lvl9pPr indent="-292100" lvl="8" marL="4114800" rtl="0">
              <a:lnSpc>
                <a:spcPct val="125000"/>
              </a:lnSpc>
              <a:spcBef>
                <a:spcPts val="0"/>
              </a:spcBef>
              <a:spcAft>
                <a:spcPts val="0"/>
              </a:spcAft>
              <a:buSzPts val="1000"/>
              <a:buChar char="■"/>
              <a:defRPr sz="1000"/>
            </a:lvl9pPr>
          </a:lstStyle>
          <a:p/>
        </p:txBody>
      </p:sp>
      <p:sp>
        <p:nvSpPr>
          <p:cNvPr id="197" name="Google Shape;197;p26"/>
          <p:cNvSpPr txBox="1"/>
          <p:nvPr>
            <p:ph idx="6" type="body"/>
          </p:nvPr>
        </p:nvSpPr>
        <p:spPr>
          <a:xfrm>
            <a:off x="6879275" y="2650144"/>
            <a:ext cx="1865400" cy="569700"/>
          </a:xfrm>
          <a:prstGeom prst="rect">
            <a:avLst/>
          </a:prstGeom>
        </p:spPr>
        <p:txBody>
          <a:bodyPr anchorCtr="0" anchor="t" bIns="0" lIns="0" spcFirstLastPara="1" rIns="0" wrap="square" tIns="0">
            <a:noAutofit/>
          </a:bodyPr>
          <a:lstStyle>
            <a:lvl1pPr indent="-292100" lvl="0" marL="457200" rtl="0">
              <a:lnSpc>
                <a:spcPct val="125000"/>
              </a:lnSpc>
              <a:spcBef>
                <a:spcPts val="0"/>
              </a:spcBef>
              <a:spcAft>
                <a:spcPts val="0"/>
              </a:spcAft>
              <a:buSzPts val="1000"/>
              <a:buChar char="●"/>
              <a:defRPr sz="1000"/>
            </a:lvl1pPr>
            <a:lvl2pPr indent="-292100" lvl="1" marL="914400" rtl="0">
              <a:lnSpc>
                <a:spcPct val="125000"/>
              </a:lnSpc>
              <a:spcBef>
                <a:spcPts val="0"/>
              </a:spcBef>
              <a:spcAft>
                <a:spcPts val="0"/>
              </a:spcAft>
              <a:buSzPts val="1000"/>
              <a:buChar char="○"/>
              <a:defRPr sz="1000"/>
            </a:lvl2pPr>
            <a:lvl3pPr indent="-292100" lvl="2" marL="1371600" rtl="0">
              <a:lnSpc>
                <a:spcPct val="125000"/>
              </a:lnSpc>
              <a:spcBef>
                <a:spcPts val="0"/>
              </a:spcBef>
              <a:spcAft>
                <a:spcPts val="0"/>
              </a:spcAft>
              <a:buSzPts val="1000"/>
              <a:buChar char="■"/>
              <a:defRPr sz="1000"/>
            </a:lvl3pPr>
            <a:lvl4pPr indent="-292100" lvl="3" marL="1828800" rtl="0">
              <a:lnSpc>
                <a:spcPct val="125000"/>
              </a:lnSpc>
              <a:spcBef>
                <a:spcPts val="0"/>
              </a:spcBef>
              <a:spcAft>
                <a:spcPts val="0"/>
              </a:spcAft>
              <a:buSzPts val="1000"/>
              <a:buChar char="●"/>
              <a:defRPr sz="1000"/>
            </a:lvl4pPr>
            <a:lvl5pPr indent="-292100" lvl="4" marL="2286000" rtl="0">
              <a:lnSpc>
                <a:spcPct val="125000"/>
              </a:lnSpc>
              <a:spcBef>
                <a:spcPts val="0"/>
              </a:spcBef>
              <a:spcAft>
                <a:spcPts val="0"/>
              </a:spcAft>
              <a:buSzPts val="1000"/>
              <a:buChar char="○"/>
              <a:defRPr sz="1000"/>
            </a:lvl5pPr>
            <a:lvl6pPr indent="-292100" lvl="5" marL="2743200" rtl="0">
              <a:lnSpc>
                <a:spcPct val="125000"/>
              </a:lnSpc>
              <a:spcBef>
                <a:spcPts val="0"/>
              </a:spcBef>
              <a:spcAft>
                <a:spcPts val="0"/>
              </a:spcAft>
              <a:buSzPts val="1000"/>
              <a:buChar char="■"/>
              <a:defRPr sz="1000"/>
            </a:lvl6pPr>
            <a:lvl7pPr indent="-292100" lvl="6" marL="3200400" rtl="0">
              <a:lnSpc>
                <a:spcPct val="125000"/>
              </a:lnSpc>
              <a:spcBef>
                <a:spcPts val="0"/>
              </a:spcBef>
              <a:spcAft>
                <a:spcPts val="0"/>
              </a:spcAft>
              <a:buSzPts val="1000"/>
              <a:buChar char="●"/>
              <a:defRPr sz="1000"/>
            </a:lvl7pPr>
            <a:lvl8pPr indent="-292100" lvl="7" marL="3657600" rtl="0">
              <a:lnSpc>
                <a:spcPct val="125000"/>
              </a:lnSpc>
              <a:spcBef>
                <a:spcPts val="0"/>
              </a:spcBef>
              <a:spcAft>
                <a:spcPts val="0"/>
              </a:spcAft>
              <a:buSzPts val="1000"/>
              <a:buChar char="○"/>
              <a:defRPr sz="1000"/>
            </a:lvl8pPr>
            <a:lvl9pPr indent="-292100" lvl="8" marL="4114800" rtl="0">
              <a:lnSpc>
                <a:spcPct val="125000"/>
              </a:lnSpc>
              <a:spcBef>
                <a:spcPts val="0"/>
              </a:spcBef>
              <a:spcAft>
                <a:spcPts val="0"/>
              </a:spcAft>
              <a:buSzPts val="1000"/>
              <a:buChar char="■"/>
              <a:defRPr sz="1000"/>
            </a:lvl9pPr>
          </a:lstStyle>
          <a:p/>
        </p:txBody>
      </p:sp>
      <p:sp>
        <p:nvSpPr>
          <p:cNvPr id="198" name="Google Shape;198;p26"/>
          <p:cNvSpPr txBox="1"/>
          <p:nvPr>
            <p:ph type="title"/>
          </p:nvPr>
        </p:nvSpPr>
        <p:spPr>
          <a:xfrm>
            <a:off x="2648441" y="732919"/>
            <a:ext cx="1865400" cy="289500"/>
          </a:xfrm>
          <a:prstGeom prst="rect">
            <a:avLst/>
          </a:prstGeom>
        </p:spPr>
        <p:txBody>
          <a:bodyPr anchorCtr="0" anchor="t" bIns="0" lIns="0" spcFirstLastPara="1" rIns="0" wrap="square" tIns="0">
            <a:noAutofit/>
          </a:bodyPr>
          <a:lstStyle>
            <a:lvl1pPr lvl="0" rtl="0">
              <a:spcBef>
                <a:spcPts val="0"/>
              </a:spcBef>
              <a:spcAft>
                <a:spcPts val="0"/>
              </a:spcAft>
              <a:buClr>
                <a:schemeClr val="dk2"/>
              </a:buClr>
              <a:buSzPts val="1000"/>
              <a:buNone/>
              <a:defRPr b="1" sz="1000">
                <a:solidFill>
                  <a:schemeClr val="dk2"/>
                </a:solidFill>
              </a:defRPr>
            </a:lvl1pPr>
            <a:lvl2pPr lvl="1" rtl="0">
              <a:spcBef>
                <a:spcPts val="0"/>
              </a:spcBef>
              <a:spcAft>
                <a:spcPts val="0"/>
              </a:spcAft>
              <a:buClr>
                <a:schemeClr val="dk2"/>
              </a:buClr>
              <a:buSzPts val="1000"/>
              <a:buNone/>
              <a:defRPr b="1" sz="1000">
                <a:solidFill>
                  <a:schemeClr val="dk2"/>
                </a:solidFill>
              </a:defRPr>
            </a:lvl2pPr>
            <a:lvl3pPr lvl="2" rtl="0">
              <a:spcBef>
                <a:spcPts val="0"/>
              </a:spcBef>
              <a:spcAft>
                <a:spcPts val="0"/>
              </a:spcAft>
              <a:buClr>
                <a:schemeClr val="dk2"/>
              </a:buClr>
              <a:buSzPts val="1000"/>
              <a:buNone/>
              <a:defRPr b="1" sz="1000">
                <a:solidFill>
                  <a:schemeClr val="dk2"/>
                </a:solidFill>
              </a:defRPr>
            </a:lvl3pPr>
            <a:lvl4pPr lvl="3" rtl="0">
              <a:spcBef>
                <a:spcPts val="0"/>
              </a:spcBef>
              <a:spcAft>
                <a:spcPts val="0"/>
              </a:spcAft>
              <a:buClr>
                <a:schemeClr val="dk2"/>
              </a:buClr>
              <a:buSzPts val="1000"/>
              <a:buNone/>
              <a:defRPr b="1" sz="1000">
                <a:solidFill>
                  <a:schemeClr val="dk2"/>
                </a:solidFill>
              </a:defRPr>
            </a:lvl4pPr>
            <a:lvl5pPr lvl="4" rtl="0">
              <a:spcBef>
                <a:spcPts val="0"/>
              </a:spcBef>
              <a:spcAft>
                <a:spcPts val="0"/>
              </a:spcAft>
              <a:buClr>
                <a:schemeClr val="dk2"/>
              </a:buClr>
              <a:buSzPts val="1000"/>
              <a:buNone/>
              <a:defRPr b="1" sz="1000">
                <a:solidFill>
                  <a:schemeClr val="dk2"/>
                </a:solidFill>
              </a:defRPr>
            </a:lvl5pPr>
            <a:lvl6pPr lvl="5" rtl="0">
              <a:spcBef>
                <a:spcPts val="0"/>
              </a:spcBef>
              <a:spcAft>
                <a:spcPts val="0"/>
              </a:spcAft>
              <a:buClr>
                <a:schemeClr val="dk2"/>
              </a:buClr>
              <a:buSzPts val="1000"/>
              <a:buNone/>
              <a:defRPr b="1" sz="1000">
                <a:solidFill>
                  <a:schemeClr val="dk2"/>
                </a:solidFill>
              </a:defRPr>
            </a:lvl6pPr>
            <a:lvl7pPr lvl="6" rtl="0">
              <a:spcBef>
                <a:spcPts val="0"/>
              </a:spcBef>
              <a:spcAft>
                <a:spcPts val="0"/>
              </a:spcAft>
              <a:buClr>
                <a:schemeClr val="dk2"/>
              </a:buClr>
              <a:buSzPts val="1000"/>
              <a:buNone/>
              <a:defRPr b="1" sz="1000">
                <a:solidFill>
                  <a:schemeClr val="dk2"/>
                </a:solidFill>
              </a:defRPr>
            </a:lvl7pPr>
            <a:lvl8pPr lvl="7" rtl="0">
              <a:spcBef>
                <a:spcPts val="0"/>
              </a:spcBef>
              <a:spcAft>
                <a:spcPts val="0"/>
              </a:spcAft>
              <a:buClr>
                <a:schemeClr val="dk2"/>
              </a:buClr>
              <a:buSzPts val="1000"/>
              <a:buNone/>
              <a:defRPr b="1" sz="1000">
                <a:solidFill>
                  <a:schemeClr val="dk2"/>
                </a:solidFill>
              </a:defRPr>
            </a:lvl8pPr>
            <a:lvl9pPr lvl="8" rtl="0">
              <a:spcBef>
                <a:spcPts val="0"/>
              </a:spcBef>
              <a:spcAft>
                <a:spcPts val="0"/>
              </a:spcAft>
              <a:buClr>
                <a:schemeClr val="dk2"/>
              </a:buClr>
              <a:buSzPts val="1000"/>
              <a:buNone/>
              <a:defRPr b="1" sz="1000">
                <a:solidFill>
                  <a:schemeClr val="dk2"/>
                </a:solidFill>
              </a:defRPr>
            </a:lvl9pPr>
          </a:lstStyle>
          <a:p/>
        </p:txBody>
      </p:sp>
      <p:sp>
        <p:nvSpPr>
          <p:cNvPr id="199" name="Google Shape;199;p26"/>
          <p:cNvSpPr txBox="1"/>
          <p:nvPr>
            <p:ph idx="7" type="title"/>
          </p:nvPr>
        </p:nvSpPr>
        <p:spPr>
          <a:xfrm>
            <a:off x="4763827" y="732919"/>
            <a:ext cx="1865400" cy="289500"/>
          </a:xfrm>
          <a:prstGeom prst="rect">
            <a:avLst/>
          </a:prstGeom>
        </p:spPr>
        <p:txBody>
          <a:bodyPr anchorCtr="0" anchor="t" bIns="0" lIns="0" spcFirstLastPara="1" rIns="0" wrap="square" tIns="0">
            <a:noAutofit/>
          </a:bodyPr>
          <a:lstStyle>
            <a:lvl1pPr lvl="0" rtl="0">
              <a:spcBef>
                <a:spcPts val="0"/>
              </a:spcBef>
              <a:spcAft>
                <a:spcPts val="0"/>
              </a:spcAft>
              <a:buClr>
                <a:schemeClr val="dk2"/>
              </a:buClr>
              <a:buSzPts val="1000"/>
              <a:buNone/>
              <a:defRPr b="1" sz="1000">
                <a:solidFill>
                  <a:schemeClr val="dk2"/>
                </a:solidFill>
              </a:defRPr>
            </a:lvl1pPr>
            <a:lvl2pPr lvl="1" rtl="0">
              <a:spcBef>
                <a:spcPts val="0"/>
              </a:spcBef>
              <a:spcAft>
                <a:spcPts val="0"/>
              </a:spcAft>
              <a:buClr>
                <a:schemeClr val="dk2"/>
              </a:buClr>
              <a:buSzPts val="1000"/>
              <a:buNone/>
              <a:defRPr b="1" sz="1000">
                <a:solidFill>
                  <a:schemeClr val="dk2"/>
                </a:solidFill>
              </a:defRPr>
            </a:lvl2pPr>
            <a:lvl3pPr lvl="2" rtl="0">
              <a:spcBef>
                <a:spcPts val="0"/>
              </a:spcBef>
              <a:spcAft>
                <a:spcPts val="0"/>
              </a:spcAft>
              <a:buClr>
                <a:schemeClr val="dk2"/>
              </a:buClr>
              <a:buSzPts val="1000"/>
              <a:buNone/>
              <a:defRPr b="1" sz="1000">
                <a:solidFill>
                  <a:schemeClr val="dk2"/>
                </a:solidFill>
              </a:defRPr>
            </a:lvl3pPr>
            <a:lvl4pPr lvl="3" rtl="0">
              <a:spcBef>
                <a:spcPts val="0"/>
              </a:spcBef>
              <a:spcAft>
                <a:spcPts val="0"/>
              </a:spcAft>
              <a:buClr>
                <a:schemeClr val="dk2"/>
              </a:buClr>
              <a:buSzPts val="1000"/>
              <a:buNone/>
              <a:defRPr b="1" sz="1000">
                <a:solidFill>
                  <a:schemeClr val="dk2"/>
                </a:solidFill>
              </a:defRPr>
            </a:lvl4pPr>
            <a:lvl5pPr lvl="4" rtl="0">
              <a:spcBef>
                <a:spcPts val="0"/>
              </a:spcBef>
              <a:spcAft>
                <a:spcPts val="0"/>
              </a:spcAft>
              <a:buClr>
                <a:schemeClr val="dk2"/>
              </a:buClr>
              <a:buSzPts val="1000"/>
              <a:buNone/>
              <a:defRPr b="1" sz="1000">
                <a:solidFill>
                  <a:schemeClr val="dk2"/>
                </a:solidFill>
              </a:defRPr>
            </a:lvl5pPr>
            <a:lvl6pPr lvl="5" rtl="0">
              <a:spcBef>
                <a:spcPts val="0"/>
              </a:spcBef>
              <a:spcAft>
                <a:spcPts val="0"/>
              </a:spcAft>
              <a:buClr>
                <a:schemeClr val="dk2"/>
              </a:buClr>
              <a:buSzPts val="1000"/>
              <a:buNone/>
              <a:defRPr b="1" sz="1000">
                <a:solidFill>
                  <a:schemeClr val="dk2"/>
                </a:solidFill>
              </a:defRPr>
            </a:lvl6pPr>
            <a:lvl7pPr lvl="6" rtl="0">
              <a:spcBef>
                <a:spcPts val="0"/>
              </a:spcBef>
              <a:spcAft>
                <a:spcPts val="0"/>
              </a:spcAft>
              <a:buClr>
                <a:schemeClr val="dk2"/>
              </a:buClr>
              <a:buSzPts val="1000"/>
              <a:buNone/>
              <a:defRPr b="1" sz="1000">
                <a:solidFill>
                  <a:schemeClr val="dk2"/>
                </a:solidFill>
              </a:defRPr>
            </a:lvl7pPr>
            <a:lvl8pPr lvl="7" rtl="0">
              <a:spcBef>
                <a:spcPts val="0"/>
              </a:spcBef>
              <a:spcAft>
                <a:spcPts val="0"/>
              </a:spcAft>
              <a:buClr>
                <a:schemeClr val="dk2"/>
              </a:buClr>
              <a:buSzPts val="1000"/>
              <a:buNone/>
              <a:defRPr b="1" sz="1000">
                <a:solidFill>
                  <a:schemeClr val="dk2"/>
                </a:solidFill>
              </a:defRPr>
            </a:lvl8pPr>
            <a:lvl9pPr lvl="8" rtl="0">
              <a:spcBef>
                <a:spcPts val="0"/>
              </a:spcBef>
              <a:spcAft>
                <a:spcPts val="0"/>
              </a:spcAft>
              <a:buClr>
                <a:schemeClr val="dk2"/>
              </a:buClr>
              <a:buSzPts val="1000"/>
              <a:buNone/>
              <a:defRPr b="1" sz="1000">
                <a:solidFill>
                  <a:schemeClr val="dk2"/>
                </a:solidFill>
              </a:defRPr>
            </a:lvl9pPr>
          </a:lstStyle>
          <a:p/>
        </p:txBody>
      </p:sp>
      <p:sp>
        <p:nvSpPr>
          <p:cNvPr id="200" name="Google Shape;200;p26"/>
          <p:cNvSpPr txBox="1"/>
          <p:nvPr>
            <p:ph idx="8" type="title"/>
          </p:nvPr>
        </p:nvSpPr>
        <p:spPr>
          <a:xfrm>
            <a:off x="6879227" y="732919"/>
            <a:ext cx="1865400" cy="289500"/>
          </a:xfrm>
          <a:prstGeom prst="rect">
            <a:avLst/>
          </a:prstGeom>
        </p:spPr>
        <p:txBody>
          <a:bodyPr anchorCtr="0" anchor="t" bIns="0" lIns="0" spcFirstLastPara="1" rIns="0" wrap="square" tIns="0">
            <a:noAutofit/>
          </a:bodyPr>
          <a:lstStyle>
            <a:lvl1pPr lvl="0" rtl="0">
              <a:spcBef>
                <a:spcPts val="0"/>
              </a:spcBef>
              <a:spcAft>
                <a:spcPts val="0"/>
              </a:spcAft>
              <a:buClr>
                <a:schemeClr val="dk2"/>
              </a:buClr>
              <a:buSzPts val="1000"/>
              <a:buNone/>
              <a:defRPr b="1" sz="1000">
                <a:solidFill>
                  <a:schemeClr val="dk2"/>
                </a:solidFill>
              </a:defRPr>
            </a:lvl1pPr>
            <a:lvl2pPr lvl="1" rtl="0">
              <a:spcBef>
                <a:spcPts val="0"/>
              </a:spcBef>
              <a:spcAft>
                <a:spcPts val="0"/>
              </a:spcAft>
              <a:buClr>
                <a:schemeClr val="dk2"/>
              </a:buClr>
              <a:buSzPts val="1000"/>
              <a:buNone/>
              <a:defRPr b="1" sz="1000">
                <a:solidFill>
                  <a:schemeClr val="dk2"/>
                </a:solidFill>
              </a:defRPr>
            </a:lvl2pPr>
            <a:lvl3pPr lvl="2" rtl="0">
              <a:spcBef>
                <a:spcPts val="0"/>
              </a:spcBef>
              <a:spcAft>
                <a:spcPts val="0"/>
              </a:spcAft>
              <a:buClr>
                <a:schemeClr val="dk2"/>
              </a:buClr>
              <a:buSzPts val="1000"/>
              <a:buNone/>
              <a:defRPr b="1" sz="1000">
                <a:solidFill>
                  <a:schemeClr val="dk2"/>
                </a:solidFill>
              </a:defRPr>
            </a:lvl3pPr>
            <a:lvl4pPr lvl="3" rtl="0">
              <a:spcBef>
                <a:spcPts val="0"/>
              </a:spcBef>
              <a:spcAft>
                <a:spcPts val="0"/>
              </a:spcAft>
              <a:buClr>
                <a:schemeClr val="dk2"/>
              </a:buClr>
              <a:buSzPts val="1000"/>
              <a:buNone/>
              <a:defRPr b="1" sz="1000">
                <a:solidFill>
                  <a:schemeClr val="dk2"/>
                </a:solidFill>
              </a:defRPr>
            </a:lvl4pPr>
            <a:lvl5pPr lvl="4" rtl="0">
              <a:spcBef>
                <a:spcPts val="0"/>
              </a:spcBef>
              <a:spcAft>
                <a:spcPts val="0"/>
              </a:spcAft>
              <a:buClr>
                <a:schemeClr val="dk2"/>
              </a:buClr>
              <a:buSzPts val="1000"/>
              <a:buNone/>
              <a:defRPr b="1" sz="1000">
                <a:solidFill>
                  <a:schemeClr val="dk2"/>
                </a:solidFill>
              </a:defRPr>
            </a:lvl5pPr>
            <a:lvl6pPr lvl="5" rtl="0">
              <a:spcBef>
                <a:spcPts val="0"/>
              </a:spcBef>
              <a:spcAft>
                <a:spcPts val="0"/>
              </a:spcAft>
              <a:buClr>
                <a:schemeClr val="dk2"/>
              </a:buClr>
              <a:buSzPts val="1000"/>
              <a:buNone/>
              <a:defRPr b="1" sz="1000">
                <a:solidFill>
                  <a:schemeClr val="dk2"/>
                </a:solidFill>
              </a:defRPr>
            </a:lvl6pPr>
            <a:lvl7pPr lvl="6" rtl="0">
              <a:spcBef>
                <a:spcPts val="0"/>
              </a:spcBef>
              <a:spcAft>
                <a:spcPts val="0"/>
              </a:spcAft>
              <a:buClr>
                <a:schemeClr val="dk2"/>
              </a:buClr>
              <a:buSzPts val="1000"/>
              <a:buNone/>
              <a:defRPr b="1" sz="1000">
                <a:solidFill>
                  <a:schemeClr val="dk2"/>
                </a:solidFill>
              </a:defRPr>
            </a:lvl7pPr>
            <a:lvl8pPr lvl="7" rtl="0">
              <a:spcBef>
                <a:spcPts val="0"/>
              </a:spcBef>
              <a:spcAft>
                <a:spcPts val="0"/>
              </a:spcAft>
              <a:buClr>
                <a:schemeClr val="dk2"/>
              </a:buClr>
              <a:buSzPts val="1000"/>
              <a:buNone/>
              <a:defRPr b="1" sz="1000">
                <a:solidFill>
                  <a:schemeClr val="dk2"/>
                </a:solidFill>
              </a:defRPr>
            </a:lvl8pPr>
            <a:lvl9pPr lvl="8" rtl="0">
              <a:spcBef>
                <a:spcPts val="0"/>
              </a:spcBef>
              <a:spcAft>
                <a:spcPts val="0"/>
              </a:spcAft>
              <a:buClr>
                <a:schemeClr val="dk2"/>
              </a:buClr>
              <a:buSzPts val="1000"/>
              <a:buNone/>
              <a:defRPr b="1" sz="1000">
                <a:solidFill>
                  <a:schemeClr val="dk2"/>
                </a:solidFill>
              </a:defRPr>
            </a:lvl9pPr>
          </a:lstStyle>
          <a:p/>
        </p:txBody>
      </p:sp>
      <p:sp>
        <p:nvSpPr>
          <p:cNvPr id="201" name="Google Shape;201;p26"/>
          <p:cNvSpPr txBox="1"/>
          <p:nvPr>
            <p:ph idx="9" type="title"/>
          </p:nvPr>
        </p:nvSpPr>
        <p:spPr>
          <a:xfrm>
            <a:off x="2648426" y="2306169"/>
            <a:ext cx="1865400" cy="289500"/>
          </a:xfrm>
          <a:prstGeom prst="rect">
            <a:avLst/>
          </a:prstGeom>
        </p:spPr>
        <p:txBody>
          <a:bodyPr anchorCtr="0" anchor="t" bIns="0" lIns="0" spcFirstLastPara="1" rIns="0" wrap="square" tIns="0">
            <a:noAutofit/>
          </a:bodyPr>
          <a:lstStyle>
            <a:lvl1pPr lvl="0" rtl="0">
              <a:spcBef>
                <a:spcPts val="0"/>
              </a:spcBef>
              <a:spcAft>
                <a:spcPts val="0"/>
              </a:spcAft>
              <a:buClr>
                <a:schemeClr val="dk2"/>
              </a:buClr>
              <a:buSzPts val="1000"/>
              <a:buNone/>
              <a:defRPr b="1" sz="1000">
                <a:solidFill>
                  <a:schemeClr val="dk2"/>
                </a:solidFill>
              </a:defRPr>
            </a:lvl1pPr>
            <a:lvl2pPr lvl="1" rtl="0">
              <a:spcBef>
                <a:spcPts val="0"/>
              </a:spcBef>
              <a:spcAft>
                <a:spcPts val="0"/>
              </a:spcAft>
              <a:buClr>
                <a:schemeClr val="dk2"/>
              </a:buClr>
              <a:buSzPts val="1000"/>
              <a:buNone/>
              <a:defRPr b="1" sz="1000">
                <a:solidFill>
                  <a:schemeClr val="dk2"/>
                </a:solidFill>
              </a:defRPr>
            </a:lvl2pPr>
            <a:lvl3pPr lvl="2" rtl="0">
              <a:spcBef>
                <a:spcPts val="0"/>
              </a:spcBef>
              <a:spcAft>
                <a:spcPts val="0"/>
              </a:spcAft>
              <a:buClr>
                <a:schemeClr val="dk2"/>
              </a:buClr>
              <a:buSzPts val="1000"/>
              <a:buNone/>
              <a:defRPr b="1" sz="1000">
                <a:solidFill>
                  <a:schemeClr val="dk2"/>
                </a:solidFill>
              </a:defRPr>
            </a:lvl3pPr>
            <a:lvl4pPr lvl="3" rtl="0">
              <a:spcBef>
                <a:spcPts val="0"/>
              </a:spcBef>
              <a:spcAft>
                <a:spcPts val="0"/>
              </a:spcAft>
              <a:buClr>
                <a:schemeClr val="dk2"/>
              </a:buClr>
              <a:buSzPts val="1000"/>
              <a:buNone/>
              <a:defRPr b="1" sz="1000">
                <a:solidFill>
                  <a:schemeClr val="dk2"/>
                </a:solidFill>
              </a:defRPr>
            </a:lvl4pPr>
            <a:lvl5pPr lvl="4" rtl="0">
              <a:spcBef>
                <a:spcPts val="0"/>
              </a:spcBef>
              <a:spcAft>
                <a:spcPts val="0"/>
              </a:spcAft>
              <a:buClr>
                <a:schemeClr val="dk2"/>
              </a:buClr>
              <a:buSzPts val="1000"/>
              <a:buNone/>
              <a:defRPr b="1" sz="1000">
                <a:solidFill>
                  <a:schemeClr val="dk2"/>
                </a:solidFill>
              </a:defRPr>
            </a:lvl5pPr>
            <a:lvl6pPr lvl="5" rtl="0">
              <a:spcBef>
                <a:spcPts val="0"/>
              </a:spcBef>
              <a:spcAft>
                <a:spcPts val="0"/>
              </a:spcAft>
              <a:buClr>
                <a:schemeClr val="dk2"/>
              </a:buClr>
              <a:buSzPts val="1000"/>
              <a:buNone/>
              <a:defRPr b="1" sz="1000">
                <a:solidFill>
                  <a:schemeClr val="dk2"/>
                </a:solidFill>
              </a:defRPr>
            </a:lvl6pPr>
            <a:lvl7pPr lvl="6" rtl="0">
              <a:spcBef>
                <a:spcPts val="0"/>
              </a:spcBef>
              <a:spcAft>
                <a:spcPts val="0"/>
              </a:spcAft>
              <a:buClr>
                <a:schemeClr val="dk2"/>
              </a:buClr>
              <a:buSzPts val="1000"/>
              <a:buNone/>
              <a:defRPr b="1" sz="1000">
                <a:solidFill>
                  <a:schemeClr val="dk2"/>
                </a:solidFill>
              </a:defRPr>
            </a:lvl7pPr>
            <a:lvl8pPr lvl="7" rtl="0">
              <a:spcBef>
                <a:spcPts val="0"/>
              </a:spcBef>
              <a:spcAft>
                <a:spcPts val="0"/>
              </a:spcAft>
              <a:buClr>
                <a:schemeClr val="dk2"/>
              </a:buClr>
              <a:buSzPts val="1000"/>
              <a:buNone/>
              <a:defRPr b="1" sz="1000">
                <a:solidFill>
                  <a:schemeClr val="dk2"/>
                </a:solidFill>
              </a:defRPr>
            </a:lvl8pPr>
            <a:lvl9pPr lvl="8" rtl="0">
              <a:spcBef>
                <a:spcPts val="0"/>
              </a:spcBef>
              <a:spcAft>
                <a:spcPts val="0"/>
              </a:spcAft>
              <a:buClr>
                <a:schemeClr val="dk2"/>
              </a:buClr>
              <a:buSzPts val="1000"/>
              <a:buNone/>
              <a:defRPr b="1" sz="1000">
                <a:solidFill>
                  <a:schemeClr val="dk2"/>
                </a:solidFill>
              </a:defRPr>
            </a:lvl9pPr>
          </a:lstStyle>
          <a:p/>
        </p:txBody>
      </p:sp>
      <p:sp>
        <p:nvSpPr>
          <p:cNvPr id="202" name="Google Shape;202;p26"/>
          <p:cNvSpPr txBox="1"/>
          <p:nvPr>
            <p:ph idx="13" type="title"/>
          </p:nvPr>
        </p:nvSpPr>
        <p:spPr>
          <a:xfrm>
            <a:off x="4763821" y="2306169"/>
            <a:ext cx="1865400" cy="289500"/>
          </a:xfrm>
          <a:prstGeom prst="rect">
            <a:avLst/>
          </a:prstGeom>
        </p:spPr>
        <p:txBody>
          <a:bodyPr anchorCtr="0" anchor="t" bIns="0" lIns="0" spcFirstLastPara="1" rIns="0" wrap="square" tIns="0">
            <a:noAutofit/>
          </a:bodyPr>
          <a:lstStyle>
            <a:lvl1pPr lvl="0" rtl="0">
              <a:spcBef>
                <a:spcPts val="0"/>
              </a:spcBef>
              <a:spcAft>
                <a:spcPts val="0"/>
              </a:spcAft>
              <a:buClr>
                <a:schemeClr val="dk2"/>
              </a:buClr>
              <a:buSzPts val="1000"/>
              <a:buNone/>
              <a:defRPr b="1" sz="1000">
                <a:solidFill>
                  <a:schemeClr val="dk2"/>
                </a:solidFill>
              </a:defRPr>
            </a:lvl1pPr>
            <a:lvl2pPr lvl="1" rtl="0">
              <a:spcBef>
                <a:spcPts val="0"/>
              </a:spcBef>
              <a:spcAft>
                <a:spcPts val="0"/>
              </a:spcAft>
              <a:buClr>
                <a:schemeClr val="dk2"/>
              </a:buClr>
              <a:buSzPts val="1000"/>
              <a:buNone/>
              <a:defRPr b="1" sz="1000">
                <a:solidFill>
                  <a:schemeClr val="dk2"/>
                </a:solidFill>
              </a:defRPr>
            </a:lvl2pPr>
            <a:lvl3pPr lvl="2" rtl="0">
              <a:spcBef>
                <a:spcPts val="0"/>
              </a:spcBef>
              <a:spcAft>
                <a:spcPts val="0"/>
              </a:spcAft>
              <a:buClr>
                <a:schemeClr val="dk2"/>
              </a:buClr>
              <a:buSzPts val="1000"/>
              <a:buNone/>
              <a:defRPr b="1" sz="1000">
                <a:solidFill>
                  <a:schemeClr val="dk2"/>
                </a:solidFill>
              </a:defRPr>
            </a:lvl3pPr>
            <a:lvl4pPr lvl="3" rtl="0">
              <a:spcBef>
                <a:spcPts val="0"/>
              </a:spcBef>
              <a:spcAft>
                <a:spcPts val="0"/>
              </a:spcAft>
              <a:buClr>
                <a:schemeClr val="dk2"/>
              </a:buClr>
              <a:buSzPts val="1000"/>
              <a:buNone/>
              <a:defRPr b="1" sz="1000">
                <a:solidFill>
                  <a:schemeClr val="dk2"/>
                </a:solidFill>
              </a:defRPr>
            </a:lvl4pPr>
            <a:lvl5pPr lvl="4" rtl="0">
              <a:spcBef>
                <a:spcPts val="0"/>
              </a:spcBef>
              <a:spcAft>
                <a:spcPts val="0"/>
              </a:spcAft>
              <a:buClr>
                <a:schemeClr val="dk2"/>
              </a:buClr>
              <a:buSzPts val="1000"/>
              <a:buNone/>
              <a:defRPr b="1" sz="1000">
                <a:solidFill>
                  <a:schemeClr val="dk2"/>
                </a:solidFill>
              </a:defRPr>
            </a:lvl5pPr>
            <a:lvl6pPr lvl="5" rtl="0">
              <a:spcBef>
                <a:spcPts val="0"/>
              </a:spcBef>
              <a:spcAft>
                <a:spcPts val="0"/>
              </a:spcAft>
              <a:buClr>
                <a:schemeClr val="dk2"/>
              </a:buClr>
              <a:buSzPts val="1000"/>
              <a:buNone/>
              <a:defRPr b="1" sz="1000">
                <a:solidFill>
                  <a:schemeClr val="dk2"/>
                </a:solidFill>
              </a:defRPr>
            </a:lvl6pPr>
            <a:lvl7pPr lvl="6" rtl="0">
              <a:spcBef>
                <a:spcPts val="0"/>
              </a:spcBef>
              <a:spcAft>
                <a:spcPts val="0"/>
              </a:spcAft>
              <a:buClr>
                <a:schemeClr val="dk2"/>
              </a:buClr>
              <a:buSzPts val="1000"/>
              <a:buNone/>
              <a:defRPr b="1" sz="1000">
                <a:solidFill>
                  <a:schemeClr val="dk2"/>
                </a:solidFill>
              </a:defRPr>
            </a:lvl7pPr>
            <a:lvl8pPr lvl="7" rtl="0">
              <a:spcBef>
                <a:spcPts val="0"/>
              </a:spcBef>
              <a:spcAft>
                <a:spcPts val="0"/>
              </a:spcAft>
              <a:buClr>
                <a:schemeClr val="dk2"/>
              </a:buClr>
              <a:buSzPts val="1000"/>
              <a:buNone/>
              <a:defRPr b="1" sz="1000">
                <a:solidFill>
                  <a:schemeClr val="dk2"/>
                </a:solidFill>
              </a:defRPr>
            </a:lvl8pPr>
            <a:lvl9pPr lvl="8" rtl="0">
              <a:spcBef>
                <a:spcPts val="0"/>
              </a:spcBef>
              <a:spcAft>
                <a:spcPts val="0"/>
              </a:spcAft>
              <a:buClr>
                <a:schemeClr val="dk2"/>
              </a:buClr>
              <a:buSzPts val="1000"/>
              <a:buNone/>
              <a:defRPr b="1" sz="1000">
                <a:solidFill>
                  <a:schemeClr val="dk2"/>
                </a:solidFill>
              </a:defRPr>
            </a:lvl9pPr>
          </a:lstStyle>
          <a:p/>
        </p:txBody>
      </p:sp>
      <p:sp>
        <p:nvSpPr>
          <p:cNvPr id="203" name="Google Shape;203;p26"/>
          <p:cNvSpPr txBox="1"/>
          <p:nvPr>
            <p:ph idx="14" type="title"/>
          </p:nvPr>
        </p:nvSpPr>
        <p:spPr>
          <a:xfrm>
            <a:off x="6879278" y="2306169"/>
            <a:ext cx="1865400" cy="289500"/>
          </a:xfrm>
          <a:prstGeom prst="rect">
            <a:avLst/>
          </a:prstGeom>
        </p:spPr>
        <p:txBody>
          <a:bodyPr anchorCtr="0" anchor="t" bIns="0" lIns="0" spcFirstLastPara="1" rIns="0" wrap="square" tIns="0">
            <a:noAutofit/>
          </a:bodyPr>
          <a:lstStyle>
            <a:lvl1pPr lvl="0" rtl="0">
              <a:spcBef>
                <a:spcPts val="0"/>
              </a:spcBef>
              <a:spcAft>
                <a:spcPts val="0"/>
              </a:spcAft>
              <a:buClr>
                <a:schemeClr val="dk2"/>
              </a:buClr>
              <a:buSzPts val="1000"/>
              <a:buNone/>
              <a:defRPr b="1" sz="1000">
                <a:solidFill>
                  <a:schemeClr val="dk2"/>
                </a:solidFill>
              </a:defRPr>
            </a:lvl1pPr>
            <a:lvl2pPr lvl="1" rtl="0">
              <a:spcBef>
                <a:spcPts val="0"/>
              </a:spcBef>
              <a:spcAft>
                <a:spcPts val="0"/>
              </a:spcAft>
              <a:buClr>
                <a:schemeClr val="dk2"/>
              </a:buClr>
              <a:buSzPts val="1000"/>
              <a:buNone/>
              <a:defRPr b="1" sz="1000">
                <a:solidFill>
                  <a:schemeClr val="dk2"/>
                </a:solidFill>
              </a:defRPr>
            </a:lvl2pPr>
            <a:lvl3pPr lvl="2" rtl="0">
              <a:spcBef>
                <a:spcPts val="0"/>
              </a:spcBef>
              <a:spcAft>
                <a:spcPts val="0"/>
              </a:spcAft>
              <a:buClr>
                <a:schemeClr val="dk2"/>
              </a:buClr>
              <a:buSzPts val="1000"/>
              <a:buNone/>
              <a:defRPr b="1" sz="1000">
                <a:solidFill>
                  <a:schemeClr val="dk2"/>
                </a:solidFill>
              </a:defRPr>
            </a:lvl3pPr>
            <a:lvl4pPr lvl="3" rtl="0">
              <a:spcBef>
                <a:spcPts val="0"/>
              </a:spcBef>
              <a:spcAft>
                <a:spcPts val="0"/>
              </a:spcAft>
              <a:buClr>
                <a:schemeClr val="dk2"/>
              </a:buClr>
              <a:buSzPts val="1000"/>
              <a:buNone/>
              <a:defRPr b="1" sz="1000">
                <a:solidFill>
                  <a:schemeClr val="dk2"/>
                </a:solidFill>
              </a:defRPr>
            </a:lvl4pPr>
            <a:lvl5pPr lvl="4" rtl="0">
              <a:spcBef>
                <a:spcPts val="0"/>
              </a:spcBef>
              <a:spcAft>
                <a:spcPts val="0"/>
              </a:spcAft>
              <a:buClr>
                <a:schemeClr val="dk2"/>
              </a:buClr>
              <a:buSzPts val="1000"/>
              <a:buNone/>
              <a:defRPr b="1" sz="1000">
                <a:solidFill>
                  <a:schemeClr val="dk2"/>
                </a:solidFill>
              </a:defRPr>
            </a:lvl5pPr>
            <a:lvl6pPr lvl="5" rtl="0">
              <a:spcBef>
                <a:spcPts val="0"/>
              </a:spcBef>
              <a:spcAft>
                <a:spcPts val="0"/>
              </a:spcAft>
              <a:buClr>
                <a:schemeClr val="dk2"/>
              </a:buClr>
              <a:buSzPts val="1000"/>
              <a:buNone/>
              <a:defRPr b="1" sz="1000">
                <a:solidFill>
                  <a:schemeClr val="dk2"/>
                </a:solidFill>
              </a:defRPr>
            </a:lvl6pPr>
            <a:lvl7pPr lvl="6" rtl="0">
              <a:spcBef>
                <a:spcPts val="0"/>
              </a:spcBef>
              <a:spcAft>
                <a:spcPts val="0"/>
              </a:spcAft>
              <a:buClr>
                <a:schemeClr val="dk2"/>
              </a:buClr>
              <a:buSzPts val="1000"/>
              <a:buNone/>
              <a:defRPr b="1" sz="1000">
                <a:solidFill>
                  <a:schemeClr val="dk2"/>
                </a:solidFill>
              </a:defRPr>
            </a:lvl7pPr>
            <a:lvl8pPr lvl="7" rtl="0">
              <a:spcBef>
                <a:spcPts val="0"/>
              </a:spcBef>
              <a:spcAft>
                <a:spcPts val="0"/>
              </a:spcAft>
              <a:buClr>
                <a:schemeClr val="dk2"/>
              </a:buClr>
              <a:buSzPts val="1000"/>
              <a:buNone/>
              <a:defRPr b="1" sz="1000">
                <a:solidFill>
                  <a:schemeClr val="dk2"/>
                </a:solidFill>
              </a:defRPr>
            </a:lvl8pPr>
            <a:lvl9pPr lvl="8" rtl="0">
              <a:spcBef>
                <a:spcPts val="0"/>
              </a:spcBef>
              <a:spcAft>
                <a:spcPts val="0"/>
              </a:spcAft>
              <a:buClr>
                <a:schemeClr val="dk2"/>
              </a:buClr>
              <a:buSzPts val="1000"/>
              <a:buNone/>
              <a:defRPr b="1" sz="1000">
                <a:solidFill>
                  <a:schemeClr val="dk2"/>
                </a:solidFill>
              </a:defRPr>
            </a:lvl9pPr>
          </a:lstStyle>
          <a:p/>
        </p:txBody>
      </p:sp>
      <p:sp>
        <p:nvSpPr>
          <p:cNvPr id="204" name="Google Shape;204;p26"/>
          <p:cNvSpPr txBox="1"/>
          <p:nvPr>
            <p:ph idx="15" type="body"/>
          </p:nvPr>
        </p:nvSpPr>
        <p:spPr>
          <a:xfrm>
            <a:off x="2648425" y="4223398"/>
            <a:ext cx="1865400" cy="569700"/>
          </a:xfrm>
          <a:prstGeom prst="rect">
            <a:avLst/>
          </a:prstGeom>
        </p:spPr>
        <p:txBody>
          <a:bodyPr anchorCtr="0" anchor="t" bIns="0" lIns="0" spcFirstLastPara="1" rIns="0" wrap="square" tIns="0">
            <a:noAutofit/>
          </a:bodyPr>
          <a:lstStyle>
            <a:lvl1pPr indent="-292100" lvl="0" marL="457200" rtl="0">
              <a:lnSpc>
                <a:spcPct val="125000"/>
              </a:lnSpc>
              <a:spcBef>
                <a:spcPts val="0"/>
              </a:spcBef>
              <a:spcAft>
                <a:spcPts val="0"/>
              </a:spcAft>
              <a:buSzPts val="1000"/>
              <a:buChar char="●"/>
              <a:defRPr sz="1000"/>
            </a:lvl1pPr>
            <a:lvl2pPr indent="-292100" lvl="1" marL="914400" rtl="0">
              <a:lnSpc>
                <a:spcPct val="125000"/>
              </a:lnSpc>
              <a:spcBef>
                <a:spcPts val="0"/>
              </a:spcBef>
              <a:spcAft>
                <a:spcPts val="0"/>
              </a:spcAft>
              <a:buSzPts val="1000"/>
              <a:buChar char="○"/>
              <a:defRPr sz="1000"/>
            </a:lvl2pPr>
            <a:lvl3pPr indent="-292100" lvl="2" marL="1371600" rtl="0">
              <a:lnSpc>
                <a:spcPct val="125000"/>
              </a:lnSpc>
              <a:spcBef>
                <a:spcPts val="0"/>
              </a:spcBef>
              <a:spcAft>
                <a:spcPts val="0"/>
              </a:spcAft>
              <a:buSzPts val="1000"/>
              <a:buChar char="■"/>
              <a:defRPr sz="1000"/>
            </a:lvl3pPr>
            <a:lvl4pPr indent="-292100" lvl="3" marL="1828800" rtl="0">
              <a:lnSpc>
                <a:spcPct val="125000"/>
              </a:lnSpc>
              <a:spcBef>
                <a:spcPts val="0"/>
              </a:spcBef>
              <a:spcAft>
                <a:spcPts val="0"/>
              </a:spcAft>
              <a:buSzPts val="1000"/>
              <a:buChar char="●"/>
              <a:defRPr sz="1000"/>
            </a:lvl4pPr>
            <a:lvl5pPr indent="-292100" lvl="4" marL="2286000" rtl="0">
              <a:lnSpc>
                <a:spcPct val="125000"/>
              </a:lnSpc>
              <a:spcBef>
                <a:spcPts val="0"/>
              </a:spcBef>
              <a:spcAft>
                <a:spcPts val="0"/>
              </a:spcAft>
              <a:buSzPts val="1000"/>
              <a:buChar char="○"/>
              <a:defRPr sz="1000"/>
            </a:lvl5pPr>
            <a:lvl6pPr indent="-292100" lvl="5" marL="2743200" rtl="0">
              <a:lnSpc>
                <a:spcPct val="125000"/>
              </a:lnSpc>
              <a:spcBef>
                <a:spcPts val="0"/>
              </a:spcBef>
              <a:spcAft>
                <a:spcPts val="0"/>
              </a:spcAft>
              <a:buSzPts val="1000"/>
              <a:buChar char="■"/>
              <a:defRPr sz="1000"/>
            </a:lvl6pPr>
            <a:lvl7pPr indent="-292100" lvl="6" marL="3200400" rtl="0">
              <a:lnSpc>
                <a:spcPct val="125000"/>
              </a:lnSpc>
              <a:spcBef>
                <a:spcPts val="0"/>
              </a:spcBef>
              <a:spcAft>
                <a:spcPts val="0"/>
              </a:spcAft>
              <a:buSzPts val="1000"/>
              <a:buChar char="●"/>
              <a:defRPr sz="1000"/>
            </a:lvl7pPr>
            <a:lvl8pPr indent="-292100" lvl="7" marL="3657600" rtl="0">
              <a:lnSpc>
                <a:spcPct val="125000"/>
              </a:lnSpc>
              <a:spcBef>
                <a:spcPts val="0"/>
              </a:spcBef>
              <a:spcAft>
                <a:spcPts val="0"/>
              </a:spcAft>
              <a:buSzPts val="1000"/>
              <a:buChar char="○"/>
              <a:defRPr sz="1000"/>
            </a:lvl8pPr>
            <a:lvl9pPr indent="-292100" lvl="8" marL="4114800" rtl="0">
              <a:lnSpc>
                <a:spcPct val="125000"/>
              </a:lnSpc>
              <a:spcBef>
                <a:spcPts val="0"/>
              </a:spcBef>
              <a:spcAft>
                <a:spcPts val="0"/>
              </a:spcAft>
              <a:buSzPts val="1000"/>
              <a:buChar char="■"/>
              <a:defRPr sz="1000"/>
            </a:lvl9pPr>
          </a:lstStyle>
          <a:p/>
        </p:txBody>
      </p:sp>
      <p:sp>
        <p:nvSpPr>
          <p:cNvPr id="205" name="Google Shape;205;p26"/>
          <p:cNvSpPr txBox="1"/>
          <p:nvPr>
            <p:ph idx="16" type="body"/>
          </p:nvPr>
        </p:nvSpPr>
        <p:spPr>
          <a:xfrm>
            <a:off x="4763830" y="4223394"/>
            <a:ext cx="1865400" cy="569700"/>
          </a:xfrm>
          <a:prstGeom prst="rect">
            <a:avLst/>
          </a:prstGeom>
        </p:spPr>
        <p:txBody>
          <a:bodyPr anchorCtr="0" anchor="t" bIns="0" lIns="0" spcFirstLastPara="1" rIns="0" wrap="square" tIns="0">
            <a:noAutofit/>
          </a:bodyPr>
          <a:lstStyle>
            <a:lvl1pPr indent="-292100" lvl="0" marL="457200" rtl="0">
              <a:lnSpc>
                <a:spcPct val="125000"/>
              </a:lnSpc>
              <a:spcBef>
                <a:spcPts val="0"/>
              </a:spcBef>
              <a:spcAft>
                <a:spcPts val="0"/>
              </a:spcAft>
              <a:buSzPts val="1000"/>
              <a:buChar char="●"/>
              <a:defRPr sz="1000"/>
            </a:lvl1pPr>
            <a:lvl2pPr indent="-292100" lvl="1" marL="914400" rtl="0">
              <a:lnSpc>
                <a:spcPct val="125000"/>
              </a:lnSpc>
              <a:spcBef>
                <a:spcPts val="0"/>
              </a:spcBef>
              <a:spcAft>
                <a:spcPts val="0"/>
              </a:spcAft>
              <a:buSzPts val="1000"/>
              <a:buChar char="○"/>
              <a:defRPr sz="1000"/>
            </a:lvl2pPr>
            <a:lvl3pPr indent="-292100" lvl="2" marL="1371600" rtl="0">
              <a:lnSpc>
                <a:spcPct val="125000"/>
              </a:lnSpc>
              <a:spcBef>
                <a:spcPts val="0"/>
              </a:spcBef>
              <a:spcAft>
                <a:spcPts val="0"/>
              </a:spcAft>
              <a:buSzPts val="1000"/>
              <a:buChar char="■"/>
              <a:defRPr sz="1000"/>
            </a:lvl3pPr>
            <a:lvl4pPr indent="-292100" lvl="3" marL="1828800" rtl="0">
              <a:lnSpc>
                <a:spcPct val="125000"/>
              </a:lnSpc>
              <a:spcBef>
                <a:spcPts val="0"/>
              </a:spcBef>
              <a:spcAft>
                <a:spcPts val="0"/>
              </a:spcAft>
              <a:buSzPts val="1000"/>
              <a:buChar char="●"/>
              <a:defRPr sz="1000"/>
            </a:lvl4pPr>
            <a:lvl5pPr indent="-292100" lvl="4" marL="2286000" rtl="0">
              <a:lnSpc>
                <a:spcPct val="125000"/>
              </a:lnSpc>
              <a:spcBef>
                <a:spcPts val="0"/>
              </a:spcBef>
              <a:spcAft>
                <a:spcPts val="0"/>
              </a:spcAft>
              <a:buSzPts val="1000"/>
              <a:buChar char="○"/>
              <a:defRPr sz="1000"/>
            </a:lvl5pPr>
            <a:lvl6pPr indent="-292100" lvl="5" marL="2743200" rtl="0">
              <a:lnSpc>
                <a:spcPct val="125000"/>
              </a:lnSpc>
              <a:spcBef>
                <a:spcPts val="0"/>
              </a:spcBef>
              <a:spcAft>
                <a:spcPts val="0"/>
              </a:spcAft>
              <a:buSzPts val="1000"/>
              <a:buChar char="■"/>
              <a:defRPr sz="1000"/>
            </a:lvl6pPr>
            <a:lvl7pPr indent="-292100" lvl="6" marL="3200400" rtl="0">
              <a:lnSpc>
                <a:spcPct val="125000"/>
              </a:lnSpc>
              <a:spcBef>
                <a:spcPts val="0"/>
              </a:spcBef>
              <a:spcAft>
                <a:spcPts val="0"/>
              </a:spcAft>
              <a:buSzPts val="1000"/>
              <a:buChar char="●"/>
              <a:defRPr sz="1000"/>
            </a:lvl7pPr>
            <a:lvl8pPr indent="-292100" lvl="7" marL="3657600" rtl="0">
              <a:lnSpc>
                <a:spcPct val="125000"/>
              </a:lnSpc>
              <a:spcBef>
                <a:spcPts val="0"/>
              </a:spcBef>
              <a:spcAft>
                <a:spcPts val="0"/>
              </a:spcAft>
              <a:buSzPts val="1000"/>
              <a:buChar char="○"/>
              <a:defRPr sz="1000"/>
            </a:lvl8pPr>
            <a:lvl9pPr indent="-292100" lvl="8" marL="4114800" rtl="0">
              <a:lnSpc>
                <a:spcPct val="125000"/>
              </a:lnSpc>
              <a:spcBef>
                <a:spcPts val="0"/>
              </a:spcBef>
              <a:spcAft>
                <a:spcPts val="0"/>
              </a:spcAft>
              <a:buSzPts val="1000"/>
              <a:buChar char="■"/>
              <a:defRPr sz="1000"/>
            </a:lvl9pPr>
          </a:lstStyle>
          <a:p/>
        </p:txBody>
      </p:sp>
      <p:sp>
        <p:nvSpPr>
          <p:cNvPr id="206" name="Google Shape;206;p26"/>
          <p:cNvSpPr txBox="1"/>
          <p:nvPr>
            <p:ph idx="17" type="body"/>
          </p:nvPr>
        </p:nvSpPr>
        <p:spPr>
          <a:xfrm>
            <a:off x="6879275" y="4223394"/>
            <a:ext cx="1865400" cy="569700"/>
          </a:xfrm>
          <a:prstGeom prst="rect">
            <a:avLst/>
          </a:prstGeom>
        </p:spPr>
        <p:txBody>
          <a:bodyPr anchorCtr="0" anchor="t" bIns="0" lIns="0" spcFirstLastPara="1" rIns="0" wrap="square" tIns="0">
            <a:noAutofit/>
          </a:bodyPr>
          <a:lstStyle>
            <a:lvl1pPr indent="-292100" lvl="0" marL="457200" rtl="0">
              <a:lnSpc>
                <a:spcPct val="125000"/>
              </a:lnSpc>
              <a:spcBef>
                <a:spcPts val="0"/>
              </a:spcBef>
              <a:spcAft>
                <a:spcPts val="0"/>
              </a:spcAft>
              <a:buSzPts val="1000"/>
              <a:buChar char="●"/>
              <a:defRPr sz="1000"/>
            </a:lvl1pPr>
            <a:lvl2pPr indent="-292100" lvl="1" marL="914400" rtl="0">
              <a:lnSpc>
                <a:spcPct val="125000"/>
              </a:lnSpc>
              <a:spcBef>
                <a:spcPts val="0"/>
              </a:spcBef>
              <a:spcAft>
                <a:spcPts val="0"/>
              </a:spcAft>
              <a:buSzPts val="1000"/>
              <a:buChar char="○"/>
              <a:defRPr sz="1000"/>
            </a:lvl2pPr>
            <a:lvl3pPr indent="-292100" lvl="2" marL="1371600" rtl="0">
              <a:lnSpc>
                <a:spcPct val="125000"/>
              </a:lnSpc>
              <a:spcBef>
                <a:spcPts val="0"/>
              </a:spcBef>
              <a:spcAft>
                <a:spcPts val="0"/>
              </a:spcAft>
              <a:buSzPts val="1000"/>
              <a:buChar char="■"/>
              <a:defRPr sz="1000"/>
            </a:lvl3pPr>
            <a:lvl4pPr indent="-292100" lvl="3" marL="1828800" rtl="0">
              <a:lnSpc>
                <a:spcPct val="125000"/>
              </a:lnSpc>
              <a:spcBef>
                <a:spcPts val="0"/>
              </a:spcBef>
              <a:spcAft>
                <a:spcPts val="0"/>
              </a:spcAft>
              <a:buSzPts val="1000"/>
              <a:buChar char="●"/>
              <a:defRPr sz="1000"/>
            </a:lvl4pPr>
            <a:lvl5pPr indent="-292100" lvl="4" marL="2286000" rtl="0">
              <a:lnSpc>
                <a:spcPct val="125000"/>
              </a:lnSpc>
              <a:spcBef>
                <a:spcPts val="0"/>
              </a:spcBef>
              <a:spcAft>
                <a:spcPts val="0"/>
              </a:spcAft>
              <a:buSzPts val="1000"/>
              <a:buChar char="○"/>
              <a:defRPr sz="1000"/>
            </a:lvl5pPr>
            <a:lvl6pPr indent="-292100" lvl="5" marL="2743200" rtl="0">
              <a:lnSpc>
                <a:spcPct val="125000"/>
              </a:lnSpc>
              <a:spcBef>
                <a:spcPts val="0"/>
              </a:spcBef>
              <a:spcAft>
                <a:spcPts val="0"/>
              </a:spcAft>
              <a:buSzPts val="1000"/>
              <a:buChar char="■"/>
              <a:defRPr sz="1000"/>
            </a:lvl6pPr>
            <a:lvl7pPr indent="-292100" lvl="6" marL="3200400" rtl="0">
              <a:lnSpc>
                <a:spcPct val="125000"/>
              </a:lnSpc>
              <a:spcBef>
                <a:spcPts val="0"/>
              </a:spcBef>
              <a:spcAft>
                <a:spcPts val="0"/>
              </a:spcAft>
              <a:buSzPts val="1000"/>
              <a:buChar char="●"/>
              <a:defRPr sz="1000"/>
            </a:lvl7pPr>
            <a:lvl8pPr indent="-292100" lvl="7" marL="3657600" rtl="0">
              <a:lnSpc>
                <a:spcPct val="125000"/>
              </a:lnSpc>
              <a:spcBef>
                <a:spcPts val="0"/>
              </a:spcBef>
              <a:spcAft>
                <a:spcPts val="0"/>
              </a:spcAft>
              <a:buSzPts val="1000"/>
              <a:buChar char="○"/>
              <a:defRPr sz="1000"/>
            </a:lvl8pPr>
            <a:lvl9pPr indent="-292100" lvl="8" marL="4114800" rtl="0">
              <a:lnSpc>
                <a:spcPct val="125000"/>
              </a:lnSpc>
              <a:spcBef>
                <a:spcPts val="0"/>
              </a:spcBef>
              <a:spcAft>
                <a:spcPts val="0"/>
              </a:spcAft>
              <a:buSzPts val="1000"/>
              <a:buChar char="■"/>
              <a:defRPr sz="1000"/>
            </a:lvl9pPr>
          </a:lstStyle>
          <a:p/>
        </p:txBody>
      </p:sp>
      <p:sp>
        <p:nvSpPr>
          <p:cNvPr id="207" name="Google Shape;207;p26"/>
          <p:cNvSpPr txBox="1"/>
          <p:nvPr>
            <p:ph idx="18" type="title"/>
          </p:nvPr>
        </p:nvSpPr>
        <p:spPr>
          <a:xfrm>
            <a:off x="4763821" y="3879419"/>
            <a:ext cx="1865400" cy="289500"/>
          </a:xfrm>
          <a:prstGeom prst="rect">
            <a:avLst/>
          </a:prstGeom>
        </p:spPr>
        <p:txBody>
          <a:bodyPr anchorCtr="0" anchor="t" bIns="0" lIns="0" spcFirstLastPara="1" rIns="0" wrap="square" tIns="0">
            <a:noAutofit/>
          </a:bodyPr>
          <a:lstStyle>
            <a:lvl1pPr lvl="0" rtl="0">
              <a:spcBef>
                <a:spcPts val="0"/>
              </a:spcBef>
              <a:spcAft>
                <a:spcPts val="0"/>
              </a:spcAft>
              <a:buClr>
                <a:schemeClr val="dk2"/>
              </a:buClr>
              <a:buSzPts val="1000"/>
              <a:buNone/>
              <a:defRPr b="1" sz="1000">
                <a:solidFill>
                  <a:schemeClr val="dk2"/>
                </a:solidFill>
              </a:defRPr>
            </a:lvl1pPr>
            <a:lvl2pPr lvl="1" rtl="0">
              <a:spcBef>
                <a:spcPts val="0"/>
              </a:spcBef>
              <a:spcAft>
                <a:spcPts val="0"/>
              </a:spcAft>
              <a:buClr>
                <a:schemeClr val="dk2"/>
              </a:buClr>
              <a:buSzPts val="1000"/>
              <a:buNone/>
              <a:defRPr b="1" sz="1000">
                <a:solidFill>
                  <a:schemeClr val="dk2"/>
                </a:solidFill>
              </a:defRPr>
            </a:lvl2pPr>
            <a:lvl3pPr lvl="2" rtl="0">
              <a:spcBef>
                <a:spcPts val="0"/>
              </a:spcBef>
              <a:spcAft>
                <a:spcPts val="0"/>
              </a:spcAft>
              <a:buClr>
                <a:schemeClr val="dk2"/>
              </a:buClr>
              <a:buSzPts val="1000"/>
              <a:buNone/>
              <a:defRPr b="1" sz="1000">
                <a:solidFill>
                  <a:schemeClr val="dk2"/>
                </a:solidFill>
              </a:defRPr>
            </a:lvl3pPr>
            <a:lvl4pPr lvl="3" rtl="0">
              <a:spcBef>
                <a:spcPts val="0"/>
              </a:spcBef>
              <a:spcAft>
                <a:spcPts val="0"/>
              </a:spcAft>
              <a:buClr>
                <a:schemeClr val="dk2"/>
              </a:buClr>
              <a:buSzPts val="1000"/>
              <a:buNone/>
              <a:defRPr b="1" sz="1000">
                <a:solidFill>
                  <a:schemeClr val="dk2"/>
                </a:solidFill>
              </a:defRPr>
            </a:lvl4pPr>
            <a:lvl5pPr lvl="4" rtl="0">
              <a:spcBef>
                <a:spcPts val="0"/>
              </a:spcBef>
              <a:spcAft>
                <a:spcPts val="0"/>
              </a:spcAft>
              <a:buClr>
                <a:schemeClr val="dk2"/>
              </a:buClr>
              <a:buSzPts val="1000"/>
              <a:buNone/>
              <a:defRPr b="1" sz="1000">
                <a:solidFill>
                  <a:schemeClr val="dk2"/>
                </a:solidFill>
              </a:defRPr>
            </a:lvl5pPr>
            <a:lvl6pPr lvl="5" rtl="0">
              <a:spcBef>
                <a:spcPts val="0"/>
              </a:spcBef>
              <a:spcAft>
                <a:spcPts val="0"/>
              </a:spcAft>
              <a:buClr>
                <a:schemeClr val="dk2"/>
              </a:buClr>
              <a:buSzPts val="1000"/>
              <a:buNone/>
              <a:defRPr b="1" sz="1000">
                <a:solidFill>
                  <a:schemeClr val="dk2"/>
                </a:solidFill>
              </a:defRPr>
            </a:lvl6pPr>
            <a:lvl7pPr lvl="6" rtl="0">
              <a:spcBef>
                <a:spcPts val="0"/>
              </a:spcBef>
              <a:spcAft>
                <a:spcPts val="0"/>
              </a:spcAft>
              <a:buClr>
                <a:schemeClr val="dk2"/>
              </a:buClr>
              <a:buSzPts val="1000"/>
              <a:buNone/>
              <a:defRPr b="1" sz="1000">
                <a:solidFill>
                  <a:schemeClr val="dk2"/>
                </a:solidFill>
              </a:defRPr>
            </a:lvl7pPr>
            <a:lvl8pPr lvl="7" rtl="0">
              <a:spcBef>
                <a:spcPts val="0"/>
              </a:spcBef>
              <a:spcAft>
                <a:spcPts val="0"/>
              </a:spcAft>
              <a:buClr>
                <a:schemeClr val="dk2"/>
              </a:buClr>
              <a:buSzPts val="1000"/>
              <a:buNone/>
              <a:defRPr b="1" sz="1000">
                <a:solidFill>
                  <a:schemeClr val="dk2"/>
                </a:solidFill>
              </a:defRPr>
            </a:lvl8pPr>
            <a:lvl9pPr lvl="8" rtl="0">
              <a:spcBef>
                <a:spcPts val="0"/>
              </a:spcBef>
              <a:spcAft>
                <a:spcPts val="0"/>
              </a:spcAft>
              <a:buClr>
                <a:schemeClr val="dk2"/>
              </a:buClr>
              <a:buSzPts val="1000"/>
              <a:buNone/>
              <a:defRPr b="1" sz="1000">
                <a:solidFill>
                  <a:schemeClr val="dk2"/>
                </a:solidFill>
              </a:defRPr>
            </a:lvl9pPr>
          </a:lstStyle>
          <a:p/>
        </p:txBody>
      </p:sp>
      <p:sp>
        <p:nvSpPr>
          <p:cNvPr id="208" name="Google Shape;208;p26"/>
          <p:cNvSpPr txBox="1"/>
          <p:nvPr>
            <p:ph idx="19" type="title"/>
          </p:nvPr>
        </p:nvSpPr>
        <p:spPr>
          <a:xfrm>
            <a:off x="6879278" y="3879419"/>
            <a:ext cx="1865400" cy="289500"/>
          </a:xfrm>
          <a:prstGeom prst="rect">
            <a:avLst/>
          </a:prstGeom>
        </p:spPr>
        <p:txBody>
          <a:bodyPr anchorCtr="0" anchor="t" bIns="0" lIns="0" spcFirstLastPara="1" rIns="0" wrap="square" tIns="0">
            <a:noAutofit/>
          </a:bodyPr>
          <a:lstStyle>
            <a:lvl1pPr lvl="0" rtl="0">
              <a:spcBef>
                <a:spcPts val="0"/>
              </a:spcBef>
              <a:spcAft>
                <a:spcPts val="0"/>
              </a:spcAft>
              <a:buClr>
                <a:schemeClr val="dk2"/>
              </a:buClr>
              <a:buSzPts val="1000"/>
              <a:buNone/>
              <a:defRPr b="1" sz="1000">
                <a:solidFill>
                  <a:schemeClr val="dk2"/>
                </a:solidFill>
              </a:defRPr>
            </a:lvl1pPr>
            <a:lvl2pPr lvl="1" rtl="0">
              <a:spcBef>
                <a:spcPts val="0"/>
              </a:spcBef>
              <a:spcAft>
                <a:spcPts val="0"/>
              </a:spcAft>
              <a:buClr>
                <a:schemeClr val="dk2"/>
              </a:buClr>
              <a:buSzPts val="1000"/>
              <a:buNone/>
              <a:defRPr b="1" sz="1000">
                <a:solidFill>
                  <a:schemeClr val="dk2"/>
                </a:solidFill>
              </a:defRPr>
            </a:lvl2pPr>
            <a:lvl3pPr lvl="2" rtl="0">
              <a:spcBef>
                <a:spcPts val="0"/>
              </a:spcBef>
              <a:spcAft>
                <a:spcPts val="0"/>
              </a:spcAft>
              <a:buClr>
                <a:schemeClr val="dk2"/>
              </a:buClr>
              <a:buSzPts val="1000"/>
              <a:buNone/>
              <a:defRPr b="1" sz="1000">
                <a:solidFill>
                  <a:schemeClr val="dk2"/>
                </a:solidFill>
              </a:defRPr>
            </a:lvl3pPr>
            <a:lvl4pPr lvl="3" rtl="0">
              <a:spcBef>
                <a:spcPts val="0"/>
              </a:spcBef>
              <a:spcAft>
                <a:spcPts val="0"/>
              </a:spcAft>
              <a:buClr>
                <a:schemeClr val="dk2"/>
              </a:buClr>
              <a:buSzPts val="1000"/>
              <a:buNone/>
              <a:defRPr b="1" sz="1000">
                <a:solidFill>
                  <a:schemeClr val="dk2"/>
                </a:solidFill>
              </a:defRPr>
            </a:lvl4pPr>
            <a:lvl5pPr lvl="4" rtl="0">
              <a:spcBef>
                <a:spcPts val="0"/>
              </a:spcBef>
              <a:spcAft>
                <a:spcPts val="0"/>
              </a:spcAft>
              <a:buClr>
                <a:schemeClr val="dk2"/>
              </a:buClr>
              <a:buSzPts val="1000"/>
              <a:buNone/>
              <a:defRPr b="1" sz="1000">
                <a:solidFill>
                  <a:schemeClr val="dk2"/>
                </a:solidFill>
              </a:defRPr>
            </a:lvl5pPr>
            <a:lvl6pPr lvl="5" rtl="0">
              <a:spcBef>
                <a:spcPts val="0"/>
              </a:spcBef>
              <a:spcAft>
                <a:spcPts val="0"/>
              </a:spcAft>
              <a:buClr>
                <a:schemeClr val="dk2"/>
              </a:buClr>
              <a:buSzPts val="1000"/>
              <a:buNone/>
              <a:defRPr b="1" sz="1000">
                <a:solidFill>
                  <a:schemeClr val="dk2"/>
                </a:solidFill>
              </a:defRPr>
            </a:lvl6pPr>
            <a:lvl7pPr lvl="6" rtl="0">
              <a:spcBef>
                <a:spcPts val="0"/>
              </a:spcBef>
              <a:spcAft>
                <a:spcPts val="0"/>
              </a:spcAft>
              <a:buClr>
                <a:schemeClr val="dk2"/>
              </a:buClr>
              <a:buSzPts val="1000"/>
              <a:buNone/>
              <a:defRPr b="1" sz="1000">
                <a:solidFill>
                  <a:schemeClr val="dk2"/>
                </a:solidFill>
              </a:defRPr>
            </a:lvl7pPr>
            <a:lvl8pPr lvl="7" rtl="0">
              <a:spcBef>
                <a:spcPts val="0"/>
              </a:spcBef>
              <a:spcAft>
                <a:spcPts val="0"/>
              </a:spcAft>
              <a:buClr>
                <a:schemeClr val="dk2"/>
              </a:buClr>
              <a:buSzPts val="1000"/>
              <a:buNone/>
              <a:defRPr b="1" sz="1000">
                <a:solidFill>
                  <a:schemeClr val="dk2"/>
                </a:solidFill>
              </a:defRPr>
            </a:lvl8pPr>
            <a:lvl9pPr lvl="8" rtl="0">
              <a:spcBef>
                <a:spcPts val="0"/>
              </a:spcBef>
              <a:spcAft>
                <a:spcPts val="0"/>
              </a:spcAft>
              <a:buClr>
                <a:schemeClr val="dk2"/>
              </a:buClr>
              <a:buSzPts val="1000"/>
              <a:buNone/>
              <a:defRPr b="1" sz="1000">
                <a:solidFill>
                  <a:schemeClr val="dk2"/>
                </a:solidFill>
              </a:defRPr>
            </a:lvl9pPr>
          </a:lstStyle>
          <a:p/>
        </p:txBody>
      </p:sp>
      <p:sp>
        <p:nvSpPr>
          <p:cNvPr id="209" name="Google Shape;209;p26"/>
          <p:cNvSpPr txBox="1"/>
          <p:nvPr>
            <p:ph idx="20" type="title"/>
          </p:nvPr>
        </p:nvSpPr>
        <p:spPr>
          <a:xfrm>
            <a:off x="2648441" y="3879419"/>
            <a:ext cx="1865400" cy="289500"/>
          </a:xfrm>
          <a:prstGeom prst="rect">
            <a:avLst/>
          </a:prstGeom>
        </p:spPr>
        <p:txBody>
          <a:bodyPr anchorCtr="0" anchor="t" bIns="0" lIns="0" spcFirstLastPara="1" rIns="0" wrap="square" tIns="0">
            <a:noAutofit/>
          </a:bodyPr>
          <a:lstStyle>
            <a:lvl1pPr lvl="0" rtl="0">
              <a:spcBef>
                <a:spcPts val="0"/>
              </a:spcBef>
              <a:spcAft>
                <a:spcPts val="0"/>
              </a:spcAft>
              <a:buClr>
                <a:schemeClr val="dk2"/>
              </a:buClr>
              <a:buSzPts val="1000"/>
              <a:buNone/>
              <a:defRPr b="1" sz="1000">
                <a:solidFill>
                  <a:schemeClr val="dk2"/>
                </a:solidFill>
              </a:defRPr>
            </a:lvl1pPr>
            <a:lvl2pPr lvl="1" rtl="0">
              <a:spcBef>
                <a:spcPts val="0"/>
              </a:spcBef>
              <a:spcAft>
                <a:spcPts val="0"/>
              </a:spcAft>
              <a:buClr>
                <a:schemeClr val="dk2"/>
              </a:buClr>
              <a:buSzPts val="1000"/>
              <a:buNone/>
              <a:defRPr b="1" sz="1000">
                <a:solidFill>
                  <a:schemeClr val="dk2"/>
                </a:solidFill>
              </a:defRPr>
            </a:lvl2pPr>
            <a:lvl3pPr lvl="2" rtl="0">
              <a:spcBef>
                <a:spcPts val="0"/>
              </a:spcBef>
              <a:spcAft>
                <a:spcPts val="0"/>
              </a:spcAft>
              <a:buClr>
                <a:schemeClr val="dk2"/>
              </a:buClr>
              <a:buSzPts val="1000"/>
              <a:buNone/>
              <a:defRPr b="1" sz="1000">
                <a:solidFill>
                  <a:schemeClr val="dk2"/>
                </a:solidFill>
              </a:defRPr>
            </a:lvl3pPr>
            <a:lvl4pPr lvl="3" rtl="0">
              <a:spcBef>
                <a:spcPts val="0"/>
              </a:spcBef>
              <a:spcAft>
                <a:spcPts val="0"/>
              </a:spcAft>
              <a:buClr>
                <a:schemeClr val="dk2"/>
              </a:buClr>
              <a:buSzPts val="1000"/>
              <a:buNone/>
              <a:defRPr b="1" sz="1000">
                <a:solidFill>
                  <a:schemeClr val="dk2"/>
                </a:solidFill>
              </a:defRPr>
            </a:lvl4pPr>
            <a:lvl5pPr lvl="4" rtl="0">
              <a:spcBef>
                <a:spcPts val="0"/>
              </a:spcBef>
              <a:spcAft>
                <a:spcPts val="0"/>
              </a:spcAft>
              <a:buClr>
                <a:schemeClr val="dk2"/>
              </a:buClr>
              <a:buSzPts val="1000"/>
              <a:buNone/>
              <a:defRPr b="1" sz="1000">
                <a:solidFill>
                  <a:schemeClr val="dk2"/>
                </a:solidFill>
              </a:defRPr>
            </a:lvl5pPr>
            <a:lvl6pPr lvl="5" rtl="0">
              <a:spcBef>
                <a:spcPts val="0"/>
              </a:spcBef>
              <a:spcAft>
                <a:spcPts val="0"/>
              </a:spcAft>
              <a:buClr>
                <a:schemeClr val="dk2"/>
              </a:buClr>
              <a:buSzPts val="1000"/>
              <a:buNone/>
              <a:defRPr b="1" sz="1000">
                <a:solidFill>
                  <a:schemeClr val="dk2"/>
                </a:solidFill>
              </a:defRPr>
            </a:lvl6pPr>
            <a:lvl7pPr lvl="6" rtl="0">
              <a:spcBef>
                <a:spcPts val="0"/>
              </a:spcBef>
              <a:spcAft>
                <a:spcPts val="0"/>
              </a:spcAft>
              <a:buClr>
                <a:schemeClr val="dk2"/>
              </a:buClr>
              <a:buSzPts val="1000"/>
              <a:buNone/>
              <a:defRPr b="1" sz="1000">
                <a:solidFill>
                  <a:schemeClr val="dk2"/>
                </a:solidFill>
              </a:defRPr>
            </a:lvl7pPr>
            <a:lvl8pPr lvl="7" rtl="0">
              <a:spcBef>
                <a:spcPts val="0"/>
              </a:spcBef>
              <a:spcAft>
                <a:spcPts val="0"/>
              </a:spcAft>
              <a:buClr>
                <a:schemeClr val="dk2"/>
              </a:buClr>
              <a:buSzPts val="1000"/>
              <a:buNone/>
              <a:defRPr b="1" sz="1000">
                <a:solidFill>
                  <a:schemeClr val="dk2"/>
                </a:solidFill>
              </a:defRPr>
            </a:lvl8pPr>
            <a:lvl9pPr lvl="8" rtl="0">
              <a:spcBef>
                <a:spcPts val="0"/>
              </a:spcBef>
              <a:spcAft>
                <a:spcPts val="0"/>
              </a:spcAft>
              <a:buClr>
                <a:schemeClr val="dk2"/>
              </a:buClr>
              <a:buSzPts val="1000"/>
              <a:buNone/>
              <a:defRPr b="1" sz="1000">
                <a:solidFill>
                  <a:schemeClr val="dk2"/>
                </a:solidFill>
              </a:defRPr>
            </a:lvl9pPr>
          </a:lstStyle>
          <a:p/>
        </p:txBody>
      </p:sp>
      <p:sp>
        <p:nvSpPr>
          <p:cNvPr id="210" name="Google Shape;210;p26"/>
          <p:cNvSpPr txBox="1"/>
          <p:nvPr>
            <p:ph idx="21" type="body"/>
          </p:nvPr>
        </p:nvSpPr>
        <p:spPr>
          <a:xfrm>
            <a:off x="347475" y="1991600"/>
            <a:ext cx="1574100" cy="2024700"/>
          </a:xfrm>
          <a:prstGeom prst="rect">
            <a:avLst/>
          </a:prstGeom>
        </p:spPr>
        <p:txBody>
          <a:bodyPr anchorCtr="0" anchor="t" bIns="0" lIns="0" spcFirstLastPara="1" rIns="0" wrap="square" tIns="0">
            <a:noAutofit/>
          </a:bodyPr>
          <a:lstStyle>
            <a:lvl1pPr indent="-298450" lvl="0" marL="457200" rtl="0">
              <a:lnSpc>
                <a:spcPct val="125000"/>
              </a:lnSpc>
              <a:spcBef>
                <a:spcPts val="0"/>
              </a:spcBef>
              <a:spcAft>
                <a:spcPts val="0"/>
              </a:spcAft>
              <a:buSzPts val="1100"/>
              <a:buChar char="●"/>
              <a:defRPr b="1" sz="1100"/>
            </a:lvl1pPr>
            <a:lvl2pPr indent="-298450" lvl="1" marL="914400" rtl="0">
              <a:lnSpc>
                <a:spcPct val="125000"/>
              </a:lnSpc>
              <a:spcBef>
                <a:spcPts val="0"/>
              </a:spcBef>
              <a:spcAft>
                <a:spcPts val="0"/>
              </a:spcAft>
              <a:buSzPts val="1100"/>
              <a:buChar char="○"/>
              <a:defRPr b="1" sz="1100"/>
            </a:lvl2pPr>
            <a:lvl3pPr indent="-298450" lvl="2" marL="1371600" rtl="0">
              <a:lnSpc>
                <a:spcPct val="125000"/>
              </a:lnSpc>
              <a:spcBef>
                <a:spcPts val="0"/>
              </a:spcBef>
              <a:spcAft>
                <a:spcPts val="0"/>
              </a:spcAft>
              <a:buSzPts val="1100"/>
              <a:buChar char="■"/>
              <a:defRPr b="1" sz="1100"/>
            </a:lvl3pPr>
            <a:lvl4pPr indent="-298450" lvl="3" marL="1828800" rtl="0">
              <a:lnSpc>
                <a:spcPct val="125000"/>
              </a:lnSpc>
              <a:spcBef>
                <a:spcPts val="0"/>
              </a:spcBef>
              <a:spcAft>
                <a:spcPts val="0"/>
              </a:spcAft>
              <a:buSzPts val="1100"/>
              <a:buChar char="●"/>
              <a:defRPr b="1" sz="1100"/>
            </a:lvl4pPr>
            <a:lvl5pPr indent="-298450" lvl="4" marL="2286000" rtl="0">
              <a:lnSpc>
                <a:spcPct val="125000"/>
              </a:lnSpc>
              <a:spcBef>
                <a:spcPts val="0"/>
              </a:spcBef>
              <a:spcAft>
                <a:spcPts val="0"/>
              </a:spcAft>
              <a:buSzPts val="1100"/>
              <a:buChar char="○"/>
              <a:defRPr b="1" sz="1100"/>
            </a:lvl5pPr>
            <a:lvl6pPr indent="-298450" lvl="5" marL="2743200" rtl="0">
              <a:lnSpc>
                <a:spcPct val="125000"/>
              </a:lnSpc>
              <a:spcBef>
                <a:spcPts val="0"/>
              </a:spcBef>
              <a:spcAft>
                <a:spcPts val="0"/>
              </a:spcAft>
              <a:buSzPts val="1100"/>
              <a:buChar char="■"/>
              <a:defRPr b="1" sz="1100"/>
            </a:lvl6pPr>
            <a:lvl7pPr indent="-298450" lvl="6" marL="3200400" rtl="0">
              <a:lnSpc>
                <a:spcPct val="125000"/>
              </a:lnSpc>
              <a:spcBef>
                <a:spcPts val="0"/>
              </a:spcBef>
              <a:spcAft>
                <a:spcPts val="0"/>
              </a:spcAft>
              <a:buSzPts val="1100"/>
              <a:buChar char="●"/>
              <a:defRPr b="1" sz="1100"/>
            </a:lvl7pPr>
            <a:lvl8pPr indent="-298450" lvl="7" marL="3657600" rtl="0">
              <a:lnSpc>
                <a:spcPct val="125000"/>
              </a:lnSpc>
              <a:spcBef>
                <a:spcPts val="0"/>
              </a:spcBef>
              <a:spcAft>
                <a:spcPts val="0"/>
              </a:spcAft>
              <a:buSzPts val="1100"/>
              <a:buChar char="○"/>
              <a:defRPr b="1" sz="1100"/>
            </a:lvl8pPr>
            <a:lvl9pPr indent="-298450" lvl="8" marL="4114800" rtl="0">
              <a:lnSpc>
                <a:spcPct val="125000"/>
              </a:lnSpc>
              <a:spcBef>
                <a:spcPts val="0"/>
              </a:spcBef>
              <a:spcAft>
                <a:spcPts val="0"/>
              </a:spcAft>
              <a:buSzPts val="1100"/>
              <a:buChar char="■"/>
              <a:defRPr b="1" sz="1100"/>
            </a:lvl9pPr>
          </a:lstStyle>
          <a:p/>
        </p:txBody>
      </p:sp>
      <p:sp>
        <p:nvSpPr>
          <p:cNvPr id="211" name="Google Shape;211;p26"/>
          <p:cNvSpPr txBox="1"/>
          <p:nvPr>
            <p:ph idx="22" type="title"/>
          </p:nvPr>
        </p:nvSpPr>
        <p:spPr>
          <a:xfrm>
            <a:off x="347475" y="1035125"/>
            <a:ext cx="1574100" cy="875700"/>
          </a:xfrm>
          <a:prstGeom prst="rect">
            <a:avLst/>
          </a:prstGeom>
        </p:spPr>
        <p:txBody>
          <a:bodyPr anchorCtr="0" anchor="b" bIns="0" lIns="0" spcFirstLastPara="1" rIns="0" wrap="square" tIns="0">
            <a:noAutofit/>
          </a:bodyPr>
          <a:lstStyle>
            <a:lvl1pPr lvl="0" rtl="0">
              <a:spcBef>
                <a:spcPts val="0"/>
              </a:spcBef>
              <a:spcAft>
                <a:spcPts val="0"/>
              </a:spcAft>
              <a:buClr>
                <a:schemeClr val="accent3"/>
              </a:buClr>
              <a:buSzPts val="1900"/>
              <a:buNone/>
              <a:defRPr b="1" sz="1900">
                <a:solidFill>
                  <a:schemeClr val="accent3"/>
                </a:solidFill>
              </a:defRPr>
            </a:lvl1pPr>
            <a:lvl2pPr lvl="1" rtl="0">
              <a:spcBef>
                <a:spcPts val="0"/>
              </a:spcBef>
              <a:spcAft>
                <a:spcPts val="0"/>
              </a:spcAft>
              <a:buClr>
                <a:schemeClr val="accent3"/>
              </a:buClr>
              <a:buSzPts val="1900"/>
              <a:buNone/>
              <a:defRPr b="1" sz="1900">
                <a:solidFill>
                  <a:schemeClr val="accent3"/>
                </a:solidFill>
              </a:defRPr>
            </a:lvl2pPr>
            <a:lvl3pPr lvl="2" rtl="0">
              <a:spcBef>
                <a:spcPts val="0"/>
              </a:spcBef>
              <a:spcAft>
                <a:spcPts val="0"/>
              </a:spcAft>
              <a:buClr>
                <a:schemeClr val="accent3"/>
              </a:buClr>
              <a:buSzPts val="1900"/>
              <a:buNone/>
              <a:defRPr b="1" sz="1900">
                <a:solidFill>
                  <a:schemeClr val="accent3"/>
                </a:solidFill>
              </a:defRPr>
            </a:lvl3pPr>
            <a:lvl4pPr lvl="3" rtl="0">
              <a:spcBef>
                <a:spcPts val="0"/>
              </a:spcBef>
              <a:spcAft>
                <a:spcPts val="0"/>
              </a:spcAft>
              <a:buClr>
                <a:schemeClr val="accent3"/>
              </a:buClr>
              <a:buSzPts val="1900"/>
              <a:buNone/>
              <a:defRPr b="1" sz="1900">
                <a:solidFill>
                  <a:schemeClr val="accent3"/>
                </a:solidFill>
              </a:defRPr>
            </a:lvl4pPr>
            <a:lvl5pPr lvl="4" rtl="0">
              <a:spcBef>
                <a:spcPts val="0"/>
              </a:spcBef>
              <a:spcAft>
                <a:spcPts val="0"/>
              </a:spcAft>
              <a:buClr>
                <a:schemeClr val="accent3"/>
              </a:buClr>
              <a:buSzPts val="1900"/>
              <a:buNone/>
              <a:defRPr b="1" sz="1900">
                <a:solidFill>
                  <a:schemeClr val="accent3"/>
                </a:solidFill>
              </a:defRPr>
            </a:lvl5pPr>
            <a:lvl6pPr lvl="5" rtl="0">
              <a:spcBef>
                <a:spcPts val="0"/>
              </a:spcBef>
              <a:spcAft>
                <a:spcPts val="0"/>
              </a:spcAft>
              <a:buClr>
                <a:schemeClr val="accent3"/>
              </a:buClr>
              <a:buSzPts val="1900"/>
              <a:buNone/>
              <a:defRPr b="1" sz="1900">
                <a:solidFill>
                  <a:schemeClr val="accent3"/>
                </a:solidFill>
              </a:defRPr>
            </a:lvl6pPr>
            <a:lvl7pPr lvl="6" rtl="0">
              <a:spcBef>
                <a:spcPts val="0"/>
              </a:spcBef>
              <a:spcAft>
                <a:spcPts val="0"/>
              </a:spcAft>
              <a:buClr>
                <a:schemeClr val="accent3"/>
              </a:buClr>
              <a:buSzPts val="1900"/>
              <a:buNone/>
              <a:defRPr b="1" sz="1900">
                <a:solidFill>
                  <a:schemeClr val="accent3"/>
                </a:solidFill>
              </a:defRPr>
            </a:lvl7pPr>
            <a:lvl8pPr lvl="7" rtl="0">
              <a:spcBef>
                <a:spcPts val="0"/>
              </a:spcBef>
              <a:spcAft>
                <a:spcPts val="0"/>
              </a:spcAft>
              <a:buClr>
                <a:schemeClr val="accent3"/>
              </a:buClr>
              <a:buSzPts val="1900"/>
              <a:buNone/>
              <a:defRPr b="1" sz="1900">
                <a:solidFill>
                  <a:schemeClr val="accent3"/>
                </a:solidFill>
              </a:defRPr>
            </a:lvl8pPr>
            <a:lvl9pPr lvl="8" rtl="0">
              <a:spcBef>
                <a:spcPts val="0"/>
              </a:spcBef>
              <a:spcAft>
                <a:spcPts val="0"/>
              </a:spcAft>
              <a:buClr>
                <a:schemeClr val="accent3"/>
              </a:buClr>
              <a:buSzPts val="1900"/>
              <a:buNone/>
              <a:defRPr b="1" sz="1900">
                <a:solidFill>
                  <a:schemeClr val="accent3"/>
                </a:solidFill>
              </a:defRPr>
            </a:lvl9pPr>
          </a:lstStyle>
          <a:p/>
        </p:txBody>
      </p:sp>
      <p:pic>
        <p:nvPicPr>
          <p:cNvPr id="212" name="Google Shape;212;p26"/>
          <p:cNvPicPr preferRelativeResize="0"/>
          <p:nvPr/>
        </p:nvPicPr>
        <p:blipFill>
          <a:blip r:embed="rId2">
            <a:alphaModFix/>
          </a:blip>
          <a:stretch>
            <a:fillRect/>
          </a:stretch>
        </p:blipFill>
        <p:spPr>
          <a:xfrm>
            <a:off x="8833363" y="56338"/>
            <a:ext cx="256033" cy="256030"/>
          </a:xfrm>
          <a:prstGeom prst="rect">
            <a:avLst/>
          </a:prstGeom>
          <a:noFill/>
          <a:ln>
            <a:noFill/>
          </a:ln>
        </p:spPr>
      </p:pic>
    </p:spTree>
  </p:cSld>
  <p:clrMapOvr>
    <a:masterClrMapping/>
  </p:clrMapOvr>
  <p:extLst>
    <p:ext uri="{DCECCB84-F9BA-43D5-87BE-67443E8EF086}">
      <p15:sldGuideLst>
        <p15:guide id="1" orient="horz" pos="652">
          <p15:clr>
            <a:srgbClr val="E46962"/>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Divider">
  <p:cSld name="TITLE_2">
    <p:bg>
      <p:bgPr>
        <a:solidFill>
          <a:schemeClr val="accent1"/>
        </a:solidFill>
      </p:bgPr>
    </p:bg>
    <p:spTree>
      <p:nvGrpSpPr>
        <p:cNvPr id="213" name="Shape 213"/>
        <p:cNvGrpSpPr/>
        <p:nvPr/>
      </p:nvGrpSpPr>
      <p:grpSpPr>
        <a:xfrm>
          <a:off x="0" y="0"/>
          <a:ext cx="0" cy="0"/>
          <a:chOff x="0" y="0"/>
          <a:chExt cx="0" cy="0"/>
        </a:xfrm>
      </p:grpSpPr>
      <p:sp>
        <p:nvSpPr>
          <p:cNvPr id="214" name="Google Shape;214;p27"/>
          <p:cNvSpPr/>
          <p:nvPr/>
        </p:nvSpPr>
        <p:spPr>
          <a:xfrm>
            <a:off x="8800775" y="4770375"/>
            <a:ext cx="343200" cy="267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215" name="Google Shape;215;p27"/>
          <p:cNvSpPr txBox="1"/>
          <p:nvPr>
            <p:ph type="title"/>
          </p:nvPr>
        </p:nvSpPr>
        <p:spPr>
          <a:xfrm>
            <a:off x="1081050" y="2337150"/>
            <a:ext cx="6981900" cy="469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5200"/>
              <a:buNone/>
              <a:defRPr sz="5200">
                <a:solidFill>
                  <a:schemeClr val="lt1"/>
                </a:solidFill>
              </a:defRPr>
            </a:lvl1pPr>
            <a:lvl2pPr lvl="1" algn="ctr">
              <a:spcBef>
                <a:spcPts val="0"/>
              </a:spcBef>
              <a:spcAft>
                <a:spcPts val="0"/>
              </a:spcAft>
              <a:buClr>
                <a:schemeClr val="lt1"/>
              </a:buClr>
              <a:buSzPts val="5200"/>
              <a:buNone/>
              <a:defRPr sz="5200">
                <a:solidFill>
                  <a:schemeClr val="lt1"/>
                </a:solidFill>
              </a:defRPr>
            </a:lvl2pPr>
            <a:lvl3pPr lvl="2" algn="ctr">
              <a:spcBef>
                <a:spcPts val="0"/>
              </a:spcBef>
              <a:spcAft>
                <a:spcPts val="0"/>
              </a:spcAft>
              <a:buClr>
                <a:schemeClr val="lt1"/>
              </a:buClr>
              <a:buSzPts val="5200"/>
              <a:buNone/>
              <a:defRPr sz="5200">
                <a:solidFill>
                  <a:schemeClr val="lt1"/>
                </a:solidFill>
              </a:defRPr>
            </a:lvl3pPr>
            <a:lvl4pPr lvl="3" algn="ctr">
              <a:spcBef>
                <a:spcPts val="0"/>
              </a:spcBef>
              <a:spcAft>
                <a:spcPts val="0"/>
              </a:spcAft>
              <a:buClr>
                <a:schemeClr val="lt1"/>
              </a:buClr>
              <a:buSzPts val="5200"/>
              <a:buNone/>
              <a:defRPr sz="5200">
                <a:solidFill>
                  <a:schemeClr val="lt1"/>
                </a:solidFill>
              </a:defRPr>
            </a:lvl4pPr>
            <a:lvl5pPr lvl="4" algn="ctr">
              <a:spcBef>
                <a:spcPts val="0"/>
              </a:spcBef>
              <a:spcAft>
                <a:spcPts val="0"/>
              </a:spcAft>
              <a:buClr>
                <a:schemeClr val="lt1"/>
              </a:buClr>
              <a:buSzPts val="5200"/>
              <a:buNone/>
              <a:defRPr sz="5200">
                <a:solidFill>
                  <a:schemeClr val="lt1"/>
                </a:solidFill>
              </a:defRPr>
            </a:lvl5pPr>
            <a:lvl6pPr lvl="5" algn="ctr">
              <a:spcBef>
                <a:spcPts val="0"/>
              </a:spcBef>
              <a:spcAft>
                <a:spcPts val="0"/>
              </a:spcAft>
              <a:buClr>
                <a:schemeClr val="lt1"/>
              </a:buClr>
              <a:buSzPts val="5200"/>
              <a:buNone/>
              <a:defRPr sz="5200">
                <a:solidFill>
                  <a:schemeClr val="lt1"/>
                </a:solidFill>
              </a:defRPr>
            </a:lvl6pPr>
            <a:lvl7pPr lvl="6" algn="ctr">
              <a:spcBef>
                <a:spcPts val="0"/>
              </a:spcBef>
              <a:spcAft>
                <a:spcPts val="0"/>
              </a:spcAft>
              <a:buClr>
                <a:schemeClr val="lt1"/>
              </a:buClr>
              <a:buSzPts val="5200"/>
              <a:buNone/>
              <a:defRPr sz="5200">
                <a:solidFill>
                  <a:schemeClr val="lt1"/>
                </a:solidFill>
              </a:defRPr>
            </a:lvl7pPr>
            <a:lvl8pPr lvl="7" algn="ctr">
              <a:spcBef>
                <a:spcPts val="0"/>
              </a:spcBef>
              <a:spcAft>
                <a:spcPts val="0"/>
              </a:spcAft>
              <a:buClr>
                <a:schemeClr val="lt1"/>
              </a:buClr>
              <a:buSzPts val="5200"/>
              <a:buNone/>
              <a:defRPr sz="5200">
                <a:solidFill>
                  <a:schemeClr val="lt1"/>
                </a:solidFill>
              </a:defRPr>
            </a:lvl8pPr>
            <a:lvl9pPr lvl="8" algn="ctr">
              <a:spcBef>
                <a:spcPts val="0"/>
              </a:spcBef>
              <a:spcAft>
                <a:spcPts val="0"/>
              </a:spcAft>
              <a:buClr>
                <a:schemeClr val="lt1"/>
              </a:buClr>
              <a:buSzPts val="5200"/>
              <a:buNone/>
              <a:defRPr sz="5200">
                <a:solidFill>
                  <a:schemeClr val="lt1"/>
                </a:solidFill>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Big Statement">
  <p:cSld name="CUSTOM_9">
    <p:spTree>
      <p:nvGrpSpPr>
        <p:cNvPr id="216" name="Shape 216"/>
        <p:cNvGrpSpPr/>
        <p:nvPr/>
      </p:nvGrpSpPr>
      <p:grpSpPr>
        <a:xfrm>
          <a:off x="0" y="0"/>
          <a:ext cx="0" cy="0"/>
          <a:chOff x="0" y="0"/>
          <a:chExt cx="0" cy="0"/>
        </a:xfrm>
      </p:grpSpPr>
      <p:sp>
        <p:nvSpPr>
          <p:cNvPr id="217" name="Google Shape;217;p28"/>
          <p:cNvSpPr/>
          <p:nvPr/>
        </p:nvSpPr>
        <p:spPr>
          <a:xfrm>
            <a:off x="4572000" y="-125"/>
            <a:ext cx="4572000" cy="5143500"/>
          </a:xfrm>
          <a:prstGeom prst="rect">
            <a:avLst/>
          </a:prstGeom>
          <a:solidFill>
            <a:srgbClr val="FAF2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8" name="Google Shape;218;p28"/>
          <p:cNvPicPr preferRelativeResize="0"/>
          <p:nvPr/>
        </p:nvPicPr>
        <p:blipFill>
          <a:blip r:embed="rId2">
            <a:alphaModFix/>
          </a:blip>
          <a:stretch>
            <a:fillRect/>
          </a:stretch>
        </p:blipFill>
        <p:spPr>
          <a:xfrm>
            <a:off x="8833363" y="56338"/>
            <a:ext cx="256033" cy="256030"/>
          </a:xfrm>
          <a:prstGeom prst="rect">
            <a:avLst/>
          </a:prstGeom>
          <a:noFill/>
          <a:ln>
            <a:noFill/>
          </a:ln>
        </p:spPr>
      </p:pic>
      <p:sp>
        <p:nvSpPr>
          <p:cNvPr id="219" name="Google Shape;219;p28"/>
          <p:cNvSpPr txBox="1"/>
          <p:nvPr>
            <p:ph type="title"/>
          </p:nvPr>
        </p:nvSpPr>
        <p:spPr>
          <a:xfrm>
            <a:off x="395650" y="1496675"/>
            <a:ext cx="3730800" cy="14814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2"/>
              </a:buClr>
              <a:buSzPts val="4200"/>
              <a:buNone/>
              <a:defRPr sz="4200">
                <a:solidFill>
                  <a:schemeClr val="dk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20" name="Google Shape;220;p28"/>
          <p:cNvSpPr txBox="1"/>
          <p:nvPr>
            <p:ph idx="1" type="subTitle"/>
          </p:nvPr>
        </p:nvSpPr>
        <p:spPr>
          <a:xfrm>
            <a:off x="395650" y="3388900"/>
            <a:ext cx="3730800" cy="585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21" name="Google Shape;221;p28"/>
          <p:cNvSpPr txBox="1"/>
          <p:nvPr>
            <p:ph idx="2" type="body"/>
          </p:nvPr>
        </p:nvSpPr>
        <p:spPr>
          <a:xfrm>
            <a:off x="4994100" y="1168200"/>
            <a:ext cx="3727800" cy="2807100"/>
          </a:xfrm>
          <a:prstGeom prst="rect">
            <a:avLst/>
          </a:prstGeom>
        </p:spPr>
        <p:txBody>
          <a:bodyPr anchorCtr="0" anchor="ctr" bIns="91425" lIns="91425" spcFirstLastPara="1" rIns="91425" wrap="square" tIns="91425">
            <a:noAutofit/>
          </a:bodyPr>
          <a:lstStyle>
            <a:lvl1pPr indent="-317500" lvl="0" marL="457200" rtl="0">
              <a:spcBef>
                <a:spcPts val="0"/>
              </a:spcBef>
              <a:spcAft>
                <a:spcPts val="0"/>
              </a:spcAft>
              <a:buSzPts val="1400"/>
              <a:buChar char="●"/>
              <a:defRPr sz="1400"/>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222" name="Google Shape;222;p28"/>
          <p:cNvSpPr txBox="1"/>
          <p:nvPr/>
        </p:nvSpPr>
        <p:spPr>
          <a:xfrm>
            <a:off x="8588757" y="4753375"/>
            <a:ext cx="525600" cy="3120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en" sz="800">
                <a:solidFill>
                  <a:schemeClr val="dk2"/>
                </a:solidFill>
                <a:latin typeface="Poppins"/>
                <a:ea typeface="Poppins"/>
                <a:cs typeface="Poppins"/>
                <a:sym typeface="Poppins"/>
              </a:rPr>
              <a:t>  </a:t>
            </a:r>
            <a:fld id="{00000000-1234-1234-1234-123412341234}" type="slidenum">
              <a:rPr lang="en" sz="800">
                <a:solidFill>
                  <a:schemeClr val="dk2"/>
                </a:solidFill>
                <a:latin typeface="Poppins SemiBold"/>
                <a:ea typeface="Poppins SemiBold"/>
                <a:cs typeface="Poppins SemiBold"/>
                <a:sym typeface="Poppins SemiBold"/>
              </a:rPr>
              <a:t>‹#›</a:t>
            </a:fld>
            <a:endParaRPr sz="800">
              <a:solidFill>
                <a:schemeClr val="dk2"/>
              </a:solidFill>
              <a:latin typeface="Poppins SemiBold"/>
              <a:ea typeface="Poppins SemiBold"/>
              <a:cs typeface="Poppins SemiBold"/>
              <a:sym typeface="Poppins SemiBo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Comparison">
  <p:cSld name="CUSTOM_10">
    <p:spTree>
      <p:nvGrpSpPr>
        <p:cNvPr id="223" name="Shape 223"/>
        <p:cNvGrpSpPr/>
        <p:nvPr/>
      </p:nvGrpSpPr>
      <p:grpSpPr>
        <a:xfrm>
          <a:off x="0" y="0"/>
          <a:ext cx="0" cy="0"/>
          <a:chOff x="0" y="0"/>
          <a:chExt cx="0" cy="0"/>
        </a:xfrm>
      </p:grpSpPr>
      <p:sp>
        <p:nvSpPr>
          <p:cNvPr id="224" name="Google Shape;224;p29"/>
          <p:cNvSpPr/>
          <p:nvPr/>
        </p:nvSpPr>
        <p:spPr>
          <a:xfrm>
            <a:off x="0" y="0"/>
            <a:ext cx="4576800" cy="5150700"/>
          </a:xfrm>
          <a:prstGeom prst="rect">
            <a:avLst/>
          </a:prstGeom>
          <a:solidFill>
            <a:srgbClr val="FAF2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Medium"/>
              <a:ea typeface="Poppins Medium"/>
              <a:cs typeface="Poppins Medium"/>
              <a:sym typeface="Poppins Medium"/>
            </a:endParaRPr>
          </a:p>
        </p:txBody>
      </p:sp>
      <p:pic>
        <p:nvPicPr>
          <p:cNvPr id="225" name="Google Shape;225;p29"/>
          <p:cNvPicPr preferRelativeResize="0"/>
          <p:nvPr/>
        </p:nvPicPr>
        <p:blipFill>
          <a:blip r:embed="rId2">
            <a:alphaModFix/>
          </a:blip>
          <a:stretch>
            <a:fillRect/>
          </a:stretch>
        </p:blipFill>
        <p:spPr>
          <a:xfrm>
            <a:off x="8833363" y="56338"/>
            <a:ext cx="256033" cy="256030"/>
          </a:xfrm>
          <a:prstGeom prst="rect">
            <a:avLst/>
          </a:prstGeom>
          <a:noFill/>
          <a:ln>
            <a:noFill/>
          </a:ln>
        </p:spPr>
      </p:pic>
      <p:sp>
        <p:nvSpPr>
          <p:cNvPr id="226" name="Google Shape;226;p29"/>
          <p:cNvSpPr txBox="1"/>
          <p:nvPr>
            <p:ph type="title"/>
          </p:nvPr>
        </p:nvSpPr>
        <p:spPr>
          <a:xfrm>
            <a:off x="395675" y="494375"/>
            <a:ext cx="3730800" cy="6036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27" name="Google Shape;227;p29"/>
          <p:cNvSpPr txBox="1"/>
          <p:nvPr>
            <p:ph idx="1" type="body"/>
          </p:nvPr>
        </p:nvSpPr>
        <p:spPr>
          <a:xfrm>
            <a:off x="400325" y="1248650"/>
            <a:ext cx="3721500" cy="3209400"/>
          </a:xfrm>
          <a:prstGeom prst="rect">
            <a:avLst/>
          </a:prstGeom>
        </p:spPr>
        <p:txBody>
          <a:bodyPr anchorCtr="0" anchor="t" bIns="0" lIns="0" spcFirstLastPara="1" rIns="0" wrap="square" tIns="0">
            <a:no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28" name="Google Shape;228;p29"/>
          <p:cNvSpPr txBox="1"/>
          <p:nvPr>
            <p:ph idx="2" type="title"/>
          </p:nvPr>
        </p:nvSpPr>
        <p:spPr>
          <a:xfrm>
            <a:off x="4984000" y="494375"/>
            <a:ext cx="3730800" cy="603600"/>
          </a:xfrm>
          <a:prstGeom prst="rect">
            <a:avLst/>
          </a:prstGeom>
        </p:spPr>
        <p:txBody>
          <a:bodyPr anchorCtr="0" anchor="t" bIns="0" lIns="0" spcFirstLastPara="1" rIns="0" wrap="square" tIns="0">
            <a:noAutofit/>
          </a:bodyPr>
          <a:lstStyle>
            <a:lvl1pPr lvl="0">
              <a:spcBef>
                <a:spcPts val="0"/>
              </a:spcBef>
              <a:spcAft>
                <a:spcPts val="0"/>
              </a:spcAft>
              <a:buSzPts val="1800"/>
              <a:buNone/>
              <a:defRPr sz="18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9" name="Google Shape;229;p29"/>
          <p:cNvSpPr txBox="1"/>
          <p:nvPr>
            <p:ph idx="3" type="body"/>
          </p:nvPr>
        </p:nvSpPr>
        <p:spPr>
          <a:xfrm>
            <a:off x="4984000" y="1248650"/>
            <a:ext cx="3721500" cy="32094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sources">
  <p:cSld name="CUSTOM_11">
    <p:bg>
      <p:bgPr>
        <a:solidFill>
          <a:schemeClr val="accent1"/>
        </a:solidFill>
      </p:bgPr>
    </p:bg>
    <p:spTree>
      <p:nvGrpSpPr>
        <p:cNvPr id="230" name="Shape 230"/>
        <p:cNvGrpSpPr/>
        <p:nvPr/>
      </p:nvGrpSpPr>
      <p:grpSpPr>
        <a:xfrm>
          <a:off x="0" y="0"/>
          <a:ext cx="0" cy="0"/>
          <a:chOff x="0" y="0"/>
          <a:chExt cx="0" cy="0"/>
        </a:xfrm>
      </p:grpSpPr>
      <p:sp>
        <p:nvSpPr>
          <p:cNvPr id="231" name="Google Shape;231;p30"/>
          <p:cNvSpPr txBox="1"/>
          <p:nvPr>
            <p:ph type="title"/>
          </p:nvPr>
        </p:nvSpPr>
        <p:spPr>
          <a:xfrm>
            <a:off x="374904" y="548640"/>
            <a:ext cx="8394300" cy="2925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500"/>
              <a:buNone/>
              <a:defRPr sz="2500">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pic>
        <p:nvPicPr>
          <p:cNvPr id="232" name="Google Shape;232;p30"/>
          <p:cNvPicPr preferRelativeResize="0"/>
          <p:nvPr/>
        </p:nvPicPr>
        <p:blipFill rotWithShape="1">
          <a:blip r:embed="rId2">
            <a:alphaModFix/>
          </a:blip>
          <a:srcRect b="21394" l="5653" r="78268" t="21296"/>
          <a:stretch/>
        </p:blipFill>
        <p:spPr>
          <a:xfrm>
            <a:off x="8833925" y="60136"/>
            <a:ext cx="254899" cy="248436"/>
          </a:xfrm>
          <a:prstGeom prst="rect">
            <a:avLst/>
          </a:prstGeom>
          <a:noFill/>
          <a:ln>
            <a:noFill/>
          </a:ln>
        </p:spPr>
      </p:pic>
      <p:sp>
        <p:nvSpPr>
          <p:cNvPr id="233" name="Google Shape;233;p30"/>
          <p:cNvSpPr txBox="1"/>
          <p:nvPr/>
        </p:nvSpPr>
        <p:spPr>
          <a:xfrm>
            <a:off x="8588757" y="4753375"/>
            <a:ext cx="525600" cy="3120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en" sz="800">
                <a:solidFill>
                  <a:schemeClr val="lt1"/>
                </a:solidFill>
                <a:latin typeface="Poppins"/>
                <a:ea typeface="Poppins"/>
                <a:cs typeface="Poppins"/>
                <a:sym typeface="Poppins"/>
              </a:rPr>
              <a:t>  </a:t>
            </a:r>
            <a:fld id="{00000000-1234-1234-1234-123412341234}" type="slidenum">
              <a:rPr lang="en" sz="800">
                <a:solidFill>
                  <a:schemeClr val="lt1"/>
                </a:solidFill>
                <a:latin typeface="Poppins SemiBold"/>
                <a:ea typeface="Poppins SemiBold"/>
                <a:cs typeface="Poppins SemiBold"/>
                <a:sym typeface="Poppins SemiBold"/>
              </a:rPr>
              <a:t>‹#›</a:t>
            </a:fld>
            <a:endParaRPr sz="800">
              <a:solidFill>
                <a:schemeClr val="lt1"/>
              </a:solidFill>
              <a:latin typeface="Poppins SemiBold"/>
              <a:ea typeface="Poppins SemiBold"/>
              <a:cs typeface="Poppins SemiBold"/>
              <a:sym typeface="Poppins SemiBold"/>
            </a:endParaRPr>
          </a:p>
        </p:txBody>
      </p:sp>
      <p:sp>
        <p:nvSpPr>
          <p:cNvPr id="234" name="Google Shape;234;p30"/>
          <p:cNvSpPr txBox="1"/>
          <p:nvPr>
            <p:ph idx="1" type="body"/>
          </p:nvPr>
        </p:nvSpPr>
        <p:spPr>
          <a:xfrm>
            <a:off x="1527048" y="1271016"/>
            <a:ext cx="6090000" cy="3182100"/>
          </a:xfrm>
          <a:prstGeom prst="rect">
            <a:avLst/>
          </a:prstGeom>
        </p:spPr>
        <p:txBody>
          <a:bodyPr anchorCtr="0" anchor="t" bIns="0" lIns="0" spcFirstLastPara="1" rIns="0" wrap="square" tIns="0">
            <a:normAutofit/>
          </a:bodyPr>
          <a:lstStyle>
            <a:lvl1pPr indent="-330200" lvl="0" marL="457200">
              <a:lnSpc>
                <a:spcPct val="150000"/>
              </a:lnSpc>
              <a:spcBef>
                <a:spcPts val="0"/>
              </a:spcBef>
              <a:spcAft>
                <a:spcPts val="0"/>
              </a:spcAft>
              <a:buClr>
                <a:schemeClr val="lt1"/>
              </a:buClr>
              <a:buSzPts val="1600"/>
              <a:buChar char="●"/>
              <a:defRPr sz="1600">
                <a:solidFill>
                  <a:schemeClr val="lt1"/>
                </a:solidFill>
              </a:defRPr>
            </a:lvl1pPr>
            <a:lvl2pPr indent="-330200" lvl="1" marL="914400">
              <a:lnSpc>
                <a:spcPct val="150000"/>
              </a:lnSpc>
              <a:spcBef>
                <a:spcPts val="0"/>
              </a:spcBef>
              <a:spcAft>
                <a:spcPts val="0"/>
              </a:spcAft>
              <a:buClr>
                <a:schemeClr val="lt1"/>
              </a:buClr>
              <a:buSzPts val="1600"/>
              <a:buChar char="○"/>
              <a:defRPr sz="1600">
                <a:solidFill>
                  <a:schemeClr val="lt1"/>
                </a:solidFill>
              </a:defRPr>
            </a:lvl2pPr>
            <a:lvl3pPr indent="-330200" lvl="2" marL="1371600">
              <a:lnSpc>
                <a:spcPct val="150000"/>
              </a:lnSpc>
              <a:spcBef>
                <a:spcPts val="0"/>
              </a:spcBef>
              <a:spcAft>
                <a:spcPts val="0"/>
              </a:spcAft>
              <a:buClr>
                <a:schemeClr val="lt1"/>
              </a:buClr>
              <a:buSzPts val="1600"/>
              <a:buChar char="■"/>
              <a:defRPr sz="1600">
                <a:solidFill>
                  <a:schemeClr val="lt1"/>
                </a:solidFill>
              </a:defRPr>
            </a:lvl3pPr>
            <a:lvl4pPr indent="-330200" lvl="3" marL="1828800">
              <a:lnSpc>
                <a:spcPct val="150000"/>
              </a:lnSpc>
              <a:spcBef>
                <a:spcPts val="0"/>
              </a:spcBef>
              <a:spcAft>
                <a:spcPts val="0"/>
              </a:spcAft>
              <a:buClr>
                <a:schemeClr val="lt1"/>
              </a:buClr>
              <a:buSzPts val="1600"/>
              <a:buChar char="●"/>
              <a:defRPr sz="1600">
                <a:solidFill>
                  <a:schemeClr val="lt1"/>
                </a:solidFill>
              </a:defRPr>
            </a:lvl4pPr>
            <a:lvl5pPr indent="-330200" lvl="4" marL="2286000">
              <a:lnSpc>
                <a:spcPct val="150000"/>
              </a:lnSpc>
              <a:spcBef>
                <a:spcPts val="0"/>
              </a:spcBef>
              <a:spcAft>
                <a:spcPts val="0"/>
              </a:spcAft>
              <a:buClr>
                <a:schemeClr val="lt1"/>
              </a:buClr>
              <a:buSzPts val="1600"/>
              <a:buChar char="○"/>
              <a:defRPr sz="1600">
                <a:solidFill>
                  <a:schemeClr val="lt1"/>
                </a:solidFill>
              </a:defRPr>
            </a:lvl5pPr>
            <a:lvl6pPr indent="-330200" lvl="5" marL="2743200">
              <a:lnSpc>
                <a:spcPct val="150000"/>
              </a:lnSpc>
              <a:spcBef>
                <a:spcPts val="0"/>
              </a:spcBef>
              <a:spcAft>
                <a:spcPts val="0"/>
              </a:spcAft>
              <a:buClr>
                <a:schemeClr val="lt1"/>
              </a:buClr>
              <a:buSzPts val="1600"/>
              <a:buChar char="■"/>
              <a:defRPr sz="1600">
                <a:solidFill>
                  <a:schemeClr val="lt1"/>
                </a:solidFill>
              </a:defRPr>
            </a:lvl6pPr>
            <a:lvl7pPr indent="-330200" lvl="6" marL="3200400">
              <a:lnSpc>
                <a:spcPct val="150000"/>
              </a:lnSpc>
              <a:spcBef>
                <a:spcPts val="0"/>
              </a:spcBef>
              <a:spcAft>
                <a:spcPts val="0"/>
              </a:spcAft>
              <a:buClr>
                <a:schemeClr val="lt1"/>
              </a:buClr>
              <a:buSzPts val="1600"/>
              <a:buChar char="●"/>
              <a:defRPr sz="1600">
                <a:solidFill>
                  <a:schemeClr val="lt1"/>
                </a:solidFill>
              </a:defRPr>
            </a:lvl7pPr>
            <a:lvl8pPr indent="-330200" lvl="7" marL="3657600">
              <a:lnSpc>
                <a:spcPct val="150000"/>
              </a:lnSpc>
              <a:spcBef>
                <a:spcPts val="0"/>
              </a:spcBef>
              <a:spcAft>
                <a:spcPts val="0"/>
              </a:spcAft>
              <a:buClr>
                <a:schemeClr val="lt1"/>
              </a:buClr>
              <a:buSzPts val="1600"/>
              <a:buChar char="○"/>
              <a:defRPr sz="1600">
                <a:solidFill>
                  <a:schemeClr val="lt1"/>
                </a:solidFill>
              </a:defRPr>
            </a:lvl8pPr>
            <a:lvl9pPr indent="-330200" lvl="8" marL="4114800">
              <a:lnSpc>
                <a:spcPct val="150000"/>
              </a:lnSpc>
              <a:spcBef>
                <a:spcPts val="0"/>
              </a:spcBef>
              <a:spcAft>
                <a:spcPts val="0"/>
              </a:spcAft>
              <a:buClr>
                <a:schemeClr val="lt1"/>
              </a:buClr>
              <a:buSzPts val="1600"/>
              <a:buChar char="■"/>
              <a:defRPr sz="1600">
                <a:solidFill>
                  <a:schemeClr val="lt1"/>
                </a:solidFill>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o Card">
  <p:cSld name="CUSTOM_11_1">
    <p:bg>
      <p:bgPr>
        <a:solidFill>
          <a:schemeClr val="accent1"/>
        </a:solidFill>
      </p:bgPr>
    </p:bg>
    <p:spTree>
      <p:nvGrpSpPr>
        <p:cNvPr id="235" name="Shape 235"/>
        <p:cNvGrpSpPr/>
        <p:nvPr/>
      </p:nvGrpSpPr>
      <p:grpSpPr>
        <a:xfrm>
          <a:off x="0" y="0"/>
          <a:ext cx="0" cy="0"/>
          <a:chOff x="0" y="0"/>
          <a:chExt cx="0" cy="0"/>
        </a:xfrm>
      </p:grpSpPr>
      <p:pic>
        <p:nvPicPr>
          <p:cNvPr id="236" name="Google Shape;236;p31"/>
          <p:cNvPicPr preferRelativeResize="0"/>
          <p:nvPr/>
        </p:nvPicPr>
        <p:blipFill rotWithShape="1">
          <a:blip r:embed="rId2">
            <a:alphaModFix/>
          </a:blip>
          <a:srcRect b="21394" l="5653" r="78268" t="21296"/>
          <a:stretch/>
        </p:blipFill>
        <p:spPr>
          <a:xfrm>
            <a:off x="8833925" y="60136"/>
            <a:ext cx="254899" cy="248436"/>
          </a:xfrm>
          <a:prstGeom prst="rect">
            <a:avLst/>
          </a:prstGeom>
          <a:noFill/>
          <a:ln>
            <a:noFill/>
          </a:ln>
        </p:spPr>
      </p:pic>
      <p:sp>
        <p:nvSpPr>
          <p:cNvPr id="237" name="Google Shape;237;p31"/>
          <p:cNvSpPr txBox="1"/>
          <p:nvPr>
            <p:ph type="title"/>
          </p:nvPr>
        </p:nvSpPr>
        <p:spPr>
          <a:xfrm>
            <a:off x="1100000" y="882450"/>
            <a:ext cx="6944100" cy="292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3800"/>
              <a:buNone/>
              <a:defRPr sz="3800">
                <a:solidFill>
                  <a:schemeClr val="lt1"/>
                </a:solidFill>
              </a:defRPr>
            </a:lvl1pPr>
            <a:lvl2pPr lvl="1" rtl="0">
              <a:spcBef>
                <a:spcPts val="0"/>
              </a:spcBef>
              <a:spcAft>
                <a:spcPts val="0"/>
              </a:spcAft>
              <a:buClr>
                <a:schemeClr val="lt1"/>
              </a:buClr>
              <a:buSzPts val="3800"/>
              <a:buNone/>
              <a:defRPr sz="3800">
                <a:solidFill>
                  <a:schemeClr val="lt1"/>
                </a:solidFill>
              </a:defRPr>
            </a:lvl2pPr>
            <a:lvl3pPr lvl="2" rtl="0">
              <a:spcBef>
                <a:spcPts val="0"/>
              </a:spcBef>
              <a:spcAft>
                <a:spcPts val="0"/>
              </a:spcAft>
              <a:buClr>
                <a:schemeClr val="lt1"/>
              </a:buClr>
              <a:buSzPts val="3800"/>
              <a:buNone/>
              <a:defRPr sz="3800">
                <a:solidFill>
                  <a:schemeClr val="lt1"/>
                </a:solidFill>
              </a:defRPr>
            </a:lvl3pPr>
            <a:lvl4pPr lvl="3" rtl="0">
              <a:spcBef>
                <a:spcPts val="0"/>
              </a:spcBef>
              <a:spcAft>
                <a:spcPts val="0"/>
              </a:spcAft>
              <a:buClr>
                <a:schemeClr val="lt1"/>
              </a:buClr>
              <a:buSzPts val="3800"/>
              <a:buNone/>
              <a:defRPr sz="3800">
                <a:solidFill>
                  <a:schemeClr val="lt1"/>
                </a:solidFill>
              </a:defRPr>
            </a:lvl4pPr>
            <a:lvl5pPr lvl="4" rtl="0">
              <a:spcBef>
                <a:spcPts val="0"/>
              </a:spcBef>
              <a:spcAft>
                <a:spcPts val="0"/>
              </a:spcAft>
              <a:buClr>
                <a:schemeClr val="lt1"/>
              </a:buClr>
              <a:buSzPts val="3800"/>
              <a:buNone/>
              <a:defRPr sz="3800">
                <a:solidFill>
                  <a:schemeClr val="lt1"/>
                </a:solidFill>
              </a:defRPr>
            </a:lvl5pPr>
            <a:lvl6pPr lvl="5" rtl="0">
              <a:spcBef>
                <a:spcPts val="0"/>
              </a:spcBef>
              <a:spcAft>
                <a:spcPts val="0"/>
              </a:spcAft>
              <a:buClr>
                <a:schemeClr val="lt1"/>
              </a:buClr>
              <a:buSzPts val="3800"/>
              <a:buNone/>
              <a:defRPr sz="3800">
                <a:solidFill>
                  <a:schemeClr val="lt1"/>
                </a:solidFill>
              </a:defRPr>
            </a:lvl6pPr>
            <a:lvl7pPr lvl="6" rtl="0">
              <a:spcBef>
                <a:spcPts val="0"/>
              </a:spcBef>
              <a:spcAft>
                <a:spcPts val="0"/>
              </a:spcAft>
              <a:buClr>
                <a:schemeClr val="lt1"/>
              </a:buClr>
              <a:buSzPts val="3800"/>
              <a:buNone/>
              <a:defRPr sz="3800">
                <a:solidFill>
                  <a:schemeClr val="lt1"/>
                </a:solidFill>
              </a:defRPr>
            </a:lvl7pPr>
            <a:lvl8pPr lvl="7" rtl="0">
              <a:spcBef>
                <a:spcPts val="0"/>
              </a:spcBef>
              <a:spcAft>
                <a:spcPts val="0"/>
              </a:spcAft>
              <a:buClr>
                <a:schemeClr val="lt1"/>
              </a:buClr>
              <a:buSzPts val="3800"/>
              <a:buNone/>
              <a:defRPr sz="3800">
                <a:solidFill>
                  <a:schemeClr val="lt1"/>
                </a:solidFill>
              </a:defRPr>
            </a:lvl8pPr>
            <a:lvl9pPr lvl="8" rtl="0">
              <a:spcBef>
                <a:spcPts val="0"/>
              </a:spcBef>
              <a:spcAft>
                <a:spcPts val="0"/>
              </a:spcAft>
              <a:buClr>
                <a:schemeClr val="lt1"/>
              </a:buClr>
              <a:buSzPts val="3800"/>
              <a:buNone/>
              <a:defRPr sz="3800">
                <a:solidFill>
                  <a:schemeClr val="lt1"/>
                </a:solidFill>
              </a:defRPr>
            </a:lvl9pPr>
          </a:lstStyle>
          <a:p/>
        </p:txBody>
      </p:sp>
      <p:sp>
        <p:nvSpPr>
          <p:cNvPr id="238" name="Google Shape;238;p31"/>
          <p:cNvSpPr txBox="1"/>
          <p:nvPr>
            <p:ph idx="1" type="body"/>
          </p:nvPr>
        </p:nvSpPr>
        <p:spPr>
          <a:xfrm>
            <a:off x="1102849" y="1735850"/>
            <a:ext cx="3186900" cy="2295000"/>
          </a:xfrm>
          <a:prstGeom prst="rect">
            <a:avLst/>
          </a:prstGeom>
        </p:spPr>
        <p:txBody>
          <a:bodyPr anchorCtr="0" anchor="ctr" bIns="0" lIns="0" spcFirstLastPara="1" rIns="0" wrap="square" tIns="0">
            <a:normAutofit/>
          </a:bodyPr>
          <a:lstStyle>
            <a:lvl1pPr indent="-419100" lvl="0" marL="457200" rtl="0" algn="ctr">
              <a:lnSpc>
                <a:spcPct val="100000"/>
              </a:lnSpc>
              <a:spcBef>
                <a:spcPts val="0"/>
              </a:spcBef>
              <a:spcAft>
                <a:spcPts val="0"/>
              </a:spcAft>
              <a:buClr>
                <a:schemeClr val="lt1"/>
              </a:buClr>
              <a:buSzPts val="3000"/>
              <a:buChar char="●"/>
              <a:defRPr sz="3000">
                <a:solidFill>
                  <a:schemeClr val="lt1"/>
                </a:solidFill>
              </a:defRPr>
            </a:lvl1pPr>
            <a:lvl2pPr indent="-419100" lvl="1" marL="914400" rtl="0" algn="ctr">
              <a:lnSpc>
                <a:spcPct val="100000"/>
              </a:lnSpc>
              <a:spcBef>
                <a:spcPts val="0"/>
              </a:spcBef>
              <a:spcAft>
                <a:spcPts val="0"/>
              </a:spcAft>
              <a:buClr>
                <a:schemeClr val="lt1"/>
              </a:buClr>
              <a:buSzPts val="3000"/>
              <a:buChar char="○"/>
              <a:defRPr sz="3000">
                <a:solidFill>
                  <a:schemeClr val="lt1"/>
                </a:solidFill>
              </a:defRPr>
            </a:lvl2pPr>
            <a:lvl3pPr indent="-419100" lvl="2" marL="1371600" rtl="0" algn="ctr">
              <a:lnSpc>
                <a:spcPct val="100000"/>
              </a:lnSpc>
              <a:spcBef>
                <a:spcPts val="0"/>
              </a:spcBef>
              <a:spcAft>
                <a:spcPts val="0"/>
              </a:spcAft>
              <a:buClr>
                <a:schemeClr val="lt1"/>
              </a:buClr>
              <a:buSzPts val="3000"/>
              <a:buChar char="■"/>
              <a:defRPr sz="3000">
                <a:solidFill>
                  <a:schemeClr val="lt1"/>
                </a:solidFill>
              </a:defRPr>
            </a:lvl3pPr>
            <a:lvl4pPr indent="-419100" lvl="3" marL="1828800" rtl="0" algn="ctr">
              <a:lnSpc>
                <a:spcPct val="100000"/>
              </a:lnSpc>
              <a:spcBef>
                <a:spcPts val="0"/>
              </a:spcBef>
              <a:spcAft>
                <a:spcPts val="0"/>
              </a:spcAft>
              <a:buClr>
                <a:schemeClr val="lt1"/>
              </a:buClr>
              <a:buSzPts val="3000"/>
              <a:buChar char="●"/>
              <a:defRPr sz="3000">
                <a:solidFill>
                  <a:schemeClr val="lt1"/>
                </a:solidFill>
              </a:defRPr>
            </a:lvl4pPr>
            <a:lvl5pPr indent="-419100" lvl="4" marL="2286000" rtl="0" algn="ctr">
              <a:lnSpc>
                <a:spcPct val="100000"/>
              </a:lnSpc>
              <a:spcBef>
                <a:spcPts val="0"/>
              </a:spcBef>
              <a:spcAft>
                <a:spcPts val="0"/>
              </a:spcAft>
              <a:buClr>
                <a:schemeClr val="lt1"/>
              </a:buClr>
              <a:buSzPts val="3000"/>
              <a:buChar char="○"/>
              <a:defRPr sz="3000">
                <a:solidFill>
                  <a:schemeClr val="lt1"/>
                </a:solidFill>
              </a:defRPr>
            </a:lvl5pPr>
            <a:lvl6pPr indent="-419100" lvl="5" marL="2743200" rtl="0" algn="ctr">
              <a:lnSpc>
                <a:spcPct val="100000"/>
              </a:lnSpc>
              <a:spcBef>
                <a:spcPts val="0"/>
              </a:spcBef>
              <a:spcAft>
                <a:spcPts val="0"/>
              </a:spcAft>
              <a:buClr>
                <a:schemeClr val="lt1"/>
              </a:buClr>
              <a:buSzPts val="3000"/>
              <a:buChar char="■"/>
              <a:defRPr sz="3000">
                <a:solidFill>
                  <a:schemeClr val="lt1"/>
                </a:solidFill>
              </a:defRPr>
            </a:lvl6pPr>
            <a:lvl7pPr indent="-419100" lvl="6" marL="3200400" rtl="0" algn="ctr">
              <a:lnSpc>
                <a:spcPct val="100000"/>
              </a:lnSpc>
              <a:spcBef>
                <a:spcPts val="0"/>
              </a:spcBef>
              <a:spcAft>
                <a:spcPts val="0"/>
              </a:spcAft>
              <a:buClr>
                <a:schemeClr val="lt1"/>
              </a:buClr>
              <a:buSzPts val="3000"/>
              <a:buChar char="●"/>
              <a:defRPr sz="3000">
                <a:solidFill>
                  <a:schemeClr val="lt1"/>
                </a:solidFill>
              </a:defRPr>
            </a:lvl7pPr>
            <a:lvl8pPr indent="-419100" lvl="7" marL="3657600" rtl="0" algn="ctr">
              <a:lnSpc>
                <a:spcPct val="100000"/>
              </a:lnSpc>
              <a:spcBef>
                <a:spcPts val="0"/>
              </a:spcBef>
              <a:spcAft>
                <a:spcPts val="0"/>
              </a:spcAft>
              <a:buClr>
                <a:schemeClr val="lt1"/>
              </a:buClr>
              <a:buSzPts val="3000"/>
              <a:buChar char="○"/>
              <a:defRPr sz="3000">
                <a:solidFill>
                  <a:schemeClr val="lt1"/>
                </a:solidFill>
              </a:defRPr>
            </a:lvl8pPr>
            <a:lvl9pPr indent="-419100" lvl="8" marL="4114800" rtl="0" algn="ctr">
              <a:lnSpc>
                <a:spcPct val="100000"/>
              </a:lnSpc>
              <a:spcBef>
                <a:spcPts val="0"/>
              </a:spcBef>
              <a:spcAft>
                <a:spcPts val="0"/>
              </a:spcAft>
              <a:buClr>
                <a:schemeClr val="lt1"/>
              </a:buClr>
              <a:buSzPts val="3000"/>
              <a:buChar char="■"/>
              <a:defRPr sz="3000">
                <a:solidFill>
                  <a:schemeClr val="lt1"/>
                </a:solidFill>
              </a:defRPr>
            </a:lvl9pPr>
          </a:lstStyle>
          <a:p/>
        </p:txBody>
      </p:sp>
      <p:sp>
        <p:nvSpPr>
          <p:cNvPr id="239" name="Google Shape;239;p31"/>
          <p:cNvSpPr/>
          <p:nvPr/>
        </p:nvSpPr>
        <p:spPr>
          <a:xfrm>
            <a:off x="8803825" y="4762500"/>
            <a:ext cx="340200" cy="292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theme" Target="../theme/theme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accent1"/>
              </a:buClr>
              <a:buSzPts val="2800"/>
              <a:buFont typeface="Poppins"/>
              <a:buNone/>
              <a:defRPr b="1" sz="2800">
                <a:solidFill>
                  <a:schemeClr val="accent1"/>
                </a:solidFill>
                <a:latin typeface="Poppins"/>
                <a:ea typeface="Poppins"/>
                <a:cs typeface="Poppins"/>
                <a:sym typeface="Poppins"/>
              </a:defRPr>
            </a:lvl1pPr>
            <a:lvl2pPr lvl="1" rtl="0">
              <a:spcBef>
                <a:spcPts val="0"/>
              </a:spcBef>
              <a:spcAft>
                <a:spcPts val="0"/>
              </a:spcAft>
              <a:buClr>
                <a:schemeClr val="accent1"/>
              </a:buClr>
              <a:buSzPts val="2800"/>
              <a:buFont typeface="Poppins"/>
              <a:buNone/>
              <a:defRPr b="1" sz="2800">
                <a:solidFill>
                  <a:schemeClr val="accent1"/>
                </a:solidFill>
                <a:latin typeface="Poppins"/>
                <a:ea typeface="Poppins"/>
                <a:cs typeface="Poppins"/>
                <a:sym typeface="Poppins"/>
              </a:defRPr>
            </a:lvl2pPr>
            <a:lvl3pPr lvl="2" rtl="0">
              <a:spcBef>
                <a:spcPts val="0"/>
              </a:spcBef>
              <a:spcAft>
                <a:spcPts val="0"/>
              </a:spcAft>
              <a:buClr>
                <a:schemeClr val="accent1"/>
              </a:buClr>
              <a:buSzPts val="2800"/>
              <a:buFont typeface="Poppins"/>
              <a:buNone/>
              <a:defRPr b="1" sz="2800">
                <a:solidFill>
                  <a:schemeClr val="accent1"/>
                </a:solidFill>
                <a:latin typeface="Poppins"/>
                <a:ea typeface="Poppins"/>
                <a:cs typeface="Poppins"/>
                <a:sym typeface="Poppins"/>
              </a:defRPr>
            </a:lvl3pPr>
            <a:lvl4pPr lvl="3" rtl="0">
              <a:spcBef>
                <a:spcPts val="0"/>
              </a:spcBef>
              <a:spcAft>
                <a:spcPts val="0"/>
              </a:spcAft>
              <a:buClr>
                <a:schemeClr val="accent1"/>
              </a:buClr>
              <a:buSzPts val="2800"/>
              <a:buFont typeface="Poppins"/>
              <a:buNone/>
              <a:defRPr b="1" sz="2800">
                <a:solidFill>
                  <a:schemeClr val="accent1"/>
                </a:solidFill>
                <a:latin typeface="Poppins"/>
                <a:ea typeface="Poppins"/>
                <a:cs typeface="Poppins"/>
                <a:sym typeface="Poppins"/>
              </a:defRPr>
            </a:lvl4pPr>
            <a:lvl5pPr lvl="4" rtl="0">
              <a:spcBef>
                <a:spcPts val="0"/>
              </a:spcBef>
              <a:spcAft>
                <a:spcPts val="0"/>
              </a:spcAft>
              <a:buClr>
                <a:schemeClr val="accent1"/>
              </a:buClr>
              <a:buSzPts val="2800"/>
              <a:buFont typeface="Poppins"/>
              <a:buNone/>
              <a:defRPr b="1" sz="2800">
                <a:solidFill>
                  <a:schemeClr val="accent1"/>
                </a:solidFill>
                <a:latin typeface="Poppins"/>
                <a:ea typeface="Poppins"/>
                <a:cs typeface="Poppins"/>
                <a:sym typeface="Poppins"/>
              </a:defRPr>
            </a:lvl5pPr>
            <a:lvl6pPr lvl="5" rtl="0">
              <a:spcBef>
                <a:spcPts val="0"/>
              </a:spcBef>
              <a:spcAft>
                <a:spcPts val="0"/>
              </a:spcAft>
              <a:buClr>
                <a:schemeClr val="accent1"/>
              </a:buClr>
              <a:buSzPts val="2800"/>
              <a:buFont typeface="Poppins"/>
              <a:buNone/>
              <a:defRPr b="1" sz="2800">
                <a:solidFill>
                  <a:schemeClr val="accent1"/>
                </a:solidFill>
                <a:latin typeface="Poppins"/>
                <a:ea typeface="Poppins"/>
                <a:cs typeface="Poppins"/>
                <a:sym typeface="Poppins"/>
              </a:defRPr>
            </a:lvl6pPr>
            <a:lvl7pPr lvl="6" rtl="0">
              <a:spcBef>
                <a:spcPts val="0"/>
              </a:spcBef>
              <a:spcAft>
                <a:spcPts val="0"/>
              </a:spcAft>
              <a:buClr>
                <a:schemeClr val="accent1"/>
              </a:buClr>
              <a:buSzPts val="2800"/>
              <a:buFont typeface="Poppins"/>
              <a:buNone/>
              <a:defRPr b="1" sz="2800">
                <a:solidFill>
                  <a:schemeClr val="accent1"/>
                </a:solidFill>
                <a:latin typeface="Poppins"/>
                <a:ea typeface="Poppins"/>
                <a:cs typeface="Poppins"/>
                <a:sym typeface="Poppins"/>
              </a:defRPr>
            </a:lvl7pPr>
            <a:lvl8pPr lvl="7" rtl="0">
              <a:spcBef>
                <a:spcPts val="0"/>
              </a:spcBef>
              <a:spcAft>
                <a:spcPts val="0"/>
              </a:spcAft>
              <a:buClr>
                <a:schemeClr val="accent1"/>
              </a:buClr>
              <a:buSzPts val="2800"/>
              <a:buFont typeface="Poppins"/>
              <a:buNone/>
              <a:defRPr b="1" sz="2800">
                <a:solidFill>
                  <a:schemeClr val="accent1"/>
                </a:solidFill>
                <a:latin typeface="Poppins"/>
                <a:ea typeface="Poppins"/>
                <a:cs typeface="Poppins"/>
                <a:sym typeface="Poppins"/>
              </a:defRPr>
            </a:lvl8pPr>
            <a:lvl9pPr lvl="8" rtl="0">
              <a:spcBef>
                <a:spcPts val="0"/>
              </a:spcBef>
              <a:spcAft>
                <a:spcPts val="0"/>
              </a:spcAft>
              <a:buClr>
                <a:schemeClr val="accent1"/>
              </a:buClr>
              <a:buSzPts val="2800"/>
              <a:buFont typeface="Poppins"/>
              <a:buNone/>
              <a:defRPr b="1" sz="2800">
                <a:solidFill>
                  <a:schemeClr val="accent1"/>
                </a:solidFill>
                <a:latin typeface="Poppins"/>
                <a:ea typeface="Poppins"/>
                <a:cs typeface="Poppins"/>
                <a:sym typeface="Poppins"/>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25000"/>
              </a:lnSpc>
              <a:spcBef>
                <a:spcPts val="0"/>
              </a:spcBef>
              <a:spcAft>
                <a:spcPts val="0"/>
              </a:spcAft>
              <a:buClr>
                <a:schemeClr val="dk2"/>
              </a:buClr>
              <a:buSzPts val="1800"/>
              <a:buFont typeface="Poppins"/>
              <a:buChar char="●"/>
              <a:defRPr sz="1800">
                <a:solidFill>
                  <a:schemeClr val="dk2"/>
                </a:solidFill>
                <a:latin typeface="Poppins"/>
                <a:ea typeface="Poppins"/>
                <a:cs typeface="Poppins"/>
                <a:sym typeface="Poppins"/>
              </a:defRPr>
            </a:lvl1pPr>
            <a:lvl2pPr indent="-317500" lvl="1" marL="914400" rtl="0">
              <a:lnSpc>
                <a:spcPct val="125000"/>
              </a:lnSpc>
              <a:spcBef>
                <a:spcPts val="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indent="-317500" lvl="2" marL="1371600" rtl="0">
              <a:lnSpc>
                <a:spcPct val="125000"/>
              </a:lnSpc>
              <a:spcBef>
                <a:spcPts val="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indent="-317500" lvl="3" marL="1828800" rtl="0">
              <a:lnSpc>
                <a:spcPct val="125000"/>
              </a:lnSpc>
              <a:spcBef>
                <a:spcPts val="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indent="-317500" lvl="4" marL="2286000" rtl="0">
              <a:lnSpc>
                <a:spcPct val="125000"/>
              </a:lnSpc>
              <a:spcBef>
                <a:spcPts val="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indent="-317500" lvl="5" marL="2743200" rtl="0">
              <a:lnSpc>
                <a:spcPct val="125000"/>
              </a:lnSpc>
              <a:spcBef>
                <a:spcPts val="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indent="-317500" lvl="6" marL="3200400" rtl="0">
              <a:lnSpc>
                <a:spcPct val="125000"/>
              </a:lnSpc>
              <a:spcBef>
                <a:spcPts val="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indent="-317500" lvl="7" marL="3657600" rtl="0">
              <a:lnSpc>
                <a:spcPct val="125000"/>
              </a:lnSpc>
              <a:spcBef>
                <a:spcPts val="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indent="-317500" lvl="8" marL="4114800" rtl="0">
              <a:lnSpc>
                <a:spcPct val="125000"/>
              </a:lnSpc>
              <a:spcBef>
                <a:spcPts val="0"/>
              </a:spcBef>
              <a:spcAft>
                <a:spcPts val="0"/>
              </a:spcAft>
              <a:buClr>
                <a:schemeClr val="dk2"/>
              </a:buClr>
              <a:buSzPts val="1400"/>
              <a:buFont typeface="Poppins"/>
              <a:buChar char="■"/>
              <a:defRPr>
                <a:solidFill>
                  <a:schemeClr val="dk2"/>
                </a:solidFill>
                <a:latin typeface="Poppins"/>
                <a:ea typeface="Poppins"/>
                <a:cs typeface="Poppins"/>
                <a:sym typeface="Poppins"/>
              </a:defRPr>
            </a:lvl9pPr>
          </a:lstStyle>
          <a:p/>
        </p:txBody>
      </p:sp>
      <p:sp>
        <p:nvSpPr>
          <p:cNvPr id="8" name="Google Shape;8;p1"/>
          <p:cNvSpPr txBox="1"/>
          <p:nvPr/>
        </p:nvSpPr>
        <p:spPr>
          <a:xfrm>
            <a:off x="8588757" y="4753375"/>
            <a:ext cx="525600" cy="3120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en" sz="800">
                <a:solidFill>
                  <a:schemeClr val="dk2"/>
                </a:solidFill>
                <a:latin typeface="Poppins"/>
                <a:ea typeface="Poppins"/>
                <a:cs typeface="Poppins"/>
                <a:sym typeface="Poppins"/>
              </a:rPr>
              <a:t>  </a:t>
            </a:r>
            <a:fld id="{00000000-1234-1234-1234-123412341234}" type="slidenum">
              <a:rPr lang="en" sz="800">
                <a:solidFill>
                  <a:schemeClr val="dk2"/>
                </a:solidFill>
                <a:latin typeface="Poppins SemiBold"/>
                <a:ea typeface="Poppins SemiBold"/>
                <a:cs typeface="Poppins SemiBold"/>
                <a:sym typeface="Poppins SemiBold"/>
              </a:rPr>
              <a:t>‹#›</a:t>
            </a:fld>
            <a:endParaRPr sz="800">
              <a:solidFill>
                <a:schemeClr val="dk2"/>
              </a:solidFill>
              <a:latin typeface="Poppins SemiBold"/>
              <a:ea typeface="Poppins SemiBold"/>
              <a:cs typeface="Poppins SemiBold"/>
              <a:sym typeface="Poppins SemiBo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 Id="rId3" Type="http://schemas.openxmlformats.org/officeDocument/2006/relationships/slide" Target="/ppt/slides/slide37.xml"/><Relationship Id="rId4" Type="http://schemas.openxmlformats.org/officeDocument/2006/relationships/slide" Target="/ppt/slides/slide4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8.xml"/><Relationship Id="rId3" Type="http://schemas.openxmlformats.org/officeDocument/2006/relationships/image" Target="../media/image7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9.xml"/><Relationship Id="rId3" Type="http://schemas.openxmlformats.org/officeDocument/2006/relationships/image" Target="../media/image7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33.xml"/><Relationship Id="rId3" Type="http://schemas.openxmlformats.org/officeDocument/2006/relationships/image" Target="../media/image1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9.xml"/><Relationship Id="rId3" Type="http://schemas.openxmlformats.org/officeDocument/2006/relationships/image" Target="../media/image13.png"/><Relationship Id="rId4" Type="http://schemas.openxmlformats.org/officeDocument/2006/relationships/image" Target="../media/image22.png"/><Relationship Id="rId5" Type="http://schemas.openxmlformats.org/officeDocument/2006/relationships/image" Target="../media/image10.png"/><Relationship Id="rId6" Type="http://schemas.openxmlformats.org/officeDocument/2006/relationships/image" Target="../media/image6.png"/></Relationships>
</file>

<file path=ppt/slides/_rels/slide40.xml.rels><?xml version="1.0" encoding="UTF-8" standalone="yes"?><Relationships xmlns="http://schemas.openxmlformats.org/package/2006/relationships"><Relationship Id="rId40" Type="http://schemas.openxmlformats.org/officeDocument/2006/relationships/image" Target="../media/image62.png"/><Relationship Id="rId42" Type="http://schemas.openxmlformats.org/officeDocument/2006/relationships/image" Target="../media/image41.png"/><Relationship Id="rId41" Type="http://schemas.openxmlformats.org/officeDocument/2006/relationships/image" Target="../media/image47.png"/><Relationship Id="rId44" Type="http://schemas.openxmlformats.org/officeDocument/2006/relationships/image" Target="../media/image43.png"/><Relationship Id="rId43" Type="http://schemas.openxmlformats.org/officeDocument/2006/relationships/image" Target="../media/image51.png"/><Relationship Id="rId46" Type="http://schemas.openxmlformats.org/officeDocument/2006/relationships/image" Target="../media/image48.png"/><Relationship Id="rId45" Type="http://schemas.openxmlformats.org/officeDocument/2006/relationships/image" Target="../media/image53.png"/><Relationship Id="rId1" Type="http://schemas.openxmlformats.org/officeDocument/2006/relationships/slideLayout" Target="../slideLayouts/slideLayout13.xml"/><Relationship Id="rId2" Type="http://schemas.openxmlformats.org/officeDocument/2006/relationships/notesSlide" Target="../notesSlides/notesSlide40.xml"/><Relationship Id="rId3" Type="http://schemas.openxmlformats.org/officeDocument/2006/relationships/hyperlink" Target="https://drive.google.com/drive/folders/1WVETtVPReQgAGsLP0F8T0iX_zjUsUIbg" TargetMode="External"/><Relationship Id="rId4" Type="http://schemas.openxmlformats.org/officeDocument/2006/relationships/image" Target="../media/image8.png"/><Relationship Id="rId9" Type="http://schemas.openxmlformats.org/officeDocument/2006/relationships/image" Target="../media/image36.png"/><Relationship Id="rId48" Type="http://schemas.openxmlformats.org/officeDocument/2006/relationships/image" Target="../media/image50.png"/><Relationship Id="rId47" Type="http://schemas.openxmlformats.org/officeDocument/2006/relationships/image" Target="../media/image46.png"/><Relationship Id="rId49" Type="http://schemas.openxmlformats.org/officeDocument/2006/relationships/image" Target="../media/image55.png"/><Relationship Id="rId5" Type="http://schemas.openxmlformats.org/officeDocument/2006/relationships/image" Target="../media/image14.png"/><Relationship Id="rId6" Type="http://schemas.openxmlformats.org/officeDocument/2006/relationships/image" Target="../media/image7.png"/><Relationship Id="rId7" Type="http://schemas.openxmlformats.org/officeDocument/2006/relationships/image" Target="../media/image11.png"/><Relationship Id="rId8" Type="http://schemas.openxmlformats.org/officeDocument/2006/relationships/image" Target="../media/image9.png"/><Relationship Id="rId31" Type="http://schemas.openxmlformats.org/officeDocument/2006/relationships/image" Target="../media/image33.png"/><Relationship Id="rId30" Type="http://schemas.openxmlformats.org/officeDocument/2006/relationships/image" Target="../media/image37.png"/><Relationship Id="rId33" Type="http://schemas.openxmlformats.org/officeDocument/2006/relationships/image" Target="../media/image39.png"/><Relationship Id="rId32" Type="http://schemas.openxmlformats.org/officeDocument/2006/relationships/image" Target="../media/image30.png"/><Relationship Id="rId35" Type="http://schemas.openxmlformats.org/officeDocument/2006/relationships/image" Target="../media/image54.png"/><Relationship Id="rId34" Type="http://schemas.openxmlformats.org/officeDocument/2006/relationships/image" Target="../media/image45.png"/><Relationship Id="rId37" Type="http://schemas.openxmlformats.org/officeDocument/2006/relationships/image" Target="../media/image49.png"/><Relationship Id="rId36" Type="http://schemas.openxmlformats.org/officeDocument/2006/relationships/image" Target="../media/image56.png"/><Relationship Id="rId39" Type="http://schemas.openxmlformats.org/officeDocument/2006/relationships/image" Target="../media/image42.png"/><Relationship Id="rId38" Type="http://schemas.openxmlformats.org/officeDocument/2006/relationships/image" Target="../media/image44.png"/><Relationship Id="rId20" Type="http://schemas.openxmlformats.org/officeDocument/2006/relationships/image" Target="../media/image24.png"/><Relationship Id="rId22" Type="http://schemas.openxmlformats.org/officeDocument/2006/relationships/image" Target="../media/image27.png"/><Relationship Id="rId21" Type="http://schemas.openxmlformats.org/officeDocument/2006/relationships/image" Target="../media/image26.png"/><Relationship Id="rId24" Type="http://schemas.openxmlformats.org/officeDocument/2006/relationships/image" Target="../media/image40.png"/><Relationship Id="rId23" Type="http://schemas.openxmlformats.org/officeDocument/2006/relationships/image" Target="../media/image34.png"/><Relationship Id="rId26" Type="http://schemas.openxmlformats.org/officeDocument/2006/relationships/image" Target="../media/image28.png"/><Relationship Id="rId25" Type="http://schemas.openxmlformats.org/officeDocument/2006/relationships/image" Target="../media/image29.png"/><Relationship Id="rId28" Type="http://schemas.openxmlformats.org/officeDocument/2006/relationships/image" Target="../media/image35.png"/><Relationship Id="rId27" Type="http://schemas.openxmlformats.org/officeDocument/2006/relationships/image" Target="../media/image31.png"/><Relationship Id="rId29" Type="http://schemas.openxmlformats.org/officeDocument/2006/relationships/image" Target="../media/image32.png"/><Relationship Id="rId51" Type="http://schemas.openxmlformats.org/officeDocument/2006/relationships/image" Target="../media/image59.png"/><Relationship Id="rId50" Type="http://schemas.openxmlformats.org/officeDocument/2006/relationships/image" Target="../media/image52.png"/><Relationship Id="rId53" Type="http://schemas.openxmlformats.org/officeDocument/2006/relationships/image" Target="../media/image65.png"/><Relationship Id="rId52" Type="http://schemas.openxmlformats.org/officeDocument/2006/relationships/image" Target="../media/image64.png"/><Relationship Id="rId11" Type="http://schemas.openxmlformats.org/officeDocument/2006/relationships/image" Target="../media/image19.png"/><Relationship Id="rId10" Type="http://schemas.openxmlformats.org/officeDocument/2006/relationships/image" Target="../media/image23.png"/><Relationship Id="rId13" Type="http://schemas.openxmlformats.org/officeDocument/2006/relationships/image" Target="../media/image18.png"/><Relationship Id="rId12" Type="http://schemas.openxmlformats.org/officeDocument/2006/relationships/image" Target="../media/image15.png"/><Relationship Id="rId15" Type="http://schemas.openxmlformats.org/officeDocument/2006/relationships/image" Target="../media/image16.png"/><Relationship Id="rId14" Type="http://schemas.openxmlformats.org/officeDocument/2006/relationships/image" Target="../media/image17.png"/><Relationship Id="rId17" Type="http://schemas.openxmlformats.org/officeDocument/2006/relationships/image" Target="../media/image20.png"/><Relationship Id="rId16" Type="http://schemas.openxmlformats.org/officeDocument/2006/relationships/image" Target="../media/image25.png"/><Relationship Id="rId19" Type="http://schemas.openxmlformats.org/officeDocument/2006/relationships/image" Target="../media/image38.png"/><Relationship Id="rId18" Type="http://schemas.openxmlformats.org/officeDocument/2006/relationships/image" Target="../media/image2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1.xml"/><Relationship Id="rId3" Type="http://schemas.openxmlformats.org/officeDocument/2006/relationships/image" Target="../media/image68.png"/><Relationship Id="rId4" Type="http://schemas.openxmlformats.org/officeDocument/2006/relationships/image" Target="../media/image70.png"/><Relationship Id="rId5" Type="http://schemas.openxmlformats.org/officeDocument/2006/relationships/image" Target="../media/image74.png"/><Relationship Id="rId6" Type="http://schemas.openxmlformats.org/officeDocument/2006/relationships/image" Target="../media/image63.png"/><Relationship Id="rId7" Type="http://schemas.openxmlformats.org/officeDocument/2006/relationships/image" Target="../media/image66.png"/><Relationship Id="rId8" Type="http://schemas.openxmlformats.org/officeDocument/2006/relationships/image" Target="../media/image6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2.xml"/><Relationship Id="rId3" Type="http://schemas.openxmlformats.org/officeDocument/2006/relationships/image" Target="../media/image69.png"/><Relationship Id="rId4" Type="http://schemas.openxmlformats.org/officeDocument/2006/relationships/image" Target="../media/image5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4.xml"/><Relationship Id="rId3" Type="http://schemas.openxmlformats.org/officeDocument/2006/relationships/image" Target="../media/image5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5.xml"/><Relationship Id="rId3" Type="http://schemas.openxmlformats.org/officeDocument/2006/relationships/image" Target="../media/image61.png"/><Relationship Id="rId4" Type="http://schemas.openxmlformats.org/officeDocument/2006/relationships/image" Target="../media/image35.png"/><Relationship Id="rId5" Type="http://schemas.openxmlformats.org/officeDocument/2006/relationships/image" Target="../media/image9.png"/><Relationship Id="rId6" Type="http://schemas.openxmlformats.org/officeDocument/2006/relationships/image" Target="../media/image36.png"/><Relationship Id="rId7" Type="http://schemas.openxmlformats.org/officeDocument/2006/relationships/image" Target="../media/image2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6.xml"/><Relationship Id="rId3" Type="http://schemas.openxmlformats.org/officeDocument/2006/relationships/image" Target="../media/image75.png"/><Relationship Id="rId4" Type="http://schemas.openxmlformats.org/officeDocument/2006/relationships/image" Target="../media/image71.png"/><Relationship Id="rId5" Type="http://schemas.openxmlformats.org/officeDocument/2006/relationships/image" Target="../media/image73.png"/><Relationship Id="rId6" Type="http://schemas.openxmlformats.org/officeDocument/2006/relationships/image" Target="../media/image6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3" name="Shape 243"/>
        <p:cNvGrpSpPr/>
        <p:nvPr/>
      </p:nvGrpSpPr>
      <p:grpSpPr>
        <a:xfrm>
          <a:off x="0" y="0"/>
          <a:ext cx="0" cy="0"/>
          <a:chOff x="0" y="0"/>
          <a:chExt cx="0" cy="0"/>
        </a:xfrm>
      </p:grpSpPr>
      <p:sp>
        <p:nvSpPr>
          <p:cNvPr id="244" name="Google Shape;244;p32"/>
          <p:cNvSpPr txBox="1"/>
          <p:nvPr/>
        </p:nvSpPr>
        <p:spPr>
          <a:xfrm>
            <a:off x="402325" y="1173375"/>
            <a:ext cx="5888700" cy="629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4800">
                <a:solidFill>
                  <a:schemeClr val="dk1"/>
                </a:solidFill>
                <a:latin typeface="Poppins SemiBold"/>
                <a:ea typeface="Poppins SemiBold"/>
                <a:cs typeface="Poppins SemiBold"/>
                <a:sym typeface="Poppins SemiBold"/>
              </a:rPr>
              <a:t>Instructions</a:t>
            </a:r>
            <a:endParaRPr sz="4800">
              <a:solidFill>
                <a:schemeClr val="dk1"/>
              </a:solidFill>
              <a:latin typeface="Poppins SemiBold"/>
              <a:ea typeface="Poppins SemiBold"/>
              <a:cs typeface="Poppins SemiBold"/>
              <a:sym typeface="Poppins SemiBold"/>
            </a:endParaRPr>
          </a:p>
        </p:txBody>
      </p:sp>
      <p:sp>
        <p:nvSpPr>
          <p:cNvPr id="245" name="Google Shape;245;p32"/>
          <p:cNvSpPr txBox="1"/>
          <p:nvPr/>
        </p:nvSpPr>
        <p:spPr>
          <a:xfrm>
            <a:off x="402325" y="2097625"/>
            <a:ext cx="6948000" cy="2001900"/>
          </a:xfrm>
          <a:prstGeom prst="rect">
            <a:avLst/>
          </a:prstGeom>
          <a:noFill/>
          <a:ln>
            <a:noFill/>
          </a:ln>
        </p:spPr>
        <p:txBody>
          <a:bodyPr anchorCtr="0" anchor="t" bIns="0" lIns="0" spcFirstLastPara="1" rIns="0" wrap="square" tIns="0">
            <a:noAutofit/>
          </a:bodyPr>
          <a:lstStyle/>
          <a:p>
            <a:pPr indent="-292100" lvl="0" marL="457200" rtl="0" algn="l">
              <a:lnSpc>
                <a:spcPct val="115000"/>
              </a:lnSpc>
              <a:spcBef>
                <a:spcPts val="0"/>
              </a:spcBef>
              <a:spcAft>
                <a:spcPts val="0"/>
              </a:spcAft>
              <a:buClr>
                <a:schemeClr val="dk1"/>
              </a:buClr>
              <a:buSzPts val="1000"/>
              <a:buFont typeface="Poppins"/>
              <a:buAutoNum type="arabicPeriod"/>
            </a:pPr>
            <a:r>
              <a:rPr b="1" lang="en" sz="1000">
                <a:solidFill>
                  <a:schemeClr val="dk1"/>
                </a:solidFill>
                <a:latin typeface="Poppins"/>
                <a:ea typeface="Poppins"/>
                <a:cs typeface="Poppins"/>
                <a:sym typeface="Poppins"/>
              </a:rPr>
              <a:t>Select a location other than the original template folder</a:t>
            </a:r>
            <a:r>
              <a:rPr lang="en" sz="1000">
                <a:solidFill>
                  <a:schemeClr val="dk1"/>
                </a:solidFill>
                <a:latin typeface="Poppins"/>
                <a:ea typeface="Poppins"/>
                <a:cs typeface="Poppins"/>
                <a:sym typeface="Poppins"/>
              </a:rPr>
              <a:t> to create your presentation copy.</a:t>
            </a:r>
            <a:endParaRPr sz="1000">
              <a:solidFill>
                <a:schemeClr val="dk1"/>
              </a:solidFill>
              <a:latin typeface="Poppins"/>
              <a:ea typeface="Poppins"/>
              <a:cs typeface="Poppins"/>
              <a:sym typeface="Poppins"/>
            </a:endParaRPr>
          </a:p>
          <a:p>
            <a:pPr indent="-292100" lvl="0" marL="457200" rtl="0" algn="l">
              <a:lnSpc>
                <a:spcPct val="115000"/>
              </a:lnSpc>
              <a:spcBef>
                <a:spcPts val="1000"/>
              </a:spcBef>
              <a:spcAft>
                <a:spcPts val="0"/>
              </a:spcAft>
              <a:buClr>
                <a:schemeClr val="dk1"/>
              </a:buClr>
              <a:buSzPts val="1000"/>
              <a:buFont typeface="Poppins"/>
              <a:buAutoNum type="arabicPeriod"/>
            </a:pPr>
            <a:r>
              <a:rPr lang="en" sz="1000">
                <a:solidFill>
                  <a:schemeClr val="dk1"/>
                </a:solidFill>
                <a:latin typeface="Poppins"/>
                <a:ea typeface="Poppins"/>
                <a:cs typeface="Poppins"/>
                <a:sym typeface="Poppins"/>
              </a:rPr>
              <a:t>For optimal viewing, please use </a:t>
            </a:r>
            <a:r>
              <a:rPr b="1" lang="en" sz="1000">
                <a:solidFill>
                  <a:schemeClr val="dk1"/>
                </a:solidFill>
                <a:latin typeface="Poppins"/>
                <a:ea typeface="Poppins"/>
                <a:cs typeface="Poppins"/>
                <a:sym typeface="Poppins"/>
              </a:rPr>
              <a:t>Google Chrome</a:t>
            </a:r>
            <a:r>
              <a:rPr lang="en" sz="1000">
                <a:solidFill>
                  <a:schemeClr val="dk1"/>
                </a:solidFill>
                <a:latin typeface="Poppins"/>
                <a:ea typeface="Poppins"/>
                <a:cs typeface="Poppins"/>
                <a:sym typeface="Poppins"/>
              </a:rPr>
              <a:t>.</a:t>
            </a:r>
            <a:endParaRPr sz="1000">
              <a:solidFill>
                <a:schemeClr val="dk1"/>
              </a:solidFill>
              <a:latin typeface="Poppins"/>
              <a:ea typeface="Poppins"/>
              <a:cs typeface="Poppins"/>
              <a:sym typeface="Poppins"/>
            </a:endParaRPr>
          </a:p>
          <a:p>
            <a:pPr indent="-292100" lvl="0" marL="457200" rtl="0" algn="l">
              <a:lnSpc>
                <a:spcPct val="115000"/>
              </a:lnSpc>
              <a:spcBef>
                <a:spcPts val="1000"/>
              </a:spcBef>
              <a:spcAft>
                <a:spcPts val="0"/>
              </a:spcAft>
              <a:buClr>
                <a:schemeClr val="dk1"/>
              </a:buClr>
              <a:buSzPts val="1000"/>
              <a:buFont typeface="Poppins"/>
              <a:buAutoNum type="arabicPeriod"/>
            </a:pPr>
            <a:r>
              <a:rPr b="1" lang="en" sz="1000">
                <a:solidFill>
                  <a:schemeClr val="dk1"/>
                </a:solidFill>
                <a:latin typeface="Poppins"/>
                <a:ea typeface="Poppins"/>
                <a:cs typeface="Poppins"/>
                <a:sym typeface="Poppins"/>
              </a:rPr>
              <a:t>Templates:</a:t>
            </a:r>
            <a:r>
              <a:rPr lang="en" sz="1000">
                <a:solidFill>
                  <a:schemeClr val="dk1"/>
                </a:solidFill>
                <a:latin typeface="Poppins"/>
                <a:ea typeface="Poppins"/>
                <a:cs typeface="Poppins"/>
                <a:sym typeface="Poppins"/>
              </a:rPr>
              <a:t> Select fully-templated slides for your deck from the slide library by clicking </a:t>
            </a:r>
            <a:br>
              <a:rPr lang="en" sz="1000">
                <a:solidFill>
                  <a:schemeClr val="dk1"/>
                </a:solidFill>
                <a:latin typeface="Poppins"/>
                <a:ea typeface="Poppins"/>
                <a:cs typeface="Poppins"/>
                <a:sym typeface="Poppins"/>
              </a:rPr>
            </a:br>
            <a:r>
              <a:rPr b="1" lang="en" sz="1000">
                <a:solidFill>
                  <a:schemeClr val="dk1"/>
                </a:solidFill>
                <a:latin typeface="Poppins"/>
                <a:ea typeface="Poppins"/>
                <a:cs typeface="Poppins"/>
                <a:sym typeface="Poppins"/>
              </a:rPr>
              <a:t>“Insert”</a:t>
            </a:r>
            <a:r>
              <a:rPr lang="en" sz="1000">
                <a:solidFill>
                  <a:schemeClr val="dk1"/>
                </a:solidFill>
                <a:latin typeface="Poppins"/>
                <a:ea typeface="Poppins"/>
                <a:cs typeface="Poppins"/>
                <a:sym typeface="Poppins"/>
              </a:rPr>
              <a:t> &gt; </a:t>
            </a:r>
            <a:r>
              <a:rPr b="1" lang="en" sz="1000">
                <a:solidFill>
                  <a:schemeClr val="dk1"/>
                </a:solidFill>
                <a:latin typeface="Poppins"/>
                <a:ea typeface="Poppins"/>
                <a:cs typeface="Poppins"/>
                <a:sym typeface="Poppins"/>
              </a:rPr>
              <a:t>“New Slide” </a:t>
            </a:r>
            <a:r>
              <a:rPr lang="en" sz="1000">
                <a:solidFill>
                  <a:schemeClr val="dk1"/>
                </a:solidFill>
                <a:latin typeface="Poppins"/>
                <a:ea typeface="Poppins"/>
                <a:cs typeface="Poppins"/>
                <a:sym typeface="Poppins"/>
              </a:rPr>
              <a:t>and then </a:t>
            </a:r>
            <a:r>
              <a:rPr b="1" lang="en" sz="1000">
                <a:solidFill>
                  <a:schemeClr val="dk1"/>
                </a:solidFill>
                <a:latin typeface="Poppins"/>
                <a:ea typeface="Poppins"/>
                <a:cs typeface="Poppins"/>
                <a:sym typeface="Poppins"/>
              </a:rPr>
              <a:t>“Slide”</a:t>
            </a:r>
            <a:r>
              <a:rPr lang="en" sz="1000">
                <a:solidFill>
                  <a:schemeClr val="dk1"/>
                </a:solidFill>
                <a:latin typeface="Poppins"/>
                <a:ea typeface="Poppins"/>
                <a:cs typeface="Poppins"/>
                <a:sym typeface="Poppins"/>
              </a:rPr>
              <a:t> &gt; </a:t>
            </a:r>
            <a:r>
              <a:rPr b="1" lang="en" sz="1000">
                <a:solidFill>
                  <a:schemeClr val="dk1"/>
                </a:solidFill>
                <a:latin typeface="Poppins"/>
                <a:ea typeface="Poppins"/>
                <a:cs typeface="Poppins"/>
                <a:sym typeface="Poppins"/>
              </a:rPr>
              <a:t>“Apply layout”</a:t>
            </a:r>
            <a:r>
              <a:rPr lang="en" sz="1000">
                <a:solidFill>
                  <a:schemeClr val="dk1"/>
                </a:solidFill>
                <a:latin typeface="Poppins"/>
                <a:ea typeface="Poppins"/>
                <a:cs typeface="Poppins"/>
                <a:sym typeface="Poppins"/>
              </a:rPr>
              <a:t>.</a:t>
            </a:r>
            <a:endParaRPr sz="1000">
              <a:solidFill>
                <a:schemeClr val="dk1"/>
              </a:solidFill>
              <a:latin typeface="Poppins"/>
              <a:ea typeface="Poppins"/>
              <a:cs typeface="Poppins"/>
              <a:sym typeface="Poppins"/>
            </a:endParaRPr>
          </a:p>
          <a:p>
            <a:pPr indent="-292100" lvl="0" marL="457200" rtl="0" algn="l">
              <a:lnSpc>
                <a:spcPct val="115000"/>
              </a:lnSpc>
              <a:spcBef>
                <a:spcPts val="1000"/>
              </a:spcBef>
              <a:spcAft>
                <a:spcPts val="0"/>
              </a:spcAft>
              <a:buClr>
                <a:schemeClr val="dk1"/>
              </a:buClr>
              <a:buSzPts val="1000"/>
              <a:buFont typeface="Poppins"/>
              <a:buAutoNum type="arabicPeriod"/>
            </a:pPr>
            <a:r>
              <a:rPr b="1" lang="en" sz="1000">
                <a:solidFill>
                  <a:schemeClr val="dk1"/>
                </a:solidFill>
                <a:latin typeface="Poppins"/>
                <a:ea typeface="Poppins"/>
                <a:cs typeface="Poppins"/>
                <a:sym typeface="Poppins"/>
              </a:rPr>
              <a:t>Design Toolkit:</a:t>
            </a:r>
            <a:r>
              <a:rPr lang="en" sz="1000">
                <a:solidFill>
                  <a:schemeClr val="dk1"/>
                </a:solidFill>
                <a:latin typeface="Poppins"/>
                <a:ea typeface="Poppins"/>
                <a:cs typeface="Poppins"/>
                <a:sym typeface="Poppins"/>
              </a:rPr>
              <a:t> Find logos, icons, graphs, tables and more by </a:t>
            </a:r>
            <a:r>
              <a:rPr b="1" lang="en" sz="1000" u="sng">
                <a:solidFill>
                  <a:schemeClr val="accent1"/>
                </a:solidFill>
                <a:latin typeface="Poppins"/>
                <a:ea typeface="Poppins"/>
                <a:cs typeface="Poppins"/>
                <a:sym typeface="Poppins"/>
                <a:hlinkClick action="ppaction://hlinksldjump" r:id="rId3">
                  <a:extLst>
                    <a:ext uri="{A12FA001-AC4F-418D-AE19-62706E023703}">
                      <ahyp:hlinkClr val="tx"/>
                    </a:ext>
                  </a:extLst>
                </a:hlinkClick>
              </a:rPr>
              <a:t>clicking here</a:t>
            </a:r>
            <a:r>
              <a:rPr lang="en" sz="1000">
                <a:solidFill>
                  <a:schemeClr val="accent1"/>
                </a:solidFill>
                <a:latin typeface="Poppins"/>
                <a:ea typeface="Poppins"/>
                <a:cs typeface="Poppins"/>
                <a:sym typeface="Poppins"/>
              </a:rPr>
              <a:t>.</a:t>
            </a:r>
            <a:endParaRPr sz="1000">
              <a:solidFill>
                <a:schemeClr val="accent1"/>
              </a:solidFill>
              <a:latin typeface="Poppins"/>
              <a:ea typeface="Poppins"/>
              <a:cs typeface="Poppins"/>
              <a:sym typeface="Poppins"/>
            </a:endParaRPr>
          </a:p>
          <a:p>
            <a:pPr indent="-292100" lvl="0" marL="457200" rtl="0" algn="l">
              <a:lnSpc>
                <a:spcPct val="115000"/>
              </a:lnSpc>
              <a:spcBef>
                <a:spcPts val="1000"/>
              </a:spcBef>
              <a:spcAft>
                <a:spcPts val="0"/>
              </a:spcAft>
              <a:buClr>
                <a:schemeClr val="dk1"/>
              </a:buClr>
              <a:buSzPts val="1000"/>
              <a:buFont typeface="Poppins"/>
              <a:buAutoNum type="arabicPeriod"/>
            </a:pPr>
            <a:r>
              <a:rPr b="1" lang="en" sz="1000">
                <a:solidFill>
                  <a:schemeClr val="dk1"/>
                </a:solidFill>
                <a:latin typeface="Poppins"/>
                <a:ea typeface="Poppins"/>
                <a:cs typeface="Poppins"/>
                <a:sym typeface="Poppins"/>
              </a:rPr>
              <a:t>Approved Brand Imagery: </a:t>
            </a:r>
            <a:r>
              <a:rPr lang="en" sz="1000">
                <a:solidFill>
                  <a:schemeClr val="dk1"/>
                </a:solidFill>
                <a:latin typeface="Poppins"/>
                <a:ea typeface="Poppins"/>
                <a:cs typeface="Poppins"/>
                <a:sym typeface="Poppins"/>
              </a:rPr>
              <a:t>Coming soon.</a:t>
            </a:r>
            <a:endParaRPr sz="1000">
              <a:solidFill>
                <a:schemeClr val="dk1"/>
              </a:solidFill>
              <a:latin typeface="Poppins"/>
              <a:ea typeface="Poppins"/>
              <a:cs typeface="Poppins"/>
              <a:sym typeface="Poppins"/>
            </a:endParaRPr>
          </a:p>
          <a:p>
            <a:pPr indent="-292100" lvl="0" marL="457200" rtl="0" algn="l">
              <a:lnSpc>
                <a:spcPct val="115000"/>
              </a:lnSpc>
              <a:spcBef>
                <a:spcPts val="1000"/>
              </a:spcBef>
              <a:spcAft>
                <a:spcPts val="1000"/>
              </a:spcAft>
              <a:buClr>
                <a:schemeClr val="dk1"/>
              </a:buClr>
              <a:buSzPts val="1000"/>
              <a:buFont typeface="Poppins"/>
              <a:buAutoNum type="arabicPeriod"/>
            </a:pPr>
            <a:r>
              <a:rPr b="1" lang="en" sz="1000">
                <a:solidFill>
                  <a:schemeClr val="dk1"/>
                </a:solidFill>
                <a:latin typeface="Poppins"/>
                <a:ea typeface="Poppins"/>
                <a:cs typeface="Poppins"/>
                <a:sym typeface="Poppins"/>
              </a:rPr>
              <a:t>Approved illustrations: </a:t>
            </a:r>
            <a:r>
              <a:rPr lang="en" sz="1000">
                <a:solidFill>
                  <a:schemeClr val="dk1"/>
                </a:solidFill>
                <a:latin typeface="Poppins"/>
                <a:ea typeface="Poppins"/>
                <a:cs typeface="Poppins"/>
                <a:sym typeface="Poppins"/>
              </a:rPr>
              <a:t>Find approved illustrations to use in your slides by </a:t>
            </a:r>
            <a:r>
              <a:rPr b="1" lang="en" sz="1000" u="sng">
                <a:solidFill>
                  <a:schemeClr val="accent1"/>
                </a:solidFill>
                <a:latin typeface="Poppins"/>
                <a:ea typeface="Poppins"/>
                <a:cs typeface="Poppins"/>
                <a:sym typeface="Poppins"/>
                <a:hlinkClick action="ppaction://hlinksldjump" r:id="rId4">
                  <a:extLst>
                    <a:ext uri="{A12FA001-AC4F-418D-AE19-62706E023703}">
                      <ahyp:hlinkClr val="tx"/>
                    </a:ext>
                  </a:extLst>
                </a:hlinkClick>
              </a:rPr>
              <a:t>clicking here</a:t>
            </a:r>
            <a:r>
              <a:rPr lang="en" sz="1000">
                <a:solidFill>
                  <a:schemeClr val="accent1"/>
                </a:solidFill>
                <a:latin typeface="Poppins"/>
                <a:ea typeface="Poppins"/>
                <a:cs typeface="Poppins"/>
                <a:sym typeface="Poppins"/>
              </a:rPr>
              <a:t>.</a:t>
            </a:r>
            <a:endParaRPr sz="1000">
              <a:solidFill>
                <a:schemeClr val="accent1"/>
              </a:solidFill>
              <a:latin typeface="Poppins"/>
              <a:ea typeface="Poppins"/>
              <a:cs typeface="Poppins"/>
              <a:sym typeface="Poppins"/>
            </a:endParaRPr>
          </a:p>
        </p:txBody>
      </p:sp>
      <p:sp>
        <p:nvSpPr>
          <p:cNvPr id="246" name="Google Shape;246;p32"/>
          <p:cNvSpPr txBox="1"/>
          <p:nvPr/>
        </p:nvSpPr>
        <p:spPr>
          <a:xfrm>
            <a:off x="402325" y="4557525"/>
            <a:ext cx="8127000" cy="123000"/>
          </a:xfrm>
          <a:prstGeom prst="rect">
            <a:avLst/>
          </a:prstGeom>
          <a:noFill/>
          <a:ln>
            <a:noFill/>
          </a:ln>
        </p:spPr>
        <p:txBody>
          <a:bodyPr anchorCtr="0" anchor="b" bIns="0" lIns="0" spcFirstLastPara="1" rIns="0" wrap="square" tIns="0">
            <a:spAutoFit/>
          </a:bodyPr>
          <a:lstStyle/>
          <a:p>
            <a:pPr indent="0" lvl="0" marL="0" rtl="0" algn="l">
              <a:lnSpc>
                <a:spcPct val="115000"/>
              </a:lnSpc>
              <a:spcBef>
                <a:spcPts val="0"/>
              </a:spcBef>
              <a:spcAft>
                <a:spcPts val="0"/>
              </a:spcAft>
              <a:buNone/>
            </a:pPr>
            <a:r>
              <a:rPr lang="en" sz="800">
                <a:solidFill>
                  <a:schemeClr val="dk1"/>
                </a:solidFill>
                <a:latin typeface="Poppins"/>
                <a:ea typeface="Poppins"/>
                <a:cs typeface="Poppins"/>
                <a:sym typeface="Poppins"/>
              </a:rPr>
              <a:t>For any questions, please contact </a:t>
            </a:r>
            <a:r>
              <a:rPr b="1" lang="en" sz="800">
                <a:solidFill>
                  <a:schemeClr val="dk1"/>
                </a:solidFill>
                <a:latin typeface="Poppins"/>
                <a:ea typeface="Poppins"/>
                <a:cs typeface="Poppins"/>
                <a:sym typeface="Poppins"/>
              </a:rPr>
              <a:t>Meghan Yip</a:t>
            </a:r>
            <a:r>
              <a:rPr b="1" lang="en" sz="800">
                <a:solidFill>
                  <a:schemeClr val="dk1"/>
                </a:solidFill>
                <a:latin typeface="Poppins"/>
                <a:ea typeface="Poppins"/>
                <a:cs typeface="Poppins"/>
                <a:sym typeface="Poppins"/>
              </a:rPr>
              <a:t>,</a:t>
            </a:r>
            <a:r>
              <a:rPr lang="en" sz="800">
                <a:solidFill>
                  <a:schemeClr val="dk1"/>
                </a:solidFill>
                <a:latin typeface="Poppins"/>
                <a:ea typeface="Poppins"/>
                <a:cs typeface="Poppins"/>
                <a:sym typeface="Poppins"/>
              </a:rPr>
              <a:t> </a:t>
            </a:r>
            <a:r>
              <a:rPr b="1" lang="en" sz="800">
                <a:solidFill>
                  <a:schemeClr val="dk1"/>
                </a:solidFill>
                <a:latin typeface="Poppins"/>
                <a:ea typeface="Poppins"/>
                <a:cs typeface="Poppins"/>
                <a:sym typeface="Poppins"/>
              </a:rPr>
              <a:t>myip</a:t>
            </a:r>
            <a:r>
              <a:rPr b="1" lang="en" sz="800">
                <a:solidFill>
                  <a:schemeClr val="dk1"/>
                </a:solidFill>
                <a:latin typeface="Poppins"/>
                <a:ea typeface="Poppins"/>
                <a:cs typeface="Poppins"/>
                <a:sym typeface="Poppins"/>
              </a:rPr>
              <a:t>@wayfair.com </a:t>
            </a:r>
            <a:r>
              <a:rPr lang="en" sz="800">
                <a:solidFill>
                  <a:schemeClr val="dk1"/>
                </a:solidFill>
                <a:latin typeface="Poppins"/>
                <a:ea typeface="Poppins"/>
                <a:cs typeface="Poppins"/>
                <a:sym typeface="Poppins"/>
              </a:rPr>
              <a:t>or</a:t>
            </a:r>
            <a:r>
              <a:rPr b="1" lang="en" sz="800">
                <a:solidFill>
                  <a:schemeClr val="dk1"/>
                </a:solidFill>
                <a:latin typeface="Poppins"/>
                <a:ea typeface="Poppins"/>
                <a:cs typeface="Poppins"/>
                <a:sym typeface="Poppins"/>
              </a:rPr>
              <a:t> Olivia Natale, onatale@wayfair.com.</a:t>
            </a:r>
            <a:endParaRPr b="1" sz="800">
              <a:solidFill>
                <a:schemeClr val="dk1"/>
              </a:solidFill>
              <a:latin typeface="Poppins"/>
              <a:ea typeface="Poppins"/>
              <a:cs typeface="Poppins"/>
              <a:sym typeface="Poppins"/>
            </a:endParaRPr>
          </a:p>
        </p:txBody>
      </p:sp>
      <p:sp>
        <p:nvSpPr>
          <p:cNvPr id="247" name="Google Shape;247;p32"/>
          <p:cNvSpPr/>
          <p:nvPr/>
        </p:nvSpPr>
        <p:spPr>
          <a:xfrm>
            <a:off x="402325" y="453475"/>
            <a:ext cx="6163200" cy="519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Poppins"/>
                <a:ea typeface="Poppins"/>
                <a:cs typeface="Poppins"/>
                <a:sym typeface="Poppins"/>
              </a:rPr>
              <a:t>To use this Google Slides deck, click </a:t>
            </a:r>
            <a:r>
              <a:rPr b="1" lang="en">
                <a:solidFill>
                  <a:schemeClr val="lt1"/>
                </a:solidFill>
                <a:latin typeface="Poppins"/>
                <a:ea typeface="Poppins"/>
                <a:cs typeface="Poppins"/>
                <a:sym typeface="Poppins"/>
              </a:rPr>
              <a:t>“File” &gt; “Make a copy”.</a:t>
            </a:r>
            <a:endParaRPr b="1">
              <a:solidFill>
                <a:schemeClr val="lt1"/>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33"/>
          <p:cNvSpPr/>
          <p:nvPr/>
        </p:nvSpPr>
        <p:spPr>
          <a:xfrm>
            <a:off x="7126196" y="4457700"/>
            <a:ext cx="2017800" cy="22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accent1"/>
                </a:solidFill>
                <a:latin typeface="Poppins SemiBold"/>
                <a:ea typeface="Poppins SemiBold"/>
                <a:cs typeface="Poppins SemiBold"/>
                <a:sym typeface="Poppins SemiBold"/>
              </a:rPr>
              <a:t>WAYFAIR CONFIDENTIAL | 2026</a:t>
            </a:r>
            <a:endParaRPr sz="900">
              <a:solidFill>
                <a:schemeClr val="accent1"/>
              </a:solidFill>
              <a:latin typeface="Poppins SemiBold"/>
              <a:ea typeface="Poppins SemiBold"/>
              <a:cs typeface="Poppins SemiBold"/>
              <a:sym typeface="Poppins SemiBold"/>
            </a:endParaRPr>
          </a:p>
        </p:txBody>
      </p:sp>
      <p:sp>
        <p:nvSpPr>
          <p:cNvPr id="253" name="Google Shape;253;p33"/>
          <p:cNvSpPr txBox="1"/>
          <p:nvPr>
            <p:ph type="ctrTitle"/>
          </p:nvPr>
        </p:nvSpPr>
        <p:spPr>
          <a:xfrm>
            <a:off x="403625" y="1664124"/>
            <a:ext cx="7125900" cy="87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sz="45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4"/>
          <p:cNvSpPr/>
          <p:nvPr/>
        </p:nvSpPr>
        <p:spPr>
          <a:xfrm>
            <a:off x="7126196" y="4457700"/>
            <a:ext cx="2017800" cy="22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accent1"/>
                </a:solidFill>
                <a:latin typeface="Poppins SemiBold"/>
                <a:ea typeface="Poppins SemiBold"/>
                <a:cs typeface="Poppins SemiBold"/>
                <a:sym typeface="Poppins SemiBold"/>
              </a:rPr>
              <a:t>WAYFAIR CONFIDENTIAL | 2026</a:t>
            </a:r>
            <a:endParaRPr sz="900">
              <a:solidFill>
                <a:schemeClr val="accent1"/>
              </a:solidFill>
              <a:latin typeface="Poppins SemiBold"/>
              <a:ea typeface="Poppins SemiBold"/>
              <a:cs typeface="Poppins SemiBold"/>
              <a:sym typeface="Poppins SemiBold"/>
            </a:endParaRPr>
          </a:p>
        </p:txBody>
      </p:sp>
      <p:sp>
        <p:nvSpPr>
          <p:cNvPr id="259" name="Google Shape;259;p34"/>
          <p:cNvSpPr txBox="1"/>
          <p:nvPr>
            <p:ph type="ctrTitle"/>
          </p:nvPr>
        </p:nvSpPr>
        <p:spPr>
          <a:xfrm>
            <a:off x="403625" y="1664124"/>
            <a:ext cx="7125900" cy="87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sz="45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5"/>
          <p:cNvSpPr txBox="1"/>
          <p:nvPr>
            <p:ph type="ctrTitle"/>
          </p:nvPr>
        </p:nvSpPr>
        <p:spPr>
          <a:xfrm>
            <a:off x="403625" y="1664123"/>
            <a:ext cx="7125900" cy="1506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35"/>
          <p:cNvSpPr txBox="1"/>
          <p:nvPr>
            <p:ph idx="1" type="subTitle"/>
          </p:nvPr>
        </p:nvSpPr>
        <p:spPr>
          <a:xfrm>
            <a:off x="403625" y="4120575"/>
            <a:ext cx="7251600" cy="36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35"/>
          <p:cNvSpPr txBox="1"/>
          <p:nvPr>
            <p:ph idx="2" type="subTitle"/>
          </p:nvPr>
        </p:nvSpPr>
        <p:spPr>
          <a:xfrm>
            <a:off x="403625" y="3773025"/>
            <a:ext cx="7251600" cy="36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37"/>
          <p:cNvSpPr txBox="1"/>
          <p:nvPr>
            <p:ph type="ctrTitle"/>
          </p:nvPr>
        </p:nvSpPr>
        <p:spPr>
          <a:xfrm>
            <a:off x="403625" y="1664123"/>
            <a:ext cx="7125900" cy="1506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37"/>
          <p:cNvSpPr txBox="1"/>
          <p:nvPr>
            <p:ph idx="1" type="subTitle"/>
          </p:nvPr>
        </p:nvSpPr>
        <p:spPr>
          <a:xfrm>
            <a:off x="403625" y="4120575"/>
            <a:ext cx="7251600" cy="36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37"/>
          <p:cNvSpPr txBox="1"/>
          <p:nvPr>
            <p:ph idx="2" type="subTitle"/>
          </p:nvPr>
        </p:nvSpPr>
        <p:spPr>
          <a:xfrm>
            <a:off x="403625" y="3773025"/>
            <a:ext cx="7251600" cy="36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38"/>
          <p:cNvSpPr txBox="1"/>
          <p:nvPr>
            <p:ph type="ctrTitle"/>
          </p:nvPr>
        </p:nvSpPr>
        <p:spPr>
          <a:xfrm>
            <a:off x="403625" y="1664123"/>
            <a:ext cx="7125900" cy="1506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38"/>
          <p:cNvSpPr txBox="1"/>
          <p:nvPr>
            <p:ph idx="1" type="subTitle"/>
          </p:nvPr>
        </p:nvSpPr>
        <p:spPr>
          <a:xfrm>
            <a:off x="403625" y="4120575"/>
            <a:ext cx="7251600" cy="36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38"/>
          <p:cNvSpPr txBox="1"/>
          <p:nvPr>
            <p:ph idx="2" type="subTitle"/>
          </p:nvPr>
        </p:nvSpPr>
        <p:spPr>
          <a:xfrm>
            <a:off x="403625" y="3773025"/>
            <a:ext cx="7251600" cy="36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39"/>
          <p:cNvSpPr txBox="1"/>
          <p:nvPr>
            <p:ph type="title"/>
          </p:nvPr>
        </p:nvSpPr>
        <p:spPr>
          <a:xfrm>
            <a:off x="403625" y="1664125"/>
            <a:ext cx="7123200" cy="150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Stretch &amp; Flex Program</a:t>
            </a:r>
            <a:endParaRPr/>
          </a:p>
          <a:p>
            <a:pPr indent="0" lvl="0" marL="0" rtl="0" algn="l">
              <a:spcBef>
                <a:spcPts val="0"/>
              </a:spcBef>
              <a:spcAft>
                <a:spcPts val="0"/>
              </a:spcAft>
              <a:buNone/>
            </a:pPr>
            <a:r>
              <a:t/>
            </a:r>
            <a:endParaRPr/>
          </a:p>
        </p:txBody>
      </p:sp>
      <p:sp>
        <p:nvSpPr>
          <p:cNvPr id="290" name="Google Shape;290;p39"/>
          <p:cNvSpPr txBox="1"/>
          <p:nvPr>
            <p:ph idx="1" type="subTitle"/>
          </p:nvPr>
        </p:nvSpPr>
        <p:spPr>
          <a:xfrm>
            <a:off x="403775" y="3776472"/>
            <a:ext cx="7251300" cy="36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Wayfair’s New Stretching &amp; Mobility  Program</a:t>
            </a:r>
            <a:endParaRPr/>
          </a:p>
        </p:txBody>
      </p:sp>
      <p:sp>
        <p:nvSpPr>
          <p:cNvPr id="291" name="Google Shape;291;p39"/>
          <p:cNvSpPr txBox="1"/>
          <p:nvPr>
            <p:ph idx="2" type="title"/>
          </p:nvPr>
        </p:nvSpPr>
        <p:spPr>
          <a:xfrm>
            <a:off x="5696712" y="-118872"/>
            <a:ext cx="3575400" cy="5385900"/>
          </a:xfrm>
          <a:prstGeom prst="rect">
            <a:avLst/>
          </a:prstGeom>
        </p:spPr>
        <p:txBody>
          <a:bodyPr anchorCtr="0" anchor="b" bIns="0" lIns="0" spcFirstLastPara="1" rIns="365750" wrap="square" tIns="0">
            <a:normAutofit fontScale="90000"/>
          </a:bodyPr>
          <a:lstStyle/>
          <a:p>
            <a:pPr indent="0" lvl="0" marL="0" rtl="0" algn="r">
              <a:spcBef>
                <a:spcPts val="0"/>
              </a:spcBef>
              <a:spcAft>
                <a:spcPts val="0"/>
              </a:spcAft>
              <a:buNone/>
            </a:pPr>
            <a:r>
              <a:rPr lang="en"/>
              <a:t>21</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40"/>
          <p:cNvSpPr txBox="1"/>
          <p:nvPr>
            <p:ph type="title"/>
          </p:nvPr>
        </p:nvSpPr>
        <p:spPr>
          <a:xfrm>
            <a:off x="403625" y="1664125"/>
            <a:ext cx="7123200" cy="150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Section Divider</a:t>
            </a:r>
            <a:endParaRPr/>
          </a:p>
          <a:p>
            <a:pPr indent="0" lvl="0" marL="0" rtl="0" algn="l">
              <a:spcBef>
                <a:spcPts val="0"/>
              </a:spcBef>
              <a:spcAft>
                <a:spcPts val="0"/>
              </a:spcAft>
              <a:buNone/>
            </a:pPr>
            <a:r>
              <a:rPr lang="en"/>
              <a:t>Line 2</a:t>
            </a:r>
            <a:endParaRPr/>
          </a:p>
        </p:txBody>
      </p:sp>
      <p:sp>
        <p:nvSpPr>
          <p:cNvPr id="297" name="Google Shape;297;p40"/>
          <p:cNvSpPr txBox="1"/>
          <p:nvPr>
            <p:ph idx="1" type="subTitle"/>
          </p:nvPr>
        </p:nvSpPr>
        <p:spPr>
          <a:xfrm>
            <a:off x="403775" y="3776472"/>
            <a:ext cx="7251300" cy="36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Click to edit subtitle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41"/>
          <p:cNvSpPr txBox="1"/>
          <p:nvPr>
            <p:ph idx="1" type="body"/>
          </p:nvPr>
        </p:nvSpPr>
        <p:spPr>
          <a:xfrm>
            <a:off x="4951125" y="295825"/>
            <a:ext cx="3881100" cy="4556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Current State (GELF) </a:t>
            </a:r>
            <a:endParaRPr/>
          </a:p>
          <a:p>
            <a:pPr indent="0" lvl="0" marL="0" rtl="0" algn="l">
              <a:lnSpc>
                <a:spcPct val="100000"/>
              </a:lnSpc>
              <a:spcBef>
                <a:spcPts val="0"/>
              </a:spcBef>
              <a:spcAft>
                <a:spcPts val="0"/>
              </a:spcAft>
              <a:buNone/>
            </a:pPr>
            <a:r>
              <a:t/>
            </a:r>
            <a:endParaRPr b="0"/>
          </a:p>
          <a:p>
            <a:pPr indent="0" lvl="0" marL="0" rtl="0" algn="l">
              <a:lnSpc>
                <a:spcPct val="100000"/>
              </a:lnSpc>
              <a:spcBef>
                <a:spcPts val="0"/>
              </a:spcBef>
              <a:spcAft>
                <a:spcPts val="0"/>
              </a:spcAft>
              <a:buNone/>
            </a:pPr>
            <a:r>
              <a:rPr lang="en"/>
              <a:t>Second Agenda Item</a:t>
            </a:r>
            <a:endParaRPr b="0" sz="1400">
              <a:solidFill>
                <a:schemeClr val="dk1"/>
              </a:solidFill>
            </a:endParaRPr>
          </a:p>
          <a:p>
            <a:pPr indent="0" lvl="0" marL="0" rtl="0" algn="l">
              <a:lnSpc>
                <a:spcPct val="100000"/>
              </a:lnSpc>
              <a:spcBef>
                <a:spcPts val="0"/>
              </a:spcBef>
              <a:spcAft>
                <a:spcPts val="0"/>
              </a:spcAft>
              <a:buNone/>
            </a:pPr>
            <a:r>
              <a:t/>
            </a:r>
            <a:endParaRPr b="0">
              <a:solidFill>
                <a:schemeClr val="accent1"/>
              </a:solidFill>
            </a:endParaRPr>
          </a:p>
          <a:p>
            <a:pPr indent="0" lvl="0" marL="0" rtl="0" algn="l">
              <a:lnSpc>
                <a:spcPct val="100000"/>
              </a:lnSpc>
              <a:spcBef>
                <a:spcPts val="0"/>
              </a:spcBef>
              <a:spcAft>
                <a:spcPts val="0"/>
              </a:spcAft>
              <a:buNone/>
            </a:pPr>
            <a:r>
              <a:rPr lang="en"/>
              <a:t>Third Agenda Item</a:t>
            </a:r>
            <a:endParaRPr b="0" sz="1400">
              <a:solidFill>
                <a:schemeClr val="dk1"/>
              </a:solidFill>
            </a:endParaRPr>
          </a:p>
          <a:p>
            <a:pPr indent="0" lvl="0" marL="0" rtl="0" algn="l">
              <a:lnSpc>
                <a:spcPct val="100000"/>
              </a:lnSpc>
              <a:spcBef>
                <a:spcPts val="0"/>
              </a:spcBef>
              <a:spcAft>
                <a:spcPts val="0"/>
              </a:spcAft>
              <a:buNone/>
            </a:pPr>
            <a:r>
              <a:t/>
            </a:r>
            <a:endParaRPr b="0">
              <a:solidFill>
                <a:schemeClr val="accent1"/>
              </a:solidFill>
            </a:endParaRPr>
          </a:p>
          <a:p>
            <a:pPr indent="0" lvl="0" marL="0" rtl="0" algn="l">
              <a:lnSpc>
                <a:spcPct val="100000"/>
              </a:lnSpc>
              <a:spcBef>
                <a:spcPts val="0"/>
              </a:spcBef>
              <a:spcAft>
                <a:spcPts val="0"/>
              </a:spcAft>
              <a:buNone/>
            </a:pPr>
            <a:r>
              <a:rPr lang="en"/>
              <a:t>Fourth Agenda Item</a:t>
            </a:r>
            <a:endParaRPr b="0" sz="1400">
              <a:solidFill>
                <a:schemeClr val="dk1"/>
              </a:solidFill>
            </a:endParaRPr>
          </a:p>
          <a:p>
            <a:pPr indent="0" lvl="0" marL="0" rtl="0" algn="l">
              <a:lnSpc>
                <a:spcPct val="100000"/>
              </a:lnSpc>
              <a:spcBef>
                <a:spcPts val="0"/>
              </a:spcBef>
              <a:spcAft>
                <a:spcPts val="0"/>
              </a:spcAft>
              <a:buNone/>
            </a:pPr>
            <a:r>
              <a:t/>
            </a:r>
            <a:endParaRPr b="0">
              <a:solidFill>
                <a:schemeClr val="accent1"/>
              </a:solidFill>
            </a:endParaRPr>
          </a:p>
          <a:p>
            <a:pPr indent="0" lvl="0" marL="0" rtl="0" algn="l">
              <a:lnSpc>
                <a:spcPct val="100000"/>
              </a:lnSpc>
              <a:spcBef>
                <a:spcPts val="0"/>
              </a:spcBef>
              <a:spcAft>
                <a:spcPts val="0"/>
              </a:spcAft>
              <a:buNone/>
            </a:pPr>
            <a:r>
              <a:rPr lang="en"/>
              <a:t>Fifth Agenda Item</a:t>
            </a:r>
            <a:endParaRPr sz="14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42"/>
          <p:cNvSpPr txBox="1"/>
          <p:nvPr>
            <p:ph idx="1" type="body"/>
          </p:nvPr>
        </p:nvSpPr>
        <p:spPr>
          <a:xfrm>
            <a:off x="402325" y="751999"/>
            <a:ext cx="8346000" cy="3705600"/>
          </a:xfrm>
          <a:prstGeom prst="rect">
            <a:avLst/>
          </a:prstGeom>
        </p:spPr>
        <p:txBody>
          <a:bodyPr anchorCtr="0" anchor="t" bIns="0" lIns="0" spcFirstLastPara="1" rIns="0" wrap="square" tIns="0">
            <a:noAutofit/>
          </a:bodyPr>
          <a:lstStyle/>
          <a:p>
            <a:pPr indent="0" lvl="0" marL="0" rtl="0" algn="l">
              <a:lnSpc>
                <a:spcPct val="115000"/>
              </a:lnSpc>
              <a:spcBef>
                <a:spcPts val="1200"/>
              </a:spcBef>
              <a:spcAft>
                <a:spcPts val="0"/>
              </a:spcAft>
              <a:buNone/>
            </a:pPr>
            <a:r>
              <a:rPr b="1" lang="en" sz="1500" u="sng">
                <a:solidFill>
                  <a:srgbClr val="1F1F1F"/>
                </a:solidFill>
                <a:latin typeface="Inter"/>
                <a:ea typeface="Inter"/>
                <a:cs typeface="Inter"/>
                <a:sym typeface="Inter"/>
              </a:rPr>
              <a:t>The existing ingestion path:</a:t>
            </a:r>
            <a:endParaRPr b="1" sz="1500" u="sng">
              <a:solidFill>
                <a:srgbClr val="1F1F1F"/>
              </a:solidFill>
              <a:latin typeface="Inter"/>
              <a:ea typeface="Inter"/>
              <a:cs typeface="Inter"/>
              <a:sym typeface="Inter"/>
            </a:endParaRPr>
          </a:p>
          <a:p>
            <a:pPr indent="0" lvl="0" marL="0" rtl="0" algn="ctr">
              <a:lnSpc>
                <a:spcPct val="115000"/>
              </a:lnSpc>
              <a:spcBef>
                <a:spcPts val="1200"/>
              </a:spcBef>
              <a:spcAft>
                <a:spcPts val="0"/>
              </a:spcAft>
              <a:buNone/>
            </a:pPr>
            <a:r>
              <a:rPr b="1" lang="en" sz="1500">
                <a:solidFill>
                  <a:srgbClr val="1F1F1F"/>
                </a:solidFill>
                <a:latin typeface="Inter"/>
                <a:ea typeface="Inter"/>
                <a:cs typeface="Inter"/>
                <a:sym typeface="Inter"/>
              </a:rPr>
              <a:t>GELF → Receiver → Tremor → Kafka → Datadog Proxy → Vector/OP→ Datadog</a:t>
            </a:r>
            <a:endParaRPr b="1" sz="1500">
              <a:solidFill>
                <a:srgbClr val="1F1F1F"/>
              </a:solidFill>
              <a:latin typeface="Inter"/>
              <a:ea typeface="Inter"/>
              <a:cs typeface="Inter"/>
              <a:sym typeface="Inter"/>
            </a:endParaRPr>
          </a:p>
          <a:p>
            <a:pPr indent="0" lvl="0" marL="0" rtl="0" algn="l">
              <a:spcBef>
                <a:spcPts val="1200"/>
              </a:spcBef>
              <a:spcAft>
                <a:spcPts val="0"/>
              </a:spcAft>
              <a:buNone/>
            </a:pPr>
            <a:r>
              <a:t/>
            </a:r>
            <a:endParaRPr/>
          </a:p>
        </p:txBody>
      </p:sp>
      <p:sp>
        <p:nvSpPr>
          <p:cNvPr id="308" name="Google Shape;308;p42"/>
          <p:cNvSpPr txBox="1"/>
          <p:nvPr>
            <p:ph type="title"/>
          </p:nvPr>
        </p:nvSpPr>
        <p:spPr>
          <a:xfrm>
            <a:off x="81575" y="0"/>
            <a:ext cx="8675700" cy="3687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
              <a:t>GELF Pipeline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pic>
        <p:nvPicPr>
          <p:cNvPr id="313" name="Google Shape;313;p43" title="Chart"/>
          <p:cNvPicPr preferRelativeResize="0"/>
          <p:nvPr/>
        </p:nvPicPr>
        <p:blipFill rotWithShape="1">
          <a:blip r:embed="rId3">
            <a:alphaModFix/>
          </a:blip>
          <a:srcRect b="0" l="0" r="0" t="9132"/>
          <a:stretch/>
        </p:blipFill>
        <p:spPr>
          <a:xfrm>
            <a:off x="178150" y="1144875"/>
            <a:ext cx="8803026" cy="3655726"/>
          </a:xfrm>
          <a:prstGeom prst="rect">
            <a:avLst/>
          </a:prstGeom>
          <a:noFill/>
          <a:ln>
            <a:noFill/>
          </a:ln>
        </p:spPr>
      </p:pic>
      <p:sp>
        <p:nvSpPr>
          <p:cNvPr id="314" name="Google Shape;314;p43"/>
          <p:cNvSpPr txBox="1"/>
          <p:nvPr>
            <p:ph idx="4" type="subTitle"/>
          </p:nvPr>
        </p:nvSpPr>
        <p:spPr>
          <a:xfrm>
            <a:off x="411300" y="662250"/>
            <a:ext cx="8321400" cy="3171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b="1" lang="en"/>
              <a:t>Title of Graph</a:t>
            </a:r>
            <a:endParaRPr b="1"/>
          </a:p>
          <a:p>
            <a:pPr indent="0" lvl="0" marL="0" rtl="0" algn="ctr">
              <a:spcBef>
                <a:spcPts val="0"/>
              </a:spcBef>
              <a:spcAft>
                <a:spcPts val="0"/>
              </a:spcAft>
              <a:buNone/>
            </a:pPr>
            <a:r>
              <a:rPr b="0" lang="en"/>
              <a:t>Brief description of what is happening in graph.</a:t>
            </a:r>
            <a:endParaRPr b="0"/>
          </a:p>
        </p:txBody>
      </p:sp>
      <p:sp>
        <p:nvSpPr>
          <p:cNvPr id="315" name="Google Shape;315;p43"/>
          <p:cNvSpPr txBox="1"/>
          <p:nvPr>
            <p:ph type="title"/>
          </p:nvPr>
        </p:nvSpPr>
        <p:spPr>
          <a:xfrm>
            <a:off x="81575" y="0"/>
            <a:ext cx="8657700" cy="368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Full-Width Graph</a:t>
            </a:r>
            <a:endParaRPr/>
          </a:p>
        </p:txBody>
      </p:sp>
      <p:sp>
        <p:nvSpPr>
          <p:cNvPr id="316" name="Google Shape;316;p43"/>
          <p:cNvSpPr txBox="1"/>
          <p:nvPr/>
        </p:nvSpPr>
        <p:spPr>
          <a:xfrm>
            <a:off x="5653950" y="1596575"/>
            <a:ext cx="1364400" cy="400200"/>
          </a:xfrm>
          <a:prstGeom prst="rect">
            <a:avLst/>
          </a:prstGeom>
          <a:solidFill>
            <a:schemeClr val="accent4"/>
          </a:solidFill>
          <a:ln>
            <a:noFill/>
          </a:ln>
        </p:spPr>
        <p:txBody>
          <a:bodyPr anchorCtr="0" anchor="t" bIns="45700" lIns="45700" spcFirstLastPara="1" rIns="45700" wrap="square" tIns="45700">
            <a:spAutoFit/>
          </a:bodyPr>
          <a:lstStyle/>
          <a:p>
            <a:pPr indent="0" lvl="0" marL="0" rtl="0" algn="l">
              <a:spcBef>
                <a:spcPts val="0"/>
              </a:spcBef>
              <a:spcAft>
                <a:spcPts val="0"/>
              </a:spcAft>
              <a:buNone/>
            </a:pPr>
            <a:r>
              <a:rPr b="1" lang="en" sz="1000">
                <a:solidFill>
                  <a:srgbClr val="7B189F"/>
                </a:solidFill>
                <a:latin typeface="Poppins"/>
                <a:ea typeface="Poppins"/>
                <a:cs typeface="Poppins"/>
                <a:sym typeface="Poppins"/>
              </a:rPr>
              <a:t>Text here for graph callouts.</a:t>
            </a:r>
            <a:endParaRPr b="1" sz="1000">
              <a:solidFill>
                <a:srgbClr val="7B189F"/>
              </a:solidFill>
              <a:latin typeface="Poppins"/>
              <a:ea typeface="Poppins"/>
              <a:cs typeface="Poppins"/>
              <a:sym typeface="Poppi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44"/>
          <p:cNvSpPr txBox="1"/>
          <p:nvPr>
            <p:ph type="title"/>
          </p:nvPr>
        </p:nvSpPr>
        <p:spPr>
          <a:xfrm>
            <a:off x="81800" y="0"/>
            <a:ext cx="8666400" cy="368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4 Columns</a:t>
            </a:r>
            <a:endParaRPr/>
          </a:p>
        </p:txBody>
      </p:sp>
      <p:sp>
        <p:nvSpPr>
          <p:cNvPr id="322" name="Google Shape;322;p44"/>
          <p:cNvSpPr txBox="1"/>
          <p:nvPr>
            <p:ph idx="1" type="body"/>
          </p:nvPr>
        </p:nvSpPr>
        <p:spPr>
          <a:xfrm>
            <a:off x="402325" y="1054925"/>
            <a:ext cx="1895100" cy="3402900"/>
          </a:xfrm>
          <a:prstGeom prst="rect">
            <a:avLst/>
          </a:prstGeom>
        </p:spPr>
        <p:txBody>
          <a:bodyPr anchorCtr="0" anchor="t" bIns="91425" lIns="91425" spcFirstLastPara="1" rIns="91425" wrap="square" tIns="0">
            <a:normAutofit/>
          </a:bodyPr>
          <a:lstStyle/>
          <a:p>
            <a:pPr indent="0" lvl="0" marL="0" rtl="0" algn="l">
              <a:lnSpc>
                <a:spcPct val="100000"/>
              </a:lnSpc>
              <a:spcBef>
                <a:spcPts val="0"/>
              </a:spcBef>
              <a:spcAft>
                <a:spcPts val="0"/>
              </a:spcAft>
              <a:buNone/>
            </a:pPr>
            <a:r>
              <a:rPr b="1" lang="en"/>
              <a:t>Click to edit title</a:t>
            </a:r>
            <a:endParaRPr b="1"/>
          </a:p>
          <a:p>
            <a:pPr indent="0" lvl="0" marL="0" rtl="0" algn="l">
              <a:lnSpc>
                <a:spcPct val="100000"/>
              </a:lnSpc>
              <a:spcBef>
                <a:spcPts val="0"/>
              </a:spcBef>
              <a:spcAft>
                <a:spcPts val="0"/>
              </a:spcAft>
              <a:buNone/>
            </a:pPr>
            <a:r>
              <a:t/>
            </a:r>
            <a:endParaRPr b="1"/>
          </a:p>
          <a:p>
            <a:pPr indent="0" lvl="0" marL="0" rtl="0" algn="l">
              <a:lnSpc>
                <a:spcPct val="125000"/>
              </a:lnSpc>
              <a:spcBef>
                <a:spcPts val="0"/>
              </a:spcBef>
              <a:spcAft>
                <a:spcPts val="0"/>
              </a:spcAft>
              <a:buNone/>
            </a:pPr>
            <a:r>
              <a:rPr lang="en"/>
              <a:t>Lorem ipsum dolor sit amet, consectetur adipiscing elit. Duis sit amet odio vel purus bibendum luctus.</a:t>
            </a:r>
            <a:endParaRPr/>
          </a:p>
        </p:txBody>
      </p:sp>
      <p:sp>
        <p:nvSpPr>
          <p:cNvPr id="323" name="Google Shape;323;p44"/>
          <p:cNvSpPr txBox="1"/>
          <p:nvPr>
            <p:ph idx="2" type="body"/>
          </p:nvPr>
        </p:nvSpPr>
        <p:spPr>
          <a:xfrm>
            <a:off x="2552500" y="1054925"/>
            <a:ext cx="1895100" cy="3402900"/>
          </a:xfrm>
          <a:prstGeom prst="rect">
            <a:avLst/>
          </a:prstGeom>
        </p:spPr>
        <p:txBody>
          <a:bodyPr anchorCtr="0" anchor="t" bIns="91425" lIns="91425" spcFirstLastPara="1" rIns="91425" wrap="square" tIns="0">
            <a:normAutofit/>
          </a:bodyPr>
          <a:lstStyle/>
          <a:p>
            <a:pPr indent="0" lvl="0" marL="0" rtl="0" algn="l">
              <a:lnSpc>
                <a:spcPct val="100000"/>
              </a:lnSpc>
              <a:spcBef>
                <a:spcPts val="0"/>
              </a:spcBef>
              <a:spcAft>
                <a:spcPts val="0"/>
              </a:spcAft>
              <a:buNone/>
            </a:pPr>
            <a:r>
              <a:rPr b="1" lang="en"/>
              <a:t>Click to edit title</a:t>
            </a:r>
            <a:endParaRPr b="1"/>
          </a:p>
          <a:p>
            <a:pPr indent="0" lvl="0" marL="0" rtl="0" algn="l">
              <a:lnSpc>
                <a:spcPct val="125000"/>
              </a:lnSpc>
              <a:spcBef>
                <a:spcPts val="0"/>
              </a:spcBef>
              <a:spcAft>
                <a:spcPts val="0"/>
              </a:spcAft>
              <a:buNone/>
            </a:pPr>
            <a:r>
              <a:t/>
            </a:r>
            <a:endParaRPr/>
          </a:p>
          <a:p>
            <a:pPr indent="0" lvl="0" marL="0" rtl="0" algn="l">
              <a:lnSpc>
                <a:spcPct val="125000"/>
              </a:lnSpc>
              <a:spcBef>
                <a:spcPts val="0"/>
              </a:spcBef>
              <a:spcAft>
                <a:spcPts val="0"/>
              </a:spcAft>
              <a:buNone/>
            </a:pPr>
            <a:r>
              <a:rPr lang="en"/>
              <a:t>Lorem ipsum dolor sit amet, consectetur adipiscing elit. Duis sit amet odio vel purus bibendum luctus.</a:t>
            </a:r>
            <a:endParaRPr/>
          </a:p>
        </p:txBody>
      </p:sp>
      <p:sp>
        <p:nvSpPr>
          <p:cNvPr id="324" name="Google Shape;324;p44"/>
          <p:cNvSpPr txBox="1"/>
          <p:nvPr>
            <p:ph idx="3" type="body"/>
          </p:nvPr>
        </p:nvSpPr>
        <p:spPr>
          <a:xfrm>
            <a:off x="4702700" y="1054925"/>
            <a:ext cx="1895100" cy="3402900"/>
          </a:xfrm>
          <a:prstGeom prst="rect">
            <a:avLst/>
          </a:prstGeom>
        </p:spPr>
        <p:txBody>
          <a:bodyPr anchorCtr="0" anchor="t" bIns="91425" lIns="91425" spcFirstLastPara="1" rIns="91425" wrap="square" tIns="0">
            <a:normAutofit/>
          </a:bodyPr>
          <a:lstStyle/>
          <a:p>
            <a:pPr indent="0" lvl="0" marL="0" rtl="0" algn="l">
              <a:lnSpc>
                <a:spcPct val="100000"/>
              </a:lnSpc>
              <a:spcBef>
                <a:spcPts val="0"/>
              </a:spcBef>
              <a:spcAft>
                <a:spcPts val="0"/>
              </a:spcAft>
              <a:buNone/>
            </a:pPr>
            <a:r>
              <a:rPr b="1" lang="en"/>
              <a:t>Click to edit title</a:t>
            </a:r>
            <a:endParaRPr b="1"/>
          </a:p>
          <a:p>
            <a:pPr indent="0" lvl="0" marL="0" rtl="0" algn="l">
              <a:lnSpc>
                <a:spcPct val="100000"/>
              </a:lnSpc>
              <a:spcBef>
                <a:spcPts val="0"/>
              </a:spcBef>
              <a:spcAft>
                <a:spcPts val="0"/>
              </a:spcAft>
              <a:buNone/>
            </a:pPr>
            <a:r>
              <a:t/>
            </a:r>
            <a:endParaRPr b="1"/>
          </a:p>
          <a:p>
            <a:pPr indent="0" lvl="0" marL="0" rtl="0" algn="l">
              <a:lnSpc>
                <a:spcPct val="125000"/>
              </a:lnSpc>
              <a:spcBef>
                <a:spcPts val="0"/>
              </a:spcBef>
              <a:spcAft>
                <a:spcPts val="0"/>
              </a:spcAft>
              <a:buNone/>
            </a:pPr>
            <a:r>
              <a:rPr lang="en"/>
              <a:t>Lorem ipsum dolor sit amet, consectetur adipiscing elit. Duis sit amet odio vel purus bibendum luctus.</a:t>
            </a:r>
            <a:endParaRPr/>
          </a:p>
        </p:txBody>
      </p:sp>
      <p:sp>
        <p:nvSpPr>
          <p:cNvPr id="325" name="Google Shape;325;p44"/>
          <p:cNvSpPr txBox="1"/>
          <p:nvPr>
            <p:ph idx="4" type="body"/>
          </p:nvPr>
        </p:nvSpPr>
        <p:spPr>
          <a:xfrm>
            <a:off x="6852975" y="1054925"/>
            <a:ext cx="1895100" cy="3402900"/>
          </a:xfrm>
          <a:prstGeom prst="rect">
            <a:avLst/>
          </a:prstGeom>
        </p:spPr>
        <p:txBody>
          <a:bodyPr anchorCtr="0" anchor="t" bIns="91425" lIns="91425" spcFirstLastPara="1" rIns="91425" wrap="square" tIns="0">
            <a:normAutofit/>
          </a:bodyPr>
          <a:lstStyle/>
          <a:p>
            <a:pPr indent="0" lvl="0" marL="0" rtl="0" algn="l">
              <a:lnSpc>
                <a:spcPct val="100000"/>
              </a:lnSpc>
              <a:spcBef>
                <a:spcPts val="0"/>
              </a:spcBef>
              <a:spcAft>
                <a:spcPts val="0"/>
              </a:spcAft>
              <a:buNone/>
            </a:pPr>
            <a:r>
              <a:rPr b="1" lang="en"/>
              <a:t>Click to edit title</a:t>
            </a:r>
            <a:endParaRPr b="1"/>
          </a:p>
          <a:p>
            <a:pPr indent="0" lvl="0" marL="0" rtl="0" algn="l">
              <a:lnSpc>
                <a:spcPct val="100000"/>
              </a:lnSpc>
              <a:spcBef>
                <a:spcPts val="0"/>
              </a:spcBef>
              <a:spcAft>
                <a:spcPts val="0"/>
              </a:spcAft>
              <a:buNone/>
            </a:pPr>
            <a:r>
              <a:t/>
            </a:r>
            <a:endParaRPr b="1"/>
          </a:p>
          <a:p>
            <a:pPr indent="0" lvl="0" marL="0" rtl="0" algn="l">
              <a:lnSpc>
                <a:spcPct val="125000"/>
              </a:lnSpc>
              <a:spcBef>
                <a:spcPts val="0"/>
              </a:spcBef>
              <a:spcAft>
                <a:spcPts val="0"/>
              </a:spcAft>
              <a:buNone/>
            </a:pPr>
            <a:r>
              <a:rPr lang="en"/>
              <a:t>Lorem ipsum dolor sit amet, consectetur adipiscing elit. Duis sit amet odio vel purus bibendum luctus.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45"/>
          <p:cNvSpPr txBox="1"/>
          <p:nvPr>
            <p:ph idx="1" type="body"/>
          </p:nvPr>
        </p:nvSpPr>
        <p:spPr>
          <a:xfrm>
            <a:off x="402325" y="1054925"/>
            <a:ext cx="1895100" cy="3402900"/>
          </a:xfrm>
          <a:prstGeom prst="rect">
            <a:avLst/>
          </a:prstGeom>
        </p:spPr>
        <p:txBody>
          <a:bodyPr anchorCtr="0" anchor="t" bIns="91425" lIns="91425" spcFirstLastPara="1" rIns="91425" wrap="square" tIns="0">
            <a:normAutofit/>
          </a:bodyPr>
          <a:lstStyle/>
          <a:p>
            <a:pPr indent="0" lvl="0" marL="0" rtl="0" algn="l">
              <a:lnSpc>
                <a:spcPct val="100000"/>
              </a:lnSpc>
              <a:spcBef>
                <a:spcPts val="0"/>
              </a:spcBef>
              <a:spcAft>
                <a:spcPts val="0"/>
              </a:spcAft>
              <a:buNone/>
            </a:pPr>
            <a:r>
              <a:rPr b="1" lang="en"/>
              <a:t>Click to edit title</a:t>
            </a:r>
            <a:endParaRPr b="1"/>
          </a:p>
          <a:p>
            <a:pPr indent="0" lvl="0" marL="0" rtl="0" algn="l">
              <a:lnSpc>
                <a:spcPct val="100000"/>
              </a:lnSpc>
              <a:spcBef>
                <a:spcPts val="0"/>
              </a:spcBef>
              <a:spcAft>
                <a:spcPts val="0"/>
              </a:spcAft>
              <a:buNone/>
            </a:pPr>
            <a:r>
              <a:t/>
            </a:r>
            <a:endParaRPr b="1"/>
          </a:p>
          <a:p>
            <a:pPr indent="0" lvl="0" marL="0" rtl="0" algn="l">
              <a:lnSpc>
                <a:spcPct val="125000"/>
              </a:lnSpc>
              <a:spcBef>
                <a:spcPts val="0"/>
              </a:spcBef>
              <a:spcAft>
                <a:spcPts val="0"/>
              </a:spcAft>
              <a:buNone/>
            </a:pPr>
            <a:r>
              <a:rPr lang="en"/>
              <a:t>Lorem ipsum dolor sit amet, consectetur adipiscing elit. Duis sit amet odio vel purus bibendum luctus.</a:t>
            </a:r>
            <a:endParaRPr/>
          </a:p>
        </p:txBody>
      </p:sp>
      <p:sp>
        <p:nvSpPr>
          <p:cNvPr id="331" name="Google Shape;331;p45"/>
          <p:cNvSpPr txBox="1"/>
          <p:nvPr>
            <p:ph idx="2" type="body"/>
          </p:nvPr>
        </p:nvSpPr>
        <p:spPr>
          <a:xfrm>
            <a:off x="2552500" y="1054925"/>
            <a:ext cx="1895100" cy="3402900"/>
          </a:xfrm>
          <a:prstGeom prst="rect">
            <a:avLst/>
          </a:prstGeom>
        </p:spPr>
        <p:txBody>
          <a:bodyPr anchorCtr="0" anchor="t" bIns="91425" lIns="91425" spcFirstLastPara="1" rIns="91425" wrap="square" tIns="0">
            <a:normAutofit/>
          </a:bodyPr>
          <a:lstStyle/>
          <a:p>
            <a:pPr indent="0" lvl="0" marL="0" rtl="0" algn="l">
              <a:lnSpc>
                <a:spcPct val="100000"/>
              </a:lnSpc>
              <a:spcBef>
                <a:spcPts val="0"/>
              </a:spcBef>
              <a:spcAft>
                <a:spcPts val="0"/>
              </a:spcAft>
              <a:buNone/>
            </a:pPr>
            <a:r>
              <a:rPr b="1" lang="en"/>
              <a:t>Click to edit title</a:t>
            </a:r>
            <a:endParaRPr b="1"/>
          </a:p>
          <a:p>
            <a:pPr indent="0" lvl="0" marL="0" rtl="0" algn="l">
              <a:lnSpc>
                <a:spcPct val="125000"/>
              </a:lnSpc>
              <a:spcBef>
                <a:spcPts val="0"/>
              </a:spcBef>
              <a:spcAft>
                <a:spcPts val="0"/>
              </a:spcAft>
              <a:buNone/>
            </a:pPr>
            <a:r>
              <a:t/>
            </a:r>
            <a:endParaRPr/>
          </a:p>
          <a:p>
            <a:pPr indent="0" lvl="0" marL="0" rtl="0" algn="l">
              <a:lnSpc>
                <a:spcPct val="125000"/>
              </a:lnSpc>
              <a:spcBef>
                <a:spcPts val="0"/>
              </a:spcBef>
              <a:spcAft>
                <a:spcPts val="0"/>
              </a:spcAft>
              <a:buNone/>
            </a:pPr>
            <a:r>
              <a:rPr lang="en"/>
              <a:t>Lorem ipsum dolor sit amet, consectetur adipiscing elit. Duis sit amet odio vel purus bibendum luctus.</a:t>
            </a:r>
            <a:endParaRPr/>
          </a:p>
        </p:txBody>
      </p:sp>
      <p:sp>
        <p:nvSpPr>
          <p:cNvPr id="332" name="Google Shape;332;p45"/>
          <p:cNvSpPr txBox="1"/>
          <p:nvPr>
            <p:ph idx="3" type="body"/>
          </p:nvPr>
        </p:nvSpPr>
        <p:spPr>
          <a:xfrm>
            <a:off x="4702700" y="1054925"/>
            <a:ext cx="1895100" cy="3402900"/>
          </a:xfrm>
          <a:prstGeom prst="rect">
            <a:avLst/>
          </a:prstGeom>
        </p:spPr>
        <p:txBody>
          <a:bodyPr anchorCtr="0" anchor="t" bIns="91425" lIns="91425" spcFirstLastPara="1" rIns="91425" wrap="square" tIns="0">
            <a:normAutofit/>
          </a:bodyPr>
          <a:lstStyle/>
          <a:p>
            <a:pPr indent="0" lvl="0" marL="0" rtl="0" algn="l">
              <a:lnSpc>
                <a:spcPct val="100000"/>
              </a:lnSpc>
              <a:spcBef>
                <a:spcPts val="0"/>
              </a:spcBef>
              <a:spcAft>
                <a:spcPts val="0"/>
              </a:spcAft>
              <a:buNone/>
            </a:pPr>
            <a:r>
              <a:rPr b="1" lang="en"/>
              <a:t>Click to edit title</a:t>
            </a:r>
            <a:endParaRPr b="1"/>
          </a:p>
          <a:p>
            <a:pPr indent="0" lvl="0" marL="0" rtl="0" algn="l">
              <a:lnSpc>
                <a:spcPct val="100000"/>
              </a:lnSpc>
              <a:spcBef>
                <a:spcPts val="0"/>
              </a:spcBef>
              <a:spcAft>
                <a:spcPts val="0"/>
              </a:spcAft>
              <a:buNone/>
            </a:pPr>
            <a:r>
              <a:t/>
            </a:r>
            <a:endParaRPr b="1"/>
          </a:p>
          <a:p>
            <a:pPr indent="0" lvl="0" marL="0" rtl="0" algn="l">
              <a:lnSpc>
                <a:spcPct val="125000"/>
              </a:lnSpc>
              <a:spcBef>
                <a:spcPts val="0"/>
              </a:spcBef>
              <a:spcAft>
                <a:spcPts val="0"/>
              </a:spcAft>
              <a:buNone/>
            </a:pPr>
            <a:r>
              <a:rPr lang="en"/>
              <a:t>Lorem ipsum dolor sit amet, consectetur adipiscing elit. Duis sit amet odio vel purus bibendum luctus.</a:t>
            </a:r>
            <a:endParaRPr/>
          </a:p>
        </p:txBody>
      </p:sp>
      <p:sp>
        <p:nvSpPr>
          <p:cNvPr id="333" name="Google Shape;333;p45"/>
          <p:cNvSpPr txBox="1"/>
          <p:nvPr>
            <p:ph idx="4" type="body"/>
          </p:nvPr>
        </p:nvSpPr>
        <p:spPr>
          <a:xfrm>
            <a:off x="6852975" y="1054925"/>
            <a:ext cx="1895100" cy="3402900"/>
          </a:xfrm>
          <a:prstGeom prst="rect">
            <a:avLst/>
          </a:prstGeom>
        </p:spPr>
        <p:txBody>
          <a:bodyPr anchorCtr="0" anchor="t" bIns="91425" lIns="91425" spcFirstLastPara="1" rIns="91425" wrap="square" tIns="0">
            <a:normAutofit/>
          </a:bodyPr>
          <a:lstStyle/>
          <a:p>
            <a:pPr indent="0" lvl="0" marL="0" rtl="0" algn="l">
              <a:lnSpc>
                <a:spcPct val="100000"/>
              </a:lnSpc>
              <a:spcBef>
                <a:spcPts val="0"/>
              </a:spcBef>
              <a:spcAft>
                <a:spcPts val="0"/>
              </a:spcAft>
              <a:buNone/>
            </a:pPr>
            <a:r>
              <a:rPr b="1" lang="en"/>
              <a:t>Click to edit title</a:t>
            </a:r>
            <a:endParaRPr b="1"/>
          </a:p>
          <a:p>
            <a:pPr indent="0" lvl="0" marL="0" rtl="0" algn="l">
              <a:lnSpc>
                <a:spcPct val="100000"/>
              </a:lnSpc>
              <a:spcBef>
                <a:spcPts val="0"/>
              </a:spcBef>
              <a:spcAft>
                <a:spcPts val="0"/>
              </a:spcAft>
              <a:buNone/>
            </a:pPr>
            <a:r>
              <a:t/>
            </a:r>
            <a:endParaRPr b="1"/>
          </a:p>
          <a:p>
            <a:pPr indent="0" lvl="0" marL="0" rtl="0" algn="l">
              <a:lnSpc>
                <a:spcPct val="125000"/>
              </a:lnSpc>
              <a:spcBef>
                <a:spcPts val="0"/>
              </a:spcBef>
              <a:spcAft>
                <a:spcPts val="0"/>
              </a:spcAft>
              <a:buNone/>
            </a:pPr>
            <a:r>
              <a:rPr lang="en"/>
              <a:t>Lorem ipsum dolor sit amet, consectetur adipiscing elit. Duis sit amet odio vel purus bibendum luctus.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46"/>
          <p:cNvSpPr txBox="1"/>
          <p:nvPr>
            <p:ph type="title"/>
          </p:nvPr>
        </p:nvSpPr>
        <p:spPr>
          <a:xfrm>
            <a:off x="395650" y="1496675"/>
            <a:ext cx="3730800" cy="1481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Quote or big</a:t>
            </a:r>
            <a:endParaRPr/>
          </a:p>
          <a:p>
            <a:pPr indent="0" lvl="0" marL="0" rtl="0" algn="ctr">
              <a:spcBef>
                <a:spcPts val="0"/>
              </a:spcBef>
              <a:spcAft>
                <a:spcPts val="0"/>
              </a:spcAft>
              <a:buNone/>
            </a:pPr>
            <a:r>
              <a:rPr lang="en"/>
              <a:t>statement</a:t>
            </a:r>
            <a:endParaRPr/>
          </a:p>
        </p:txBody>
      </p:sp>
      <p:sp>
        <p:nvSpPr>
          <p:cNvPr id="339" name="Google Shape;339;p46"/>
          <p:cNvSpPr txBox="1"/>
          <p:nvPr>
            <p:ph idx="1" type="subTitle"/>
          </p:nvPr>
        </p:nvSpPr>
        <p:spPr>
          <a:xfrm>
            <a:off x="395650" y="3388900"/>
            <a:ext cx="3730800" cy="585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Click to edit subtitle</a:t>
            </a:r>
            <a:endParaRPr/>
          </a:p>
        </p:txBody>
      </p:sp>
      <p:sp>
        <p:nvSpPr>
          <p:cNvPr id="340" name="Google Shape;340;p46"/>
          <p:cNvSpPr txBox="1"/>
          <p:nvPr>
            <p:ph idx="2" type="body"/>
          </p:nvPr>
        </p:nvSpPr>
        <p:spPr>
          <a:xfrm>
            <a:off x="4994100" y="1168200"/>
            <a:ext cx="3727800" cy="2807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Click to edit body copy.</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47"/>
          <p:cNvSpPr txBox="1"/>
          <p:nvPr>
            <p:ph idx="3" type="body"/>
          </p:nvPr>
        </p:nvSpPr>
        <p:spPr>
          <a:xfrm>
            <a:off x="4984000" y="1248650"/>
            <a:ext cx="3721500" cy="32094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b="1" lang="en"/>
              <a:t>Lorem ipsum dolor sit amet, consectetur adipiscing elit amet, consect teekay.</a:t>
            </a:r>
            <a:endParaRPr b="1"/>
          </a:p>
          <a:p>
            <a:pPr indent="-298450" lvl="0" marL="457200" rtl="0" algn="l">
              <a:spcBef>
                <a:spcPts val="1000"/>
              </a:spcBef>
              <a:spcAft>
                <a:spcPts val="0"/>
              </a:spcAft>
              <a:buClr>
                <a:schemeClr val="dk1"/>
              </a:buClr>
              <a:buSzPts val="1100"/>
              <a:buFont typeface="Poppins"/>
              <a:buChar char="●"/>
            </a:pPr>
            <a:r>
              <a:rPr lang="en"/>
              <a:t>Lorem ipsum dolor sit amet, consectetur adipiscing elit.</a:t>
            </a:r>
            <a:endParaRPr/>
          </a:p>
          <a:p>
            <a:pPr indent="-298450" lvl="0" marL="457200" rtl="0" algn="l">
              <a:spcBef>
                <a:spcPts val="1000"/>
              </a:spcBef>
              <a:spcAft>
                <a:spcPts val="0"/>
              </a:spcAft>
              <a:buClr>
                <a:schemeClr val="dk1"/>
              </a:buClr>
              <a:buSzPts val="1100"/>
              <a:buFont typeface="Poppins"/>
              <a:buChar char="●"/>
            </a:pPr>
            <a:r>
              <a:rPr lang="en"/>
              <a:t>Lorem ipsum dolor sit amet, consectetur adipiscing elit.</a:t>
            </a:r>
            <a:endParaRPr/>
          </a:p>
          <a:p>
            <a:pPr indent="-298450" lvl="0" marL="457200" rtl="0" algn="l">
              <a:spcBef>
                <a:spcPts val="1000"/>
              </a:spcBef>
              <a:spcAft>
                <a:spcPts val="1000"/>
              </a:spcAft>
              <a:buClr>
                <a:schemeClr val="dk1"/>
              </a:buClr>
              <a:buSzPts val="1100"/>
              <a:buFont typeface="Poppins"/>
              <a:buChar char="●"/>
            </a:pPr>
            <a:r>
              <a:rPr lang="en"/>
              <a:t>Lorem ipsum dolor sit amet, consectetur adipiscing elit.</a:t>
            </a:r>
            <a:endParaRPr/>
          </a:p>
        </p:txBody>
      </p:sp>
      <p:sp>
        <p:nvSpPr>
          <p:cNvPr id="346" name="Google Shape;346;p47"/>
          <p:cNvSpPr txBox="1"/>
          <p:nvPr>
            <p:ph type="title"/>
          </p:nvPr>
        </p:nvSpPr>
        <p:spPr>
          <a:xfrm>
            <a:off x="395675" y="494375"/>
            <a:ext cx="3730800" cy="603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List Title 1 </a:t>
            </a:r>
            <a:br>
              <a:rPr lang="en"/>
            </a:br>
            <a:r>
              <a:rPr lang="en"/>
              <a:t>Second Line</a:t>
            </a:r>
            <a:endParaRPr/>
          </a:p>
        </p:txBody>
      </p:sp>
      <p:sp>
        <p:nvSpPr>
          <p:cNvPr id="347" name="Google Shape;347;p47"/>
          <p:cNvSpPr txBox="1"/>
          <p:nvPr>
            <p:ph idx="1" type="body"/>
          </p:nvPr>
        </p:nvSpPr>
        <p:spPr>
          <a:xfrm>
            <a:off x="400325" y="1248650"/>
            <a:ext cx="3721500" cy="32094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b="1" lang="en"/>
              <a:t>Lorem ipsum dolor sit amet, consectetur adipiscing elit amet, consect teekay.</a:t>
            </a:r>
            <a:endParaRPr b="1"/>
          </a:p>
          <a:p>
            <a:pPr indent="-298450" lvl="0" marL="457200" rtl="0" algn="l">
              <a:spcBef>
                <a:spcPts val="1000"/>
              </a:spcBef>
              <a:spcAft>
                <a:spcPts val="0"/>
              </a:spcAft>
              <a:buClr>
                <a:schemeClr val="dk1"/>
              </a:buClr>
              <a:buSzPts val="1100"/>
              <a:buFont typeface="Poppins"/>
              <a:buChar char="●"/>
            </a:pPr>
            <a:r>
              <a:rPr lang="en"/>
              <a:t>Lorem ipsum dolor sit amet, consectetur adipiscing elit.</a:t>
            </a:r>
            <a:endParaRPr/>
          </a:p>
          <a:p>
            <a:pPr indent="-298450" lvl="0" marL="457200" rtl="0" algn="l">
              <a:spcBef>
                <a:spcPts val="1000"/>
              </a:spcBef>
              <a:spcAft>
                <a:spcPts val="0"/>
              </a:spcAft>
              <a:buClr>
                <a:schemeClr val="dk1"/>
              </a:buClr>
              <a:buSzPts val="1100"/>
              <a:buFont typeface="Poppins"/>
              <a:buChar char="●"/>
            </a:pPr>
            <a:r>
              <a:rPr lang="en"/>
              <a:t>Lorem ipsum dolor sit amet, consectetur adipiscing elit.</a:t>
            </a:r>
            <a:endParaRPr/>
          </a:p>
          <a:p>
            <a:pPr indent="-298450" lvl="0" marL="457200" rtl="0" algn="l">
              <a:spcBef>
                <a:spcPts val="1000"/>
              </a:spcBef>
              <a:spcAft>
                <a:spcPts val="1000"/>
              </a:spcAft>
              <a:buClr>
                <a:schemeClr val="dk1"/>
              </a:buClr>
              <a:buSzPts val="1100"/>
              <a:buFont typeface="Poppins"/>
              <a:buChar char="●"/>
            </a:pPr>
            <a:r>
              <a:rPr lang="en"/>
              <a:t>Lorem ipsum dolor sit amet, consectetur adipiscing elit.</a:t>
            </a:r>
            <a:endParaRPr/>
          </a:p>
        </p:txBody>
      </p:sp>
      <p:sp>
        <p:nvSpPr>
          <p:cNvPr id="348" name="Google Shape;348;p47"/>
          <p:cNvSpPr txBox="1"/>
          <p:nvPr>
            <p:ph idx="2" type="title"/>
          </p:nvPr>
        </p:nvSpPr>
        <p:spPr>
          <a:xfrm>
            <a:off x="4984000" y="494375"/>
            <a:ext cx="3730800" cy="6036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a:t>List Title 2</a:t>
            </a:r>
            <a:endParaRPr/>
          </a:p>
          <a:p>
            <a:pPr indent="0" lvl="0" marL="0" rtl="0" algn="l">
              <a:spcBef>
                <a:spcPts val="0"/>
              </a:spcBef>
              <a:spcAft>
                <a:spcPts val="0"/>
              </a:spcAft>
              <a:buNone/>
            </a:pPr>
            <a:r>
              <a:rPr lang="en"/>
              <a:t>Second Line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48"/>
          <p:cNvSpPr txBox="1"/>
          <p:nvPr>
            <p:ph idx="1" type="body"/>
          </p:nvPr>
        </p:nvSpPr>
        <p:spPr>
          <a:xfrm>
            <a:off x="402325" y="1248800"/>
            <a:ext cx="3722700" cy="32091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b="1" lang="en"/>
              <a:t>Lorem ipsum dolor sit amet, consectetur adipiscing elit amet, consect teekay.</a:t>
            </a:r>
            <a:endParaRPr b="1"/>
          </a:p>
          <a:p>
            <a:pPr indent="-298450" lvl="0" marL="457200" rtl="0" algn="l">
              <a:spcBef>
                <a:spcPts val="1000"/>
              </a:spcBef>
              <a:spcAft>
                <a:spcPts val="0"/>
              </a:spcAft>
              <a:buClr>
                <a:schemeClr val="dk1"/>
              </a:buClr>
              <a:buSzPts val="1100"/>
              <a:buFont typeface="Poppins"/>
              <a:buChar char="●"/>
            </a:pPr>
            <a:r>
              <a:rPr lang="en"/>
              <a:t>Lorem ipsum dolor sit amet, consectetur adipiscing elit.</a:t>
            </a:r>
            <a:endParaRPr/>
          </a:p>
          <a:p>
            <a:pPr indent="-298450" lvl="0" marL="457200" rtl="0" algn="l">
              <a:spcBef>
                <a:spcPts val="1000"/>
              </a:spcBef>
              <a:spcAft>
                <a:spcPts val="0"/>
              </a:spcAft>
              <a:buClr>
                <a:schemeClr val="dk1"/>
              </a:buClr>
              <a:buSzPts val="1100"/>
              <a:buFont typeface="Poppins"/>
              <a:buChar char="●"/>
            </a:pPr>
            <a:r>
              <a:rPr lang="en"/>
              <a:t>Lorem ipsum dolor sit amet, consectetur adipiscing elit.</a:t>
            </a:r>
            <a:endParaRPr/>
          </a:p>
          <a:p>
            <a:pPr indent="-298450" lvl="0" marL="457200" rtl="0" algn="l">
              <a:spcBef>
                <a:spcPts val="1000"/>
              </a:spcBef>
              <a:spcAft>
                <a:spcPts val="1000"/>
              </a:spcAft>
              <a:buClr>
                <a:schemeClr val="dk1"/>
              </a:buClr>
              <a:buSzPts val="1100"/>
              <a:buFont typeface="Poppins"/>
              <a:buChar char="●"/>
            </a:pPr>
            <a:r>
              <a:rPr lang="en"/>
              <a:t>Lorem ipsum dolor sit amet, consectetur adipiscing elit.</a:t>
            </a:r>
            <a:endParaRPr/>
          </a:p>
        </p:txBody>
      </p:sp>
      <p:sp>
        <p:nvSpPr>
          <p:cNvPr id="354" name="Google Shape;354;p48"/>
          <p:cNvSpPr txBox="1"/>
          <p:nvPr>
            <p:ph type="title"/>
          </p:nvPr>
        </p:nvSpPr>
        <p:spPr>
          <a:xfrm>
            <a:off x="397175" y="493776"/>
            <a:ext cx="3727800" cy="60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Image w/ Copy</a:t>
            </a:r>
            <a:br>
              <a:rPr lang="en"/>
            </a:br>
            <a:r>
              <a:rPr lang="en"/>
              <a:t>Second Line</a:t>
            </a:r>
            <a:endParaRPr/>
          </a:p>
        </p:txBody>
      </p:sp>
      <p:sp>
        <p:nvSpPr>
          <p:cNvPr id="355" name="Google Shape;355;p48"/>
          <p:cNvSpPr/>
          <p:nvPr>
            <p:ph idx="2" type="pic"/>
          </p:nvPr>
        </p:nvSpPr>
        <p:spPr>
          <a:xfrm>
            <a:off x="4589725" y="0"/>
            <a:ext cx="4576800" cy="5143500"/>
          </a:xfrm>
          <a:prstGeom prst="rect">
            <a:avLst/>
          </a:prstGeom>
        </p:spPr>
      </p:sp>
      <p:pic>
        <p:nvPicPr>
          <p:cNvPr id="356" name="Google Shape;356;p48"/>
          <p:cNvPicPr preferRelativeResize="0"/>
          <p:nvPr/>
        </p:nvPicPr>
        <p:blipFill>
          <a:blip r:embed="rId3">
            <a:alphaModFix/>
          </a:blip>
          <a:stretch>
            <a:fillRect/>
          </a:stretch>
        </p:blipFill>
        <p:spPr>
          <a:xfrm>
            <a:off x="8833363" y="56338"/>
            <a:ext cx="256033" cy="25603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49"/>
          <p:cNvSpPr txBox="1"/>
          <p:nvPr>
            <p:ph idx="4" type="subTitle"/>
          </p:nvPr>
        </p:nvSpPr>
        <p:spPr>
          <a:xfrm>
            <a:off x="411300" y="553275"/>
            <a:ext cx="8321400" cy="3171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b="1" lang="en"/>
              <a:t>Lead-in copy introducing points below.</a:t>
            </a:r>
            <a:endParaRPr b="1"/>
          </a:p>
        </p:txBody>
      </p:sp>
      <p:sp>
        <p:nvSpPr>
          <p:cNvPr id="362" name="Google Shape;362;p49"/>
          <p:cNvSpPr txBox="1"/>
          <p:nvPr>
            <p:ph idx="1" type="body"/>
          </p:nvPr>
        </p:nvSpPr>
        <p:spPr>
          <a:xfrm>
            <a:off x="569550" y="1054950"/>
            <a:ext cx="2328000" cy="330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400"/>
              <a:t>Point 1</a:t>
            </a:r>
            <a:endParaRPr b="1" sz="1400"/>
          </a:p>
          <a:p>
            <a:pPr indent="0" lvl="0" marL="0" rtl="0" algn="l">
              <a:spcBef>
                <a:spcPts val="0"/>
              </a:spcBef>
              <a:spcAft>
                <a:spcPts val="0"/>
              </a:spcAft>
              <a:buNone/>
            </a:pPr>
            <a:r>
              <a:rPr lang="en" sz="1400"/>
              <a:t>Lorem ipsum dolor sit amet. Etiam mollis est vitae neque sag ittis.</a:t>
            </a:r>
            <a:endParaRPr sz="1400"/>
          </a:p>
        </p:txBody>
      </p:sp>
      <p:sp>
        <p:nvSpPr>
          <p:cNvPr id="363" name="Google Shape;363;p49"/>
          <p:cNvSpPr txBox="1"/>
          <p:nvPr>
            <p:ph idx="2" type="body"/>
          </p:nvPr>
        </p:nvSpPr>
        <p:spPr>
          <a:xfrm>
            <a:off x="3405375" y="1054950"/>
            <a:ext cx="2328000" cy="330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400">
                <a:solidFill>
                  <a:schemeClr val="dk1"/>
                </a:solidFill>
              </a:rPr>
              <a:t>Point 2</a:t>
            </a:r>
            <a:endParaRPr b="1" sz="1400">
              <a:solidFill>
                <a:schemeClr val="dk1"/>
              </a:solidFill>
            </a:endParaRPr>
          </a:p>
          <a:p>
            <a:pPr indent="0" lvl="0" marL="0" rtl="0" algn="l">
              <a:spcBef>
                <a:spcPts val="0"/>
              </a:spcBef>
              <a:spcAft>
                <a:spcPts val="0"/>
              </a:spcAft>
              <a:buNone/>
            </a:pPr>
            <a:r>
              <a:rPr lang="en" sz="1400"/>
              <a:t>Lorem ipsum dolor sit amet. Etiam mollis est vitae neque sag ittis.</a:t>
            </a:r>
            <a:endParaRPr sz="1400">
              <a:solidFill>
                <a:schemeClr val="dk1"/>
              </a:solidFill>
            </a:endParaRPr>
          </a:p>
        </p:txBody>
      </p:sp>
      <p:sp>
        <p:nvSpPr>
          <p:cNvPr id="364" name="Google Shape;364;p49"/>
          <p:cNvSpPr txBox="1"/>
          <p:nvPr>
            <p:ph idx="3" type="body"/>
          </p:nvPr>
        </p:nvSpPr>
        <p:spPr>
          <a:xfrm>
            <a:off x="6246375" y="1054950"/>
            <a:ext cx="2328000" cy="330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400">
                <a:solidFill>
                  <a:schemeClr val="dk1"/>
                </a:solidFill>
              </a:rPr>
              <a:t>Point 3</a:t>
            </a:r>
            <a:endParaRPr b="1" sz="1400">
              <a:solidFill>
                <a:schemeClr val="dk1"/>
              </a:solidFill>
            </a:endParaRPr>
          </a:p>
          <a:p>
            <a:pPr indent="0" lvl="0" marL="0" rtl="0" algn="l">
              <a:spcBef>
                <a:spcPts val="0"/>
              </a:spcBef>
              <a:spcAft>
                <a:spcPts val="0"/>
              </a:spcAft>
              <a:buNone/>
            </a:pPr>
            <a:r>
              <a:rPr lang="en" sz="1400"/>
              <a:t>Lorem ipsum dolor sit amet. Etiam mollis est vitae neque sag ittis.</a:t>
            </a:r>
            <a:endParaRPr sz="1400">
              <a:solidFill>
                <a:schemeClr val="dk1"/>
              </a:solidFill>
            </a:endParaRPr>
          </a:p>
        </p:txBody>
      </p:sp>
      <p:sp>
        <p:nvSpPr>
          <p:cNvPr id="365" name="Google Shape;365;p49"/>
          <p:cNvSpPr txBox="1"/>
          <p:nvPr>
            <p:ph type="title"/>
          </p:nvPr>
        </p:nvSpPr>
        <p:spPr>
          <a:xfrm>
            <a:off x="81575" y="0"/>
            <a:ext cx="8657700" cy="368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Three Points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50"/>
          <p:cNvSpPr txBox="1"/>
          <p:nvPr>
            <p:ph idx="1" type="subTitle"/>
          </p:nvPr>
        </p:nvSpPr>
        <p:spPr>
          <a:xfrm>
            <a:off x="374550" y="619525"/>
            <a:ext cx="8394900" cy="1848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b="1" lang="en"/>
              <a:t>Lead-in copy </a:t>
            </a:r>
            <a:r>
              <a:rPr b="1" lang="en"/>
              <a:t>introducing</a:t>
            </a:r>
            <a:r>
              <a:rPr b="1" lang="en"/>
              <a:t> process below.</a:t>
            </a:r>
            <a:endParaRPr b="1"/>
          </a:p>
        </p:txBody>
      </p:sp>
      <p:sp>
        <p:nvSpPr>
          <p:cNvPr id="371" name="Google Shape;371;p50"/>
          <p:cNvSpPr/>
          <p:nvPr/>
        </p:nvSpPr>
        <p:spPr>
          <a:xfrm>
            <a:off x="5689732" y="1055150"/>
            <a:ext cx="3104700" cy="669000"/>
          </a:xfrm>
          <a:prstGeom prst="chevron">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FFFF"/>
                </a:solidFill>
                <a:latin typeface="Poppins"/>
                <a:ea typeface="Poppins"/>
                <a:cs typeface="Poppins"/>
                <a:sym typeface="Poppins"/>
              </a:rPr>
              <a:t>Lorem 3</a:t>
            </a:r>
            <a:endParaRPr b="1">
              <a:solidFill>
                <a:srgbClr val="FFFFFF"/>
              </a:solidFill>
              <a:latin typeface="Poppins"/>
              <a:ea typeface="Poppins"/>
              <a:cs typeface="Poppins"/>
              <a:sym typeface="Poppins"/>
            </a:endParaRPr>
          </a:p>
        </p:txBody>
      </p:sp>
      <p:sp>
        <p:nvSpPr>
          <p:cNvPr id="372" name="Google Shape;372;p50"/>
          <p:cNvSpPr/>
          <p:nvPr/>
        </p:nvSpPr>
        <p:spPr>
          <a:xfrm>
            <a:off x="399662" y="1055364"/>
            <a:ext cx="3109200" cy="669000"/>
          </a:xfrm>
          <a:prstGeom prst="homePlate">
            <a:avLst>
              <a:gd fmla="val 5000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FFFF"/>
                </a:solidFill>
                <a:latin typeface="Poppins"/>
                <a:ea typeface="Poppins"/>
                <a:cs typeface="Poppins"/>
                <a:sym typeface="Poppins"/>
              </a:rPr>
              <a:t>Lorem 1</a:t>
            </a:r>
            <a:endParaRPr b="1">
              <a:solidFill>
                <a:srgbClr val="FFFFFF"/>
              </a:solidFill>
              <a:latin typeface="Poppins"/>
              <a:ea typeface="Poppins"/>
              <a:cs typeface="Poppins"/>
              <a:sym typeface="Poppins"/>
            </a:endParaRPr>
          </a:p>
        </p:txBody>
      </p:sp>
      <p:sp>
        <p:nvSpPr>
          <p:cNvPr id="373" name="Google Shape;373;p50"/>
          <p:cNvSpPr/>
          <p:nvPr/>
        </p:nvSpPr>
        <p:spPr>
          <a:xfrm>
            <a:off x="3164962" y="1055150"/>
            <a:ext cx="3104700" cy="669000"/>
          </a:xfrm>
          <a:prstGeom prst="chevron">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FFFF"/>
                </a:solidFill>
                <a:latin typeface="Poppins"/>
                <a:ea typeface="Poppins"/>
                <a:cs typeface="Poppins"/>
                <a:sym typeface="Poppins"/>
              </a:rPr>
              <a:t>Lorem 2</a:t>
            </a:r>
            <a:endParaRPr b="1">
              <a:solidFill>
                <a:srgbClr val="FFFFFF"/>
              </a:solidFill>
              <a:latin typeface="Poppins"/>
              <a:ea typeface="Poppins"/>
              <a:cs typeface="Poppins"/>
              <a:sym typeface="Poppins"/>
            </a:endParaRPr>
          </a:p>
        </p:txBody>
      </p:sp>
      <p:sp>
        <p:nvSpPr>
          <p:cNvPr id="374" name="Google Shape;374;p50"/>
          <p:cNvSpPr txBox="1"/>
          <p:nvPr>
            <p:ph idx="2" type="body"/>
          </p:nvPr>
        </p:nvSpPr>
        <p:spPr>
          <a:xfrm>
            <a:off x="569550" y="2038650"/>
            <a:ext cx="2328000" cy="2419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Lorem ipsum dolor sit amet, consectetur adipiscing elit. Duis sit amet odio vel purus bibendum luctus.</a:t>
            </a:r>
            <a:endParaRPr/>
          </a:p>
        </p:txBody>
      </p:sp>
      <p:sp>
        <p:nvSpPr>
          <p:cNvPr id="375" name="Google Shape;375;p50"/>
          <p:cNvSpPr txBox="1"/>
          <p:nvPr>
            <p:ph idx="4" type="body"/>
          </p:nvPr>
        </p:nvSpPr>
        <p:spPr>
          <a:xfrm>
            <a:off x="3407968" y="2038650"/>
            <a:ext cx="2328000" cy="2419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Lorem ipsum dolor sit amet, consectetur adipiscing elit. Duis sit amet odio vel purus bibendum luctus.</a:t>
            </a:r>
            <a:endParaRPr/>
          </a:p>
        </p:txBody>
      </p:sp>
      <p:sp>
        <p:nvSpPr>
          <p:cNvPr id="376" name="Google Shape;376;p50"/>
          <p:cNvSpPr txBox="1"/>
          <p:nvPr>
            <p:ph idx="3" type="body"/>
          </p:nvPr>
        </p:nvSpPr>
        <p:spPr>
          <a:xfrm>
            <a:off x="6246399" y="2038650"/>
            <a:ext cx="2328000" cy="2419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Lorem ipsum dolor sit amet, consectetur adipiscing elit. Duis sit amet odio vel purus bibendum luctus.</a:t>
            </a:r>
            <a:endParaRPr/>
          </a:p>
        </p:txBody>
      </p:sp>
      <p:sp>
        <p:nvSpPr>
          <p:cNvPr id="377" name="Google Shape;377;p50"/>
          <p:cNvSpPr txBox="1"/>
          <p:nvPr>
            <p:ph type="title"/>
          </p:nvPr>
        </p:nvSpPr>
        <p:spPr>
          <a:xfrm>
            <a:off x="81575" y="0"/>
            <a:ext cx="8657400" cy="368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Process Flow</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51"/>
          <p:cNvSpPr txBox="1"/>
          <p:nvPr>
            <p:ph idx="1" type="body"/>
          </p:nvPr>
        </p:nvSpPr>
        <p:spPr>
          <a:xfrm>
            <a:off x="402325" y="2304075"/>
            <a:ext cx="1895100" cy="2153700"/>
          </a:xfrm>
          <a:prstGeom prst="rect">
            <a:avLst/>
          </a:prstGeom>
        </p:spPr>
        <p:txBody>
          <a:bodyPr anchorCtr="0" anchor="t" bIns="0"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t>Click to edit title</a:t>
            </a:r>
            <a:endParaRPr b="1"/>
          </a:p>
          <a:p>
            <a:pPr indent="0" lvl="0" marL="0" rtl="0" algn="l">
              <a:lnSpc>
                <a:spcPct val="100000"/>
              </a:lnSpc>
              <a:spcBef>
                <a:spcPts val="0"/>
              </a:spcBef>
              <a:spcAft>
                <a:spcPts val="0"/>
              </a:spcAft>
              <a:buClr>
                <a:schemeClr val="dk1"/>
              </a:buClr>
              <a:buSzPts val="1100"/>
              <a:buFont typeface="Arial"/>
              <a:buNone/>
            </a:pPr>
            <a:r>
              <a:t/>
            </a:r>
            <a:endParaRPr b="1"/>
          </a:p>
          <a:p>
            <a:pPr indent="0" lvl="0" marL="0" rtl="0" algn="l">
              <a:spcBef>
                <a:spcPts val="0"/>
              </a:spcBef>
              <a:spcAft>
                <a:spcPts val="1000"/>
              </a:spcAft>
              <a:buNone/>
            </a:pPr>
            <a:r>
              <a:rPr lang="en"/>
              <a:t>Lorem ipsum dolor sit amet, consectetur adipiscing elit. Duis sit amet odio vel purus bibendum luctus.</a:t>
            </a:r>
            <a:endParaRPr/>
          </a:p>
        </p:txBody>
      </p:sp>
      <p:sp>
        <p:nvSpPr>
          <p:cNvPr id="383" name="Google Shape;383;p51"/>
          <p:cNvSpPr txBox="1"/>
          <p:nvPr>
            <p:ph idx="2" type="body"/>
          </p:nvPr>
        </p:nvSpPr>
        <p:spPr>
          <a:xfrm>
            <a:off x="2552500" y="2304075"/>
            <a:ext cx="1895100" cy="2153700"/>
          </a:xfrm>
          <a:prstGeom prst="rect">
            <a:avLst/>
          </a:prstGeom>
        </p:spPr>
        <p:txBody>
          <a:bodyPr anchorCtr="0" anchor="t" bIns="0"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t>Click to edit title</a:t>
            </a:r>
            <a:endParaRPr b="1"/>
          </a:p>
          <a:p>
            <a:pPr indent="0" lvl="0" marL="0" rtl="0" algn="l">
              <a:lnSpc>
                <a:spcPct val="100000"/>
              </a:lnSpc>
              <a:spcBef>
                <a:spcPts val="0"/>
              </a:spcBef>
              <a:spcAft>
                <a:spcPts val="0"/>
              </a:spcAft>
              <a:buClr>
                <a:schemeClr val="dk1"/>
              </a:buClr>
              <a:buSzPts val="1100"/>
              <a:buFont typeface="Arial"/>
              <a:buNone/>
            </a:pPr>
            <a:r>
              <a:t/>
            </a:r>
            <a:endParaRPr b="1"/>
          </a:p>
          <a:p>
            <a:pPr indent="0" lvl="0" marL="0" rtl="0" algn="l">
              <a:spcBef>
                <a:spcPts val="0"/>
              </a:spcBef>
              <a:spcAft>
                <a:spcPts val="1000"/>
              </a:spcAft>
              <a:buNone/>
            </a:pPr>
            <a:r>
              <a:rPr lang="en"/>
              <a:t>Lorem ipsum dolor sit amet, consectetur adipiscing elit. Duis sit amet odio vel purus bibendum luctus.</a:t>
            </a:r>
            <a:endParaRPr/>
          </a:p>
        </p:txBody>
      </p:sp>
      <p:sp>
        <p:nvSpPr>
          <p:cNvPr id="384" name="Google Shape;384;p51"/>
          <p:cNvSpPr txBox="1"/>
          <p:nvPr>
            <p:ph idx="3" type="body"/>
          </p:nvPr>
        </p:nvSpPr>
        <p:spPr>
          <a:xfrm>
            <a:off x="4702700" y="2304075"/>
            <a:ext cx="1895100" cy="2153700"/>
          </a:xfrm>
          <a:prstGeom prst="rect">
            <a:avLst/>
          </a:prstGeom>
        </p:spPr>
        <p:txBody>
          <a:bodyPr anchorCtr="0" anchor="t" bIns="0"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t>Click to edit title</a:t>
            </a:r>
            <a:endParaRPr b="1"/>
          </a:p>
          <a:p>
            <a:pPr indent="0" lvl="0" marL="0" rtl="0" algn="l">
              <a:lnSpc>
                <a:spcPct val="100000"/>
              </a:lnSpc>
              <a:spcBef>
                <a:spcPts val="0"/>
              </a:spcBef>
              <a:spcAft>
                <a:spcPts val="0"/>
              </a:spcAft>
              <a:buClr>
                <a:schemeClr val="dk1"/>
              </a:buClr>
              <a:buSzPts val="1100"/>
              <a:buFont typeface="Arial"/>
              <a:buNone/>
            </a:pPr>
            <a:r>
              <a:t/>
            </a:r>
            <a:endParaRPr b="1"/>
          </a:p>
          <a:p>
            <a:pPr indent="0" lvl="0" marL="0" rtl="0" algn="l">
              <a:spcBef>
                <a:spcPts val="0"/>
              </a:spcBef>
              <a:spcAft>
                <a:spcPts val="1000"/>
              </a:spcAft>
              <a:buNone/>
            </a:pPr>
            <a:r>
              <a:rPr lang="en"/>
              <a:t>Lorem ipsum dolor sit amet, consectetur adipiscing elit. Duis sit amet odio vel purus bibendum luctus.</a:t>
            </a:r>
            <a:endParaRPr/>
          </a:p>
        </p:txBody>
      </p:sp>
      <p:sp>
        <p:nvSpPr>
          <p:cNvPr id="385" name="Google Shape;385;p51"/>
          <p:cNvSpPr txBox="1"/>
          <p:nvPr>
            <p:ph idx="4" type="body"/>
          </p:nvPr>
        </p:nvSpPr>
        <p:spPr>
          <a:xfrm>
            <a:off x="6852975" y="2304075"/>
            <a:ext cx="1895100" cy="2153700"/>
          </a:xfrm>
          <a:prstGeom prst="rect">
            <a:avLst/>
          </a:prstGeom>
        </p:spPr>
        <p:txBody>
          <a:bodyPr anchorCtr="0" anchor="t" bIns="0"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t>Click to edit title</a:t>
            </a:r>
            <a:endParaRPr b="1"/>
          </a:p>
          <a:p>
            <a:pPr indent="0" lvl="0" marL="0" rtl="0" algn="l">
              <a:lnSpc>
                <a:spcPct val="100000"/>
              </a:lnSpc>
              <a:spcBef>
                <a:spcPts val="0"/>
              </a:spcBef>
              <a:spcAft>
                <a:spcPts val="0"/>
              </a:spcAft>
              <a:buClr>
                <a:schemeClr val="dk1"/>
              </a:buClr>
              <a:buSzPts val="1100"/>
              <a:buFont typeface="Arial"/>
              <a:buNone/>
            </a:pPr>
            <a:r>
              <a:t/>
            </a:r>
            <a:endParaRPr b="1"/>
          </a:p>
          <a:p>
            <a:pPr indent="0" lvl="0" marL="0" rtl="0" algn="l">
              <a:spcBef>
                <a:spcPts val="0"/>
              </a:spcBef>
              <a:spcAft>
                <a:spcPts val="1000"/>
              </a:spcAft>
              <a:buNone/>
            </a:pPr>
            <a:r>
              <a:rPr lang="en"/>
              <a:t>Lorem ipsum dolor sit amet, consectetur adipiscing elit. Duis sit amet odio vel purus bibendum luctus.</a:t>
            </a:r>
            <a:endParaRPr/>
          </a:p>
        </p:txBody>
      </p:sp>
      <p:sp>
        <p:nvSpPr>
          <p:cNvPr id="386" name="Google Shape;386;p51"/>
          <p:cNvSpPr txBox="1"/>
          <p:nvPr>
            <p:ph type="title"/>
          </p:nvPr>
        </p:nvSpPr>
        <p:spPr>
          <a:xfrm>
            <a:off x="81800" y="0"/>
            <a:ext cx="8666400" cy="368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4 Columns – Images</a:t>
            </a:r>
            <a:endParaRPr/>
          </a:p>
        </p:txBody>
      </p:sp>
      <p:sp>
        <p:nvSpPr>
          <p:cNvPr id="387" name="Google Shape;387;p51"/>
          <p:cNvSpPr/>
          <p:nvPr>
            <p:ph idx="5" type="pic"/>
          </p:nvPr>
        </p:nvSpPr>
        <p:spPr>
          <a:xfrm>
            <a:off x="442250" y="1054925"/>
            <a:ext cx="1815000" cy="1136700"/>
          </a:xfrm>
          <a:prstGeom prst="rect">
            <a:avLst/>
          </a:prstGeom>
        </p:spPr>
      </p:sp>
      <p:sp>
        <p:nvSpPr>
          <p:cNvPr id="388" name="Google Shape;388;p51"/>
          <p:cNvSpPr/>
          <p:nvPr>
            <p:ph idx="6" type="pic"/>
          </p:nvPr>
        </p:nvSpPr>
        <p:spPr>
          <a:xfrm>
            <a:off x="2592488" y="1054925"/>
            <a:ext cx="1815000" cy="1136700"/>
          </a:xfrm>
          <a:prstGeom prst="rect">
            <a:avLst/>
          </a:prstGeom>
        </p:spPr>
      </p:sp>
      <p:sp>
        <p:nvSpPr>
          <p:cNvPr id="389" name="Google Shape;389;p51"/>
          <p:cNvSpPr/>
          <p:nvPr>
            <p:ph idx="7" type="pic"/>
          </p:nvPr>
        </p:nvSpPr>
        <p:spPr>
          <a:xfrm>
            <a:off x="4742688" y="1054925"/>
            <a:ext cx="1815000" cy="1136700"/>
          </a:xfrm>
          <a:prstGeom prst="rect">
            <a:avLst/>
          </a:prstGeom>
        </p:spPr>
      </p:sp>
      <p:sp>
        <p:nvSpPr>
          <p:cNvPr id="390" name="Google Shape;390;p51"/>
          <p:cNvSpPr/>
          <p:nvPr>
            <p:ph idx="8" type="pic"/>
          </p:nvPr>
        </p:nvSpPr>
        <p:spPr>
          <a:xfrm>
            <a:off x="6892888" y="1054925"/>
            <a:ext cx="1815000" cy="1136700"/>
          </a:xfrm>
          <a:prstGeom prst="rect">
            <a:avLst/>
          </a:prstGeom>
        </p:spPr>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52"/>
          <p:cNvSpPr txBox="1"/>
          <p:nvPr>
            <p:ph idx="1" type="body"/>
          </p:nvPr>
        </p:nvSpPr>
        <p:spPr>
          <a:xfrm>
            <a:off x="402325" y="2978800"/>
            <a:ext cx="1895100" cy="1479000"/>
          </a:xfrm>
          <a:prstGeom prst="rect">
            <a:avLst/>
          </a:prstGeom>
        </p:spPr>
        <p:txBody>
          <a:bodyPr anchorCtr="0" anchor="t" bIns="0"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t>Click to edit title</a:t>
            </a:r>
            <a:endParaRPr b="1"/>
          </a:p>
          <a:p>
            <a:pPr indent="0" lvl="0" marL="0" rtl="0" algn="l">
              <a:lnSpc>
                <a:spcPct val="100000"/>
              </a:lnSpc>
              <a:spcBef>
                <a:spcPts val="0"/>
              </a:spcBef>
              <a:spcAft>
                <a:spcPts val="0"/>
              </a:spcAft>
              <a:buClr>
                <a:schemeClr val="dk1"/>
              </a:buClr>
              <a:buSzPts val="1100"/>
              <a:buFont typeface="Arial"/>
              <a:buNone/>
            </a:pPr>
            <a:r>
              <a:t/>
            </a:r>
            <a:endParaRPr b="1"/>
          </a:p>
          <a:p>
            <a:pPr indent="0" lvl="0" marL="0" rtl="0" algn="l">
              <a:spcBef>
                <a:spcPts val="0"/>
              </a:spcBef>
              <a:spcAft>
                <a:spcPts val="0"/>
              </a:spcAft>
              <a:buNone/>
            </a:pPr>
            <a:r>
              <a:rPr lang="en"/>
              <a:t>Lorem ipsum dolor sit amet, consectetur adipiscing elit. Duis sit amet odio vel purus.</a:t>
            </a:r>
            <a:endParaRPr/>
          </a:p>
        </p:txBody>
      </p:sp>
      <p:sp>
        <p:nvSpPr>
          <p:cNvPr id="396" name="Google Shape;396;p52"/>
          <p:cNvSpPr txBox="1"/>
          <p:nvPr>
            <p:ph idx="2" type="body"/>
          </p:nvPr>
        </p:nvSpPr>
        <p:spPr>
          <a:xfrm>
            <a:off x="2552500" y="2978800"/>
            <a:ext cx="1895100" cy="1479000"/>
          </a:xfrm>
          <a:prstGeom prst="rect">
            <a:avLst/>
          </a:prstGeom>
        </p:spPr>
        <p:txBody>
          <a:bodyPr anchorCtr="0" anchor="t" bIns="0"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t>Click to edit title</a:t>
            </a:r>
            <a:endParaRPr b="1"/>
          </a:p>
          <a:p>
            <a:pPr indent="0" lvl="0" marL="0" rtl="0" algn="l">
              <a:lnSpc>
                <a:spcPct val="100000"/>
              </a:lnSpc>
              <a:spcBef>
                <a:spcPts val="0"/>
              </a:spcBef>
              <a:spcAft>
                <a:spcPts val="0"/>
              </a:spcAft>
              <a:buClr>
                <a:schemeClr val="dk1"/>
              </a:buClr>
              <a:buSzPts val="1100"/>
              <a:buFont typeface="Arial"/>
              <a:buNone/>
            </a:pPr>
            <a:r>
              <a:t/>
            </a:r>
            <a:endParaRPr b="1"/>
          </a:p>
          <a:p>
            <a:pPr indent="0" lvl="0" marL="0" rtl="0" algn="l">
              <a:spcBef>
                <a:spcPts val="0"/>
              </a:spcBef>
              <a:spcAft>
                <a:spcPts val="0"/>
              </a:spcAft>
              <a:buNone/>
            </a:pPr>
            <a:r>
              <a:rPr lang="en"/>
              <a:t>Lorem ipsum dolor sit amet, consectetur adipiscing elit. Duis sit amet odio vel purus.</a:t>
            </a:r>
            <a:endParaRPr/>
          </a:p>
        </p:txBody>
      </p:sp>
      <p:sp>
        <p:nvSpPr>
          <p:cNvPr id="397" name="Google Shape;397;p52"/>
          <p:cNvSpPr txBox="1"/>
          <p:nvPr>
            <p:ph idx="3" type="body"/>
          </p:nvPr>
        </p:nvSpPr>
        <p:spPr>
          <a:xfrm>
            <a:off x="4702700" y="2978800"/>
            <a:ext cx="1895100" cy="1479000"/>
          </a:xfrm>
          <a:prstGeom prst="rect">
            <a:avLst/>
          </a:prstGeom>
        </p:spPr>
        <p:txBody>
          <a:bodyPr anchorCtr="0" anchor="t" bIns="0"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t>Click to edit title</a:t>
            </a:r>
            <a:endParaRPr b="1"/>
          </a:p>
          <a:p>
            <a:pPr indent="0" lvl="0" marL="0" rtl="0" algn="l">
              <a:lnSpc>
                <a:spcPct val="100000"/>
              </a:lnSpc>
              <a:spcBef>
                <a:spcPts val="0"/>
              </a:spcBef>
              <a:spcAft>
                <a:spcPts val="0"/>
              </a:spcAft>
              <a:buClr>
                <a:schemeClr val="dk1"/>
              </a:buClr>
              <a:buSzPts val="1100"/>
              <a:buFont typeface="Arial"/>
              <a:buNone/>
            </a:pPr>
            <a:r>
              <a:t/>
            </a:r>
            <a:endParaRPr b="1"/>
          </a:p>
          <a:p>
            <a:pPr indent="0" lvl="0" marL="0" rtl="0" algn="l">
              <a:spcBef>
                <a:spcPts val="0"/>
              </a:spcBef>
              <a:spcAft>
                <a:spcPts val="0"/>
              </a:spcAft>
              <a:buNone/>
            </a:pPr>
            <a:r>
              <a:rPr lang="en"/>
              <a:t>Lorem ipsum dolor sit amet, consectetur adipiscing elit. Duis sit amet odio vel purus.</a:t>
            </a:r>
            <a:endParaRPr/>
          </a:p>
        </p:txBody>
      </p:sp>
      <p:sp>
        <p:nvSpPr>
          <p:cNvPr id="398" name="Google Shape;398;p52"/>
          <p:cNvSpPr txBox="1"/>
          <p:nvPr>
            <p:ph idx="4" type="body"/>
          </p:nvPr>
        </p:nvSpPr>
        <p:spPr>
          <a:xfrm>
            <a:off x="6852975" y="2978800"/>
            <a:ext cx="1895100" cy="1479000"/>
          </a:xfrm>
          <a:prstGeom prst="rect">
            <a:avLst/>
          </a:prstGeom>
        </p:spPr>
        <p:txBody>
          <a:bodyPr anchorCtr="0" anchor="t" bIns="0"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t>Click to edit title</a:t>
            </a:r>
            <a:endParaRPr b="1"/>
          </a:p>
          <a:p>
            <a:pPr indent="0" lvl="0" marL="0" rtl="0" algn="l">
              <a:lnSpc>
                <a:spcPct val="100000"/>
              </a:lnSpc>
              <a:spcBef>
                <a:spcPts val="0"/>
              </a:spcBef>
              <a:spcAft>
                <a:spcPts val="0"/>
              </a:spcAft>
              <a:buClr>
                <a:schemeClr val="dk1"/>
              </a:buClr>
              <a:buSzPts val="1100"/>
              <a:buFont typeface="Arial"/>
              <a:buNone/>
            </a:pPr>
            <a:r>
              <a:t/>
            </a:r>
            <a:endParaRPr b="1"/>
          </a:p>
          <a:p>
            <a:pPr indent="0" lvl="0" marL="0" rtl="0" algn="l">
              <a:spcBef>
                <a:spcPts val="0"/>
              </a:spcBef>
              <a:spcAft>
                <a:spcPts val="0"/>
              </a:spcAft>
              <a:buNone/>
            </a:pPr>
            <a:r>
              <a:rPr lang="en"/>
              <a:t>Lorem ipsum dolor sit amet, consectetur adipiscing elit. Duis sit amet odio vel purus.</a:t>
            </a:r>
            <a:endParaRPr/>
          </a:p>
        </p:txBody>
      </p:sp>
      <p:sp>
        <p:nvSpPr>
          <p:cNvPr id="399" name="Google Shape;399;p52"/>
          <p:cNvSpPr txBox="1"/>
          <p:nvPr>
            <p:ph type="title"/>
          </p:nvPr>
        </p:nvSpPr>
        <p:spPr>
          <a:xfrm>
            <a:off x="81800" y="0"/>
            <a:ext cx="8666400" cy="368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4 Columns – Topic Groups or Project Phases</a:t>
            </a:r>
            <a:endParaRPr/>
          </a:p>
        </p:txBody>
      </p:sp>
      <p:sp>
        <p:nvSpPr>
          <p:cNvPr id="400" name="Google Shape;400;p52"/>
          <p:cNvSpPr/>
          <p:nvPr>
            <p:ph idx="5" type="pic"/>
          </p:nvPr>
        </p:nvSpPr>
        <p:spPr>
          <a:xfrm>
            <a:off x="1559125" y="1054925"/>
            <a:ext cx="1815000" cy="1136700"/>
          </a:xfrm>
          <a:prstGeom prst="rect">
            <a:avLst/>
          </a:prstGeom>
        </p:spPr>
      </p:sp>
      <p:sp>
        <p:nvSpPr>
          <p:cNvPr id="401" name="Google Shape;401;p52"/>
          <p:cNvSpPr/>
          <p:nvPr>
            <p:ph idx="6" type="pic"/>
          </p:nvPr>
        </p:nvSpPr>
        <p:spPr>
          <a:xfrm>
            <a:off x="5769863" y="1054925"/>
            <a:ext cx="1815000" cy="1136700"/>
          </a:xfrm>
          <a:prstGeom prst="rect">
            <a:avLst/>
          </a:prstGeom>
        </p:spPr>
      </p:sp>
      <p:grpSp>
        <p:nvGrpSpPr>
          <p:cNvPr id="402" name="Google Shape;402;p52"/>
          <p:cNvGrpSpPr/>
          <p:nvPr/>
        </p:nvGrpSpPr>
        <p:grpSpPr>
          <a:xfrm>
            <a:off x="410957" y="2677625"/>
            <a:ext cx="3944629" cy="131700"/>
            <a:chOff x="482650" y="1653950"/>
            <a:chExt cx="3890550" cy="131700"/>
          </a:xfrm>
        </p:grpSpPr>
        <p:cxnSp>
          <p:nvCxnSpPr>
            <p:cNvPr id="403" name="Google Shape;403;p52"/>
            <p:cNvCxnSpPr/>
            <p:nvPr/>
          </p:nvCxnSpPr>
          <p:spPr>
            <a:xfrm rot="10800000">
              <a:off x="482650" y="1653950"/>
              <a:ext cx="0" cy="131700"/>
            </a:xfrm>
            <a:prstGeom prst="straightConnector1">
              <a:avLst/>
            </a:prstGeom>
            <a:noFill/>
            <a:ln cap="flat" cmpd="sng" w="9525">
              <a:solidFill>
                <a:schemeClr val="dk2"/>
              </a:solidFill>
              <a:prstDash val="solid"/>
              <a:round/>
              <a:headEnd len="med" w="med" type="none"/>
              <a:tailEnd len="med" w="med" type="none"/>
            </a:ln>
          </p:spPr>
        </p:cxnSp>
        <p:cxnSp>
          <p:nvCxnSpPr>
            <p:cNvPr id="404" name="Google Shape;404;p52"/>
            <p:cNvCxnSpPr/>
            <p:nvPr/>
          </p:nvCxnSpPr>
          <p:spPr>
            <a:xfrm rot="10800000">
              <a:off x="482800" y="1653950"/>
              <a:ext cx="3890400" cy="0"/>
            </a:xfrm>
            <a:prstGeom prst="straightConnector1">
              <a:avLst/>
            </a:prstGeom>
            <a:noFill/>
            <a:ln cap="flat" cmpd="sng" w="9525">
              <a:solidFill>
                <a:schemeClr val="dk2"/>
              </a:solidFill>
              <a:prstDash val="solid"/>
              <a:round/>
              <a:headEnd len="med" w="med" type="none"/>
              <a:tailEnd len="med" w="med" type="none"/>
            </a:ln>
          </p:spPr>
        </p:cxnSp>
        <p:cxnSp>
          <p:nvCxnSpPr>
            <p:cNvPr id="405" name="Google Shape;405;p52"/>
            <p:cNvCxnSpPr/>
            <p:nvPr/>
          </p:nvCxnSpPr>
          <p:spPr>
            <a:xfrm rot="10800000">
              <a:off x="4373200" y="1653950"/>
              <a:ext cx="0" cy="131700"/>
            </a:xfrm>
            <a:prstGeom prst="straightConnector1">
              <a:avLst/>
            </a:prstGeom>
            <a:noFill/>
            <a:ln cap="flat" cmpd="sng" w="9525">
              <a:solidFill>
                <a:schemeClr val="dk2"/>
              </a:solidFill>
              <a:prstDash val="solid"/>
              <a:round/>
              <a:headEnd len="med" w="med" type="none"/>
              <a:tailEnd len="med" w="med" type="none"/>
            </a:ln>
          </p:spPr>
        </p:cxnSp>
      </p:grpSp>
      <p:grpSp>
        <p:nvGrpSpPr>
          <p:cNvPr id="406" name="Google Shape;406;p52"/>
          <p:cNvGrpSpPr/>
          <p:nvPr/>
        </p:nvGrpSpPr>
        <p:grpSpPr>
          <a:xfrm>
            <a:off x="4702707" y="2677625"/>
            <a:ext cx="3944629" cy="131700"/>
            <a:chOff x="482650" y="1653950"/>
            <a:chExt cx="3890550" cy="131700"/>
          </a:xfrm>
        </p:grpSpPr>
        <p:cxnSp>
          <p:nvCxnSpPr>
            <p:cNvPr id="407" name="Google Shape;407;p52"/>
            <p:cNvCxnSpPr/>
            <p:nvPr/>
          </p:nvCxnSpPr>
          <p:spPr>
            <a:xfrm rot="10800000">
              <a:off x="482650" y="1653950"/>
              <a:ext cx="0" cy="131700"/>
            </a:xfrm>
            <a:prstGeom prst="straightConnector1">
              <a:avLst/>
            </a:prstGeom>
            <a:noFill/>
            <a:ln cap="flat" cmpd="sng" w="9525">
              <a:solidFill>
                <a:schemeClr val="dk2"/>
              </a:solidFill>
              <a:prstDash val="solid"/>
              <a:round/>
              <a:headEnd len="med" w="med" type="none"/>
              <a:tailEnd len="med" w="med" type="none"/>
            </a:ln>
          </p:spPr>
        </p:cxnSp>
        <p:cxnSp>
          <p:nvCxnSpPr>
            <p:cNvPr id="408" name="Google Shape;408;p52"/>
            <p:cNvCxnSpPr/>
            <p:nvPr/>
          </p:nvCxnSpPr>
          <p:spPr>
            <a:xfrm rot="10800000">
              <a:off x="482800" y="1653950"/>
              <a:ext cx="3890400" cy="0"/>
            </a:xfrm>
            <a:prstGeom prst="straightConnector1">
              <a:avLst/>
            </a:prstGeom>
            <a:noFill/>
            <a:ln cap="flat" cmpd="sng" w="9525">
              <a:solidFill>
                <a:schemeClr val="dk2"/>
              </a:solidFill>
              <a:prstDash val="solid"/>
              <a:round/>
              <a:headEnd len="med" w="med" type="none"/>
              <a:tailEnd len="med" w="med" type="none"/>
            </a:ln>
          </p:spPr>
        </p:cxnSp>
        <p:cxnSp>
          <p:nvCxnSpPr>
            <p:cNvPr id="409" name="Google Shape;409;p52"/>
            <p:cNvCxnSpPr/>
            <p:nvPr/>
          </p:nvCxnSpPr>
          <p:spPr>
            <a:xfrm rot="10800000">
              <a:off x="4373200" y="1653950"/>
              <a:ext cx="0" cy="131700"/>
            </a:xfrm>
            <a:prstGeom prst="straightConnector1">
              <a:avLst/>
            </a:prstGeom>
            <a:noFill/>
            <a:ln cap="flat" cmpd="sng" w="9525">
              <a:solidFill>
                <a:schemeClr val="dk2"/>
              </a:solidFill>
              <a:prstDash val="solid"/>
              <a:round/>
              <a:headEnd len="med" w="med" type="none"/>
              <a:tailEnd len="med" w="med" type="none"/>
            </a:ln>
          </p:spPr>
        </p:cxnSp>
      </p:grpSp>
      <p:sp>
        <p:nvSpPr>
          <p:cNvPr id="410" name="Google Shape;410;p52"/>
          <p:cNvSpPr txBox="1"/>
          <p:nvPr>
            <p:ph idx="7" type="subTitle"/>
          </p:nvPr>
        </p:nvSpPr>
        <p:spPr>
          <a:xfrm>
            <a:off x="496075" y="2368025"/>
            <a:ext cx="3941100" cy="310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Click to edit subtitle</a:t>
            </a:r>
            <a:endParaRPr/>
          </a:p>
        </p:txBody>
      </p:sp>
      <p:sp>
        <p:nvSpPr>
          <p:cNvPr id="411" name="Google Shape;411;p52"/>
          <p:cNvSpPr txBox="1"/>
          <p:nvPr>
            <p:ph idx="8" type="subTitle"/>
          </p:nvPr>
        </p:nvSpPr>
        <p:spPr>
          <a:xfrm>
            <a:off x="4706825" y="2368025"/>
            <a:ext cx="3941100" cy="310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Click to edit subtitle</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53"/>
          <p:cNvSpPr txBox="1"/>
          <p:nvPr>
            <p:ph idx="1" type="body"/>
          </p:nvPr>
        </p:nvSpPr>
        <p:spPr>
          <a:xfrm>
            <a:off x="402325" y="2305600"/>
            <a:ext cx="1895100" cy="2025900"/>
          </a:xfrm>
          <a:prstGeom prst="rect">
            <a:avLst/>
          </a:prstGeom>
        </p:spPr>
        <p:txBody>
          <a:bodyPr anchorCtr="0" anchor="t" bIns="0"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t>Increase in sales</a:t>
            </a:r>
            <a:endParaRPr b="1"/>
          </a:p>
          <a:p>
            <a:pPr indent="0" lvl="0" marL="0" rtl="0" algn="l">
              <a:lnSpc>
                <a:spcPct val="100000"/>
              </a:lnSpc>
              <a:spcBef>
                <a:spcPts val="0"/>
              </a:spcBef>
              <a:spcAft>
                <a:spcPts val="0"/>
              </a:spcAft>
              <a:buClr>
                <a:schemeClr val="dk1"/>
              </a:buClr>
              <a:buSzPts val="1100"/>
              <a:buFont typeface="Arial"/>
              <a:buNone/>
            </a:pPr>
            <a:r>
              <a:t/>
            </a:r>
            <a:endParaRPr b="1"/>
          </a:p>
          <a:p>
            <a:pPr indent="0" lvl="0" marL="0" rtl="0" algn="l">
              <a:spcBef>
                <a:spcPts val="0"/>
              </a:spcBef>
              <a:spcAft>
                <a:spcPts val="0"/>
              </a:spcAft>
              <a:buNone/>
            </a:pPr>
            <a:r>
              <a:rPr lang="en"/>
              <a:t>Lorem ipsum dolor sit amet, consectetur adipiscing elit. Duis sit amet odio vel purus bibendum luctus.</a:t>
            </a:r>
            <a:endParaRPr/>
          </a:p>
        </p:txBody>
      </p:sp>
      <p:sp>
        <p:nvSpPr>
          <p:cNvPr id="417" name="Google Shape;417;p53"/>
          <p:cNvSpPr txBox="1"/>
          <p:nvPr>
            <p:ph idx="2" type="body"/>
          </p:nvPr>
        </p:nvSpPr>
        <p:spPr>
          <a:xfrm>
            <a:off x="2552500" y="2305600"/>
            <a:ext cx="1895100" cy="2025900"/>
          </a:xfrm>
          <a:prstGeom prst="rect">
            <a:avLst/>
          </a:prstGeom>
        </p:spPr>
        <p:txBody>
          <a:bodyPr anchorCtr="0" anchor="t" bIns="0" lIns="91425" spcFirstLastPara="1" rIns="91425" wrap="square" tIns="91425">
            <a:noAutofit/>
          </a:bodyPr>
          <a:lstStyle/>
          <a:p>
            <a:pPr indent="0" lvl="0" marL="0" rtl="0" algn="l">
              <a:lnSpc>
                <a:spcPct val="100000"/>
              </a:lnSpc>
              <a:spcBef>
                <a:spcPts val="0"/>
              </a:spcBef>
              <a:spcAft>
                <a:spcPts val="0"/>
              </a:spcAft>
              <a:buNone/>
            </a:pPr>
            <a:r>
              <a:rPr b="1" lang="en"/>
              <a:t>Increase in traffic</a:t>
            </a:r>
            <a:endParaRPr b="1"/>
          </a:p>
          <a:p>
            <a:pPr indent="0" lvl="0" marL="0" rtl="0" algn="l">
              <a:lnSpc>
                <a:spcPct val="100000"/>
              </a:lnSpc>
              <a:spcBef>
                <a:spcPts val="0"/>
              </a:spcBef>
              <a:spcAft>
                <a:spcPts val="0"/>
              </a:spcAft>
              <a:buNone/>
            </a:pPr>
            <a:r>
              <a:t/>
            </a:r>
            <a:endParaRPr b="1"/>
          </a:p>
          <a:p>
            <a:pPr indent="0" lvl="0" marL="0" rtl="0" algn="l">
              <a:spcBef>
                <a:spcPts val="0"/>
              </a:spcBef>
              <a:spcAft>
                <a:spcPts val="0"/>
              </a:spcAft>
              <a:buNone/>
            </a:pPr>
            <a:r>
              <a:rPr lang="en"/>
              <a:t>Lorem ipsum dolor sit amet, consectetur adipiscing elit. Duis sit amet odio vel purus bibendum luctus.</a:t>
            </a:r>
            <a:endParaRPr b="1"/>
          </a:p>
        </p:txBody>
      </p:sp>
      <p:sp>
        <p:nvSpPr>
          <p:cNvPr id="418" name="Google Shape;418;p53"/>
          <p:cNvSpPr txBox="1"/>
          <p:nvPr>
            <p:ph idx="3" type="body"/>
          </p:nvPr>
        </p:nvSpPr>
        <p:spPr>
          <a:xfrm>
            <a:off x="4702700" y="2305600"/>
            <a:ext cx="1895100" cy="2025900"/>
          </a:xfrm>
          <a:prstGeom prst="rect">
            <a:avLst/>
          </a:prstGeom>
        </p:spPr>
        <p:txBody>
          <a:bodyPr anchorCtr="0" anchor="t" bIns="0" lIns="91425" spcFirstLastPara="1" rIns="91425" wrap="square" tIns="91425">
            <a:noAutofit/>
          </a:bodyPr>
          <a:lstStyle/>
          <a:p>
            <a:pPr indent="0" lvl="0" marL="0" rtl="0" algn="l">
              <a:lnSpc>
                <a:spcPct val="100000"/>
              </a:lnSpc>
              <a:spcBef>
                <a:spcPts val="0"/>
              </a:spcBef>
              <a:spcAft>
                <a:spcPts val="0"/>
              </a:spcAft>
              <a:buNone/>
            </a:pPr>
            <a:r>
              <a:rPr b="1" lang="en"/>
              <a:t>Increase in share</a:t>
            </a:r>
            <a:endParaRPr b="1"/>
          </a:p>
          <a:p>
            <a:pPr indent="0" lvl="0" marL="0" rtl="0" algn="l">
              <a:lnSpc>
                <a:spcPct val="100000"/>
              </a:lnSpc>
              <a:spcBef>
                <a:spcPts val="0"/>
              </a:spcBef>
              <a:spcAft>
                <a:spcPts val="0"/>
              </a:spcAft>
              <a:buNone/>
            </a:pPr>
            <a:r>
              <a:t/>
            </a:r>
            <a:endParaRPr b="1"/>
          </a:p>
          <a:p>
            <a:pPr indent="0" lvl="0" marL="0" rtl="0" algn="l">
              <a:spcBef>
                <a:spcPts val="0"/>
              </a:spcBef>
              <a:spcAft>
                <a:spcPts val="0"/>
              </a:spcAft>
              <a:buNone/>
            </a:pPr>
            <a:r>
              <a:rPr lang="en"/>
              <a:t>Lorem ipsum dolor sit amet, consectetur adipiscing elit. Duis sit amet odio vel purus bibendum luctus.</a:t>
            </a:r>
            <a:endParaRPr b="1"/>
          </a:p>
        </p:txBody>
      </p:sp>
      <p:sp>
        <p:nvSpPr>
          <p:cNvPr id="419" name="Google Shape;419;p53"/>
          <p:cNvSpPr txBox="1"/>
          <p:nvPr>
            <p:ph idx="4" type="body"/>
          </p:nvPr>
        </p:nvSpPr>
        <p:spPr>
          <a:xfrm>
            <a:off x="6852975" y="2305600"/>
            <a:ext cx="1895100" cy="2025900"/>
          </a:xfrm>
          <a:prstGeom prst="rect">
            <a:avLst/>
          </a:prstGeom>
        </p:spPr>
        <p:txBody>
          <a:bodyPr anchorCtr="0" anchor="t" bIns="0" lIns="91425" spcFirstLastPara="1" rIns="91425" wrap="square" tIns="91425">
            <a:noAutofit/>
          </a:bodyPr>
          <a:lstStyle/>
          <a:p>
            <a:pPr indent="0" lvl="0" marL="0" rtl="0" algn="l">
              <a:lnSpc>
                <a:spcPct val="100000"/>
              </a:lnSpc>
              <a:spcBef>
                <a:spcPts val="0"/>
              </a:spcBef>
              <a:spcAft>
                <a:spcPts val="0"/>
              </a:spcAft>
              <a:buNone/>
            </a:pPr>
            <a:r>
              <a:rPr b="1" lang="en"/>
              <a:t>Increase in orders</a:t>
            </a:r>
            <a:endParaRPr b="1"/>
          </a:p>
          <a:p>
            <a:pPr indent="0" lvl="0" marL="0" rtl="0" algn="l">
              <a:lnSpc>
                <a:spcPct val="100000"/>
              </a:lnSpc>
              <a:spcBef>
                <a:spcPts val="0"/>
              </a:spcBef>
              <a:spcAft>
                <a:spcPts val="0"/>
              </a:spcAft>
              <a:buNone/>
            </a:pPr>
            <a:r>
              <a:t/>
            </a:r>
            <a:endParaRPr b="1"/>
          </a:p>
          <a:p>
            <a:pPr indent="0" lvl="0" marL="0" rtl="0" algn="l">
              <a:spcBef>
                <a:spcPts val="0"/>
              </a:spcBef>
              <a:spcAft>
                <a:spcPts val="0"/>
              </a:spcAft>
              <a:buNone/>
            </a:pPr>
            <a:r>
              <a:rPr lang="en"/>
              <a:t>Lorem ipsum dolor sit amet, consectetur adipiscing elit. Duis sit amet odio vel purus bibendum luctus.</a:t>
            </a:r>
            <a:endParaRPr b="1"/>
          </a:p>
        </p:txBody>
      </p:sp>
      <p:sp>
        <p:nvSpPr>
          <p:cNvPr id="420" name="Google Shape;420;p53"/>
          <p:cNvSpPr txBox="1"/>
          <p:nvPr>
            <p:ph type="title"/>
          </p:nvPr>
        </p:nvSpPr>
        <p:spPr>
          <a:xfrm>
            <a:off x="81800" y="0"/>
            <a:ext cx="8666400" cy="368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4 Columns – Stats</a:t>
            </a:r>
            <a:endParaRPr/>
          </a:p>
        </p:txBody>
      </p:sp>
      <p:sp>
        <p:nvSpPr>
          <p:cNvPr id="421" name="Google Shape;421;p53"/>
          <p:cNvSpPr txBox="1"/>
          <p:nvPr>
            <p:ph idx="5" type="title"/>
          </p:nvPr>
        </p:nvSpPr>
        <p:spPr>
          <a:xfrm>
            <a:off x="400300" y="1609344"/>
            <a:ext cx="1892700" cy="685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35%</a:t>
            </a:r>
            <a:endParaRPr/>
          </a:p>
        </p:txBody>
      </p:sp>
      <p:sp>
        <p:nvSpPr>
          <p:cNvPr id="422" name="Google Shape;422;p53"/>
          <p:cNvSpPr txBox="1"/>
          <p:nvPr>
            <p:ph idx="6" type="title"/>
          </p:nvPr>
        </p:nvSpPr>
        <p:spPr>
          <a:xfrm>
            <a:off x="4700763" y="1609350"/>
            <a:ext cx="1892700" cy="685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7%</a:t>
            </a:r>
            <a:endParaRPr/>
          </a:p>
        </p:txBody>
      </p:sp>
      <p:sp>
        <p:nvSpPr>
          <p:cNvPr id="423" name="Google Shape;423;p53"/>
          <p:cNvSpPr txBox="1"/>
          <p:nvPr>
            <p:ph idx="7" type="title"/>
          </p:nvPr>
        </p:nvSpPr>
        <p:spPr>
          <a:xfrm>
            <a:off x="6849725" y="1609350"/>
            <a:ext cx="1892700" cy="685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20%</a:t>
            </a:r>
            <a:endParaRPr/>
          </a:p>
        </p:txBody>
      </p:sp>
      <p:sp>
        <p:nvSpPr>
          <p:cNvPr id="424" name="Google Shape;424;p53"/>
          <p:cNvSpPr txBox="1"/>
          <p:nvPr>
            <p:ph idx="8" type="title"/>
          </p:nvPr>
        </p:nvSpPr>
        <p:spPr>
          <a:xfrm>
            <a:off x="2549913" y="1609350"/>
            <a:ext cx="1892700" cy="685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25%</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54"/>
          <p:cNvSpPr txBox="1"/>
          <p:nvPr>
            <p:ph idx="2" type="body"/>
          </p:nvPr>
        </p:nvSpPr>
        <p:spPr>
          <a:xfrm>
            <a:off x="2551375" y="1041037"/>
            <a:ext cx="1895100" cy="1773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a:t>High level points</a:t>
            </a:r>
            <a:br>
              <a:rPr lang="en"/>
            </a:br>
            <a:r>
              <a:rPr lang="en"/>
              <a:t>Lorem ipsum dolor sit amet, consectetur adipiscing elit. Etiam mollis est vitae neque sagittis, at dictum dui ullamcorper.</a:t>
            </a:r>
            <a:endParaRPr/>
          </a:p>
        </p:txBody>
      </p:sp>
      <p:sp>
        <p:nvSpPr>
          <p:cNvPr id="430" name="Google Shape;430;p54"/>
          <p:cNvSpPr txBox="1"/>
          <p:nvPr>
            <p:ph idx="3" type="body"/>
          </p:nvPr>
        </p:nvSpPr>
        <p:spPr>
          <a:xfrm>
            <a:off x="4700425" y="1052565"/>
            <a:ext cx="1895100" cy="1773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a:t>High level points</a:t>
            </a:r>
            <a:br>
              <a:rPr lang="en"/>
            </a:br>
            <a:r>
              <a:rPr lang="en"/>
              <a:t>Lorem ipsum dolor sit amet, consectetur adipiscing elit. Etiam mollis est vitae neque sagittis, at dictum dui ullamcorper.</a:t>
            </a:r>
            <a:endParaRPr sz="800"/>
          </a:p>
        </p:txBody>
      </p:sp>
      <p:sp>
        <p:nvSpPr>
          <p:cNvPr id="431" name="Google Shape;431;p54"/>
          <p:cNvSpPr txBox="1"/>
          <p:nvPr>
            <p:ph type="title"/>
          </p:nvPr>
        </p:nvSpPr>
        <p:spPr>
          <a:xfrm>
            <a:off x="404775" y="3852925"/>
            <a:ext cx="1271700" cy="314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1245">
                <a:latin typeface="Poppins"/>
                <a:ea typeface="Poppins"/>
                <a:cs typeface="Poppins"/>
                <a:sym typeface="Poppins"/>
              </a:rPr>
              <a:t>Milestone</a:t>
            </a:r>
            <a:br>
              <a:rPr lang="en" sz="1245">
                <a:latin typeface="Poppins"/>
                <a:ea typeface="Poppins"/>
                <a:cs typeface="Poppins"/>
                <a:sym typeface="Poppins"/>
              </a:rPr>
            </a:br>
            <a:r>
              <a:rPr b="0" lang="en" sz="1245">
                <a:latin typeface="Poppins"/>
                <a:ea typeface="Poppins"/>
                <a:cs typeface="Poppins"/>
                <a:sym typeface="Poppins"/>
              </a:rPr>
              <a:t>Deliverable</a:t>
            </a:r>
            <a:endParaRPr b="0" sz="1245">
              <a:latin typeface="Poppins"/>
              <a:ea typeface="Poppins"/>
              <a:cs typeface="Poppins"/>
              <a:sym typeface="Poppins"/>
            </a:endParaRPr>
          </a:p>
        </p:txBody>
      </p:sp>
      <p:sp>
        <p:nvSpPr>
          <p:cNvPr id="432" name="Google Shape;432;p54"/>
          <p:cNvSpPr txBox="1"/>
          <p:nvPr>
            <p:ph idx="5" type="title"/>
          </p:nvPr>
        </p:nvSpPr>
        <p:spPr>
          <a:xfrm>
            <a:off x="5707575" y="3852925"/>
            <a:ext cx="1271700" cy="314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2"/>
                </a:solidFill>
                <a:latin typeface="Poppins"/>
                <a:ea typeface="Poppins"/>
                <a:cs typeface="Poppins"/>
                <a:sym typeface="Poppins"/>
              </a:rPr>
              <a:t>Milestone</a:t>
            </a:r>
            <a:br>
              <a:rPr lang="en">
                <a:solidFill>
                  <a:schemeClr val="dk2"/>
                </a:solidFill>
                <a:latin typeface="Poppins"/>
                <a:ea typeface="Poppins"/>
                <a:cs typeface="Poppins"/>
                <a:sym typeface="Poppins"/>
              </a:rPr>
            </a:br>
            <a:r>
              <a:rPr b="0" lang="en">
                <a:solidFill>
                  <a:schemeClr val="dk2"/>
                </a:solidFill>
                <a:latin typeface="Poppins"/>
                <a:ea typeface="Poppins"/>
                <a:cs typeface="Poppins"/>
                <a:sym typeface="Poppins"/>
              </a:rPr>
              <a:t>Deliverable</a:t>
            </a:r>
            <a:endParaRPr b="0">
              <a:solidFill>
                <a:schemeClr val="dk2"/>
              </a:solidFill>
              <a:latin typeface="Poppins"/>
              <a:ea typeface="Poppins"/>
              <a:cs typeface="Poppins"/>
              <a:sym typeface="Poppins"/>
            </a:endParaRPr>
          </a:p>
          <a:p>
            <a:pPr indent="0" lvl="0" marL="0" rtl="0" algn="ctr">
              <a:spcBef>
                <a:spcPts val="0"/>
              </a:spcBef>
              <a:spcAft>
                <a:spcPts val="0"/>
              </a:spcAft>
              <a:buNone/>
            </a:pPr>
            <a:r>
              <a:t/>
            </a:r>
            <a:endParaRPr>
              <a:solidFill>
                <a:schemeClr val="dk2"/>
              </a:solidFill>
              <a:latin typeface="Poppins"/>
              <a:ea typeface="Poppins"/>
              <a:cs typeface="Poppins"/>
              <a:sym typeface="Poppins"/>
            </a:endParaRPr>
          </a:p>
        </p:txBody>
      </p:sp>
      <p:sp>
        <p:nvSpPr>
          <p:cNvPr id="433" name="Google Shape;433;p54"/>
          <p:cNvSpPr txBox="1"/>
          <p:nvPr>
            <p:ph idx="4" type="title"/>
          </p:nvPr>
        </p:nvSpPr>
        <p:spPr>
          <a:xfrm>
            <a:off x="404775" y="4312438"/>
            <a:ext cx="1271700" cy="314400"/>
          </a:xfrm>
          <a:prstGeom prst="rect">
            <a:avLst/>
          </a:prstGeom>
        </p:spPr>
        <p:txBody>
          <a:bodyPr anchorCtr="0" anchor="t" bIns="91425" lIns="91425" spcFirstLastPara="1" rIns="91425" wrap="square" tIns="91425">
            <a:noAutofit/>
          </a:bodyPr>
          <a:lstStyle/>
          <a:p>
            <a:pPr indent="0" lvl="0" marL="0" rtl="0" algn="ctr">
              <a:lnSpc>
                <a:spcPct val="125000"/>
              </a:lnSpc>
              <a:spcBef>
                <a:spcPts val="0"/>
              </a:spcBef>
              <a:spcAft>
                <a:spcPts val="0"/>
              </a:spcAft>
              <a:buNone/>
            </a:pPr>
            <a:r>
              <a:rPr b="1" lang="en" sz="800">
                <a:latin typeface="Poppins"/>
                <a:ea typeface="Poppins"/>
                <a:cs typeface="Poppins"/>
                <a:sym typeface="Poppins"/>
              </a:rPr>
              <a:t>00/00</a:t>
            </a:r>
            <a:endParaRPr b="1">
              <a:latin typeface="Poppins"/>
              <a:ea typeface="Poppins"/>
              <a:cs typeface="Poppins"/>
              <a:sym typeface="Poppins"/>
            </a:endParaRPr>
          </a:p>
        </p:txBody>
      </p:sp>
      <p:sp>
        <p:nvSpPr>
          <p:cNvPr id="434" name="Google Shape;434;p54"/>
          <p:cNvSpPr txBox="1"/>
          <p:nvPr>
            <p:ph idx="16" type="title"/>
          </p:nvPr>
        </p:nvSpPr>
        <p:spPr>
          <a:xfrm>
            <a:off x="7475175" y="3852925"/>
            <a:ext cx="1271700" cy="314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2"/>
                </a:solidFill>
                <a:latin typeface="Poppins"/>
                <a:ea typeface="Poppins"/>
                <a:cs typeface="Poppins"/>
                <a:sym typeface="Poppins"/>
              </a:rPr>
              <a:t>Milestone</a:t>
            </a:r>
            <a:br>
              <a:rPr lang="en">
                <a:solidFill>
                  <a:schemeClr val="dk2"/>
                </a:solidFill>
                <a:latin typeface="Poppins"/>
                <a:ea typeface="Poppins"/>
                <a:cs typeface="Poppins"/>
                <a:sym typeface="Poppins"/>
              </a:rPr>
            </a:br>
            <a:r>
              <a:rPr b="0" lang="en">
                <a:solidFill>
                  <a:schemeClr val="dk2"/>
                </a:solidFill>
                <a:latin typeface="Poppins"/>
                <a:ea typeface="Poppins"/>
                <a:cs typeface="Poppins"/>
                <a:sym typeface="Poppins"/>
              </a:rPr>
              <a:t>Deliverable</a:t>
            </a:r>
            <a:endParaRPr b="0">
              <a:solidFill>
                <a:schemeClr val="dk2"/>
              </a:solidFill>
              <a:latin typeface="Poppins"/>
              <a:ea typeface="Poppins"/>
              <a:cs typeface="Poppins"/>
              <a:sym typeface="Poppins"/>
            </a:endParaRPr>
          </a:p>
          <a:p>
            <a:pPr indent="0" lvl="0" marL="0" rtl="0" algn="ctr">
              <a:spcBef>
                <a:spcPts val="0"/>
              </a:spcBef>
              <a:spcAft>
                <a:spcPts val="0"/>
              </a:spcAft>
              <a:buNone/>
            </a:pPr>
            <a:r>
              <a:t/>
            </a:r>
            <a:endParaRPr>
              <a:solidFill>
                <a:schemeClr val="dk2"/>
              </a:solidFill>
              <a:latin typeface="Poppins"/>
              <a:ea typeface="Poppins"/>
              <a:cs typeface="Poppins"/>
              <a:sym typeface="Poppins"/>
            </a:endParaRPr>
          </a:p>
        </p:txBody>
      </p:sp>
      <p:sp>
        <p:nvSpPr>
          <p:cNvPr id="435" name="Google Shape;435;p54"/>
          <p:cNvSpPr txBox="1"/>
          <p:nvPr>
            <p:ph idx="17" type="title"/>
          </p:nvPr>
        </p:nvSpPr>
        <p:spPr>
          <a:xfrm>
            <a:off x="7475175" y="4312438"/>
            <a:ext cx="1271700" cy="314400"/>
          </a:xfrm>
          <a:prstGeom prst="rect">
            <a:avLst/>
          </a:prstGeom>
        </p:spPr>
        <p:txBody>
          <a:bodyPr anchorCtr="0" anchor="t" bIns="91425" lIns="91425" spcFirstLastPara="1" rIns="91425" wrap="square" tIns="91425">
            <a:noAutofit/>
          </a:bodyPr>
          <a:lstStyle/>
          <a:p>
            <a:pPr indent="0" lvl="0" marL="0" rtl="0" algn="ctr">
              <a:lnSpc>
                <a:spcPct val="125000"/>
              </a:lnSpc>
              <a:spcBef>
                <a:spcPts val="0"/>
              </a:spcBef>
              <a:spcAft>
                <a:spcPts val="0"/>
              </a:spcAft>
              <a:buNone/>
            </a:pPr>
            <a:r>
              <a:rPr b="1" lang="en" sz="800">
                <a:solidFill>
                  <a:schemeClr val="dk2"/>
                </a:solidFill>
                <a:latin typeface="Poppins"/>
                <a:ea typeface="Poppins"/>
                <a:cs typeface="Poppins"/>
                <a:sym typeface="Poppins"/>
              </a:rPr>
              <a:t>00/00</a:t>
            </a:r>
            <a:endParaRPr b="1">
              <a:solidFill>
                <a:schemeClr val="dk2"/>
              </a:solidFill>
              <a:latin typeface="Poppins"/>
              <a:ea typeface="Poppins"/>
              <a:cs typeface="Poppins"/>
              <a:sym typeface="Poppins"/>
            </a:endParaRPr>
          </a:p>
          <a:p>
            <a:pPr indent="0" lvl="0" marL="0" rtl="0" algn="ctr">
              <a:lnSpc>
                <a:spcPct val="125000"/>
              </a:lnSpc>
              <a:spcBef>
                <a:spcPts val="0"/>
              </a:spcBef>
              <a:spcAft>
                <a:spcPts val="0"/>
              </a:spcAft>
              <a:buNone/>
            </a:pPr>
            <a:r>
              <a:t/>
            </a:r>
            <a:endParaRPr b="1" sz="800">
              <a:solidFill>
                <a:schemeClr val="dk2"/>
              </a:solidFill>
              <a:latin typeface="Poppins"/>
              <a:ea typeface="Poppins"/>
              <a:cs typeface="Poppins"/>
              <a:sym typeface="Poppins"/>
            </a:endParaRPr>
          </a:p>
        </p:txBody>
      </p:sp>
      <p:sp>
        <p:nvSpPr>
          <p:cNvPr id="436" name="Google Shape;436;p54"/>
          <p:cNvSpPr txBox="1"/>
          <p:nvPr>
            <p:ph idx="6" type="title"/>
          </p:nvPr>
        </p:nvSpPr>
        <p:spPr>
          <a:xfrm>
            <a:off x="5707575" y="4312438"/>
            <a:ext cx="1271700" cy="314400"/>
          </a:xfrm>
          <a:prstGeom prst="rect">
            <a:avLst/>
          </a:prstGeom>
        </p:spPr>
        <p:txBody>
          <a:bodyPr anchorCtr="0" anchor="t" bIns="91425" lIns="91425" spcFirstLastPara="1" rIns="91425" wrap="square" tIns="91425">
            <a:noAutofit/>
          </a:bodyPr>
          <a:lstStyle/>
          <a:p>
            <a:pPr indent="0" lvl="0" marL="0" rtl="0" algn="ctr">
              <a:lnSpc>
                <a:spcPct val="125000"/>
              </a:lnSpc>
              <a:spcBef>
                <a:spcPts val="0"/>
              </a:spcBef>
              <a:spcAft>
                <a:spcPts val="0"/>
              </a:spcAft>
              <a:buNone/>
            </a:pPr>
            <a:r>
              <a:rPr b="1" lang="en" sz="800">
                <a:solidFill>
                  <a:schemeClr val="dk2"/>
                </a:solidFill>
                <a:latin typeface="Poppins"/>
                <a:ea typeface="Poppins"/>
                <a:cs typeface="Poppins"/>
                <a:sym typeface="Poppins"/>
              </a:rPr>
              <a:t>00/00</a:t>
            </a:r>
            <a:endParaRPr b="1">
              <a:solidFill>
                <a:schemeClr val="dk2"/>
              </a:solidFill>
              <a:latin typeface="Poppins"/>
              <a:ea typeface="Poppins"/>
              <a:cs typeface="Poppins"/>
              <a:sym typeface="Poppins"/>
            </a:endParaRPr>
          </a:p>
          <a:p>
            <a:pPr indent="0" lvl="0" marL="0" rtl="0" algn="ctr">
              <a:lnSpc>
                <a:spcPct val="125000"/>
              </a:lnSpc>
              <a:spcBef>
                <a:spcPts val="0"/>
              </a:spcBef>
              <a:spcAft>
                <a:spcPts val="0"/>
              </a:spcAft>
              <a:buNone/>
            </a:pPr>
            <a:r>
              <a:t/>
            </a:r>
            <a:endParaRPr b="1" sz="800">
              <a:solidFill>
                <a:schemeClr val="dk2"/>
              </a:solidFill>
              <a:latin typeface="Poppins"/>
              <a:ea typeface="Poppins"/>
              <a:cs typeface="Poppins"/>
              <a:sym typeface="Poppins"/>
            </a:endParaRPr>
          </a:p>
          <a:p>
            <a:pPr indent="0" lvl="0" marL="0" rtl="0" algn="ctr">
              <a:spcBef>
                <a:spcPts val="0"/>
              </a:spcBef>
              <a:spcAft>
                <a:spcPts val="0"/>
              </a:spcAft>
              <a:buNone/>
            </a:pPr>
            <a:r>
              <a:t/>
            </a:r>
            <a:endParaRPr b="1">
              <a:solidFill>
                <a:schemeClr val="dk2"/>
              </a:solidFill>
              <a:latin typeface="Poppins"/>
              <a:ea typeface="Poppins"/>
              <a:cs typeface="Poppins"/>
              <a:sym typeface="Poppins"/>
            </a:endParaRPr>
          </a:p>
        </p:txBody>
      </p:sp>
      <p:sp>
        <p:nvSpPr>
          <p:cNvPr id="437" name="Google Shape;437;p54"/>
          <p:cNvSpPr txBox="1"/>
          <p:nvPr>
            <p:ph idx="7" type="title"/>
          </p:nvPr>
        </p:nvSpPr>
        <p:spPr>
          <a:xfrm>
            <a:off x="2172375" y="3852925"/>
            <a:ext cx="1271700" cy="314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2"/>
                </a:solidFill>
                <a:latin typeface="Poppins"/>
                <a:ea typeface="Poppins"/>
                <a:cs typeface="Poppins"/>
                <a:sym typeface="Poppins"/>
              </a:rPr>
              <a:t>Milestone</a:t>
            </a:r>
            <a:br>
              <a:rPr lang="en">
                <a:solidFill>
                  <a:schemeClr val="dk2"/>
                </a:solidFill>
                <a:latin typeface="Poppins"/>
                <a:ea typeface="Poppins"/>
                <a:cs typeface="Poppins"/>
                <a:sym typeface="Poppins"/>
              </a:rPr>
            </a:br>
            <a:r>
              <a:rPr b="0" lang="en">
                <a:solidFill>
                  <a:schemeClr val="dk2"/>
                </a:solidFill>
                <a:latin typeface="Poppins"/>
                <a:ea typeface="Poppins"/>
                <a:cs typeface="Poppins"/>
                <a:sym typeface="Poppins"/>
              </a:rPr>
              <a:t>Deliverable</a:t>
            </a:r>
            <a:endParaRPr b="0">
              <a:solidFill>
                <a:schemeClr val="dk2"/>
              </a:solidFill>
              <a:latin typeface="Poppins"/>
              <a:ea typeface="Poppins"/>
              <a:cs typeface="Poppins"/>
              <a:sym typeface="Poppins"/>
            </a:endParaRPr>
          </a:p>
          <a:p>
            <a:pPr indent="0" lvl="0" marL="0" rtl="0" algn="ctr">
              <a:spcBef>
                <a:spcPts val="0"/>
              </a:spcBef>
              <a:spcAft>
                <a:spcPts val="0"/>
              </a:spcAft>
              <a:buNone/>
            </a:pPr>
            <a:r>
              <a:t/>
            </a:r>
            <a:endParaRPr>
              <a:solidFill>
                <a:schemeClr val="dk2"/>
              </a:solidFill>
              <a:latin typeface="Poppins"/>
              <a:ea typeface="Poppins"/>
              <a:cs typeface="Poppins"/>
              <a:sym typeface="Poppins"/>
            </a:endParaRPr>
          </a:p>
        </p:txBody>
      </p:sp>
      <p:sp>
        <p:nvSpPr>
          <p:cNvPr id="438" name="Google Shape;438;p54"/>
          <p:cNvSpPr txBox="1"/>
          <p:nvPr>
            <p:ph idx="8" type="title"/>
          </p:nvPr>
        </p:nvSpPr>
        <p:spPr>
          <a:xfrm>
            <a:off x="2172363" y="4312438"/>
            <a:ext cx="1271700" cy="314400"/>
          </a:xfrm>
          <a:prstGeom prst="rect">
            <a:avLst/>
          </a:prstGeom>
        </p:spPr>
        <p:txBody>
          <a:bodyPr anchorCtr="0" anchor="t" bIns="91425" lIns="91425" spcFirstLastPara="1" rIns="91425" wrap="square" tIns="91425">
            <a:noAutofit/>
          </a:bodyPr>
          <a:lstStyle/>
          <a:p>
            <a:pPr indent="0" lvl="0" marL="0" rtl="0" algn="ctr">
              <a:lnSpc>
                <a:spcPct val="125000"/>
              </a:lnSpc>
              <a:spcBef>
                <a:spcPts val="0"/>
              </a:spcBef>
              <a:spcAft>
                <a:spcPts val="0"/>
              </a:spcAft>
              <a:buNone/>
            </a:pPr>
            <a:r>
              <a:rPr b="1" lang="en" sz="800">
                <a:solidFill>
                  <a:schemeClr val="dk2"/>
                </a:solidFill>
                <a:latin typeface="Poppins"/>
                <a:ea typeface="Poppins"/>
                <a:cs typeface="Poppins"/>
                <a:sym typeface="Poppins"/>
              </a:rPr>
              <a:t>00/00</a:t>
            </a:r>
            <a:endParaRPr b="1">
              <a:solidFill>
                <a:schemeClr val="dk2"/>
              </a:solidFill>
              <a:latin typeface="Poppins"/>
              <a:ea typeface="Poppins"/>
              <a:cs typeface="Poppins"/>
              <a:sym typeface="Poppins"/>
            </a:endParaRPr>
          </a:p>
          <a:p>
            <a:pPr indent="0" lvl="0" marL="0" rtl="0" algn="ctr">
              <a:lnSpc>
                <a:spcPct val="125000"/>
              </a:lnSpc>
              <a:spcBef>
                <a:spcPts val="0"/>
              </a:spcBef>
              <a:spcAft>
                <a:spcPts val="0"/>
              </a:spcAft>
              <a:buNone/>
            </a:pPr>
            <a:r>
              <a:t/>
            </a:r>
            <a:endParaRPr b="1" sz="800">
              <a:solidFill>
                <a:schemeClr val="dk2"/>
              </a:solidFill>
              <a:latin typeface="Poppins"/>
              <a:ea typeface="Poppins"/>
              <a:cs typeface="Poppins"/>
              <a:sym typeface="Poppins"/>
            </a:endParaRPr>
          </a:p>
          <a:p>
            <a:pPr indent="0" lvl="0" marL="0" rtl="0" algn="l">
              <a:lnSpc>
                <a:spcPct val="125000"/>
              </a:lnSpc>
              <a:spcBef>
                <a:spcPts val="0"/>
              </a:spcBef>
              <a:spcAft>
                <a:spcPts val="0"/>
              </a:spcAft>
              <a:buNone/>
            </a:pPr>
            <a:r>
              <a:t/>
            </a:r>
            <a:endParaRPr b="1" sz="800">
              <a:solidFill>
                <a:schemeClr val="dk2"/>
              </a:solidFill>
              <a:latin typeface="Poppins"/>
              <a:ea typeface="Poppins"/>
              <a:cs typeface="Poppins"/>
              <a:sym typeface="Poppins"/>
            </a:endParaRPr>
          </a:p>
          <a:p>
            <a:pPr indent="0" lvl="0" marL="0" rtl="0" algn="ctr">
              <a:spcBef>
                <a:spcPts val="0"/>
              </a:spcBef>
              <a:spcAft>
                <a:spcPts val="0"/>
              </a:spcAft>
              <a:buNone/>
            </a:pPr>
            <a:r>
              <a:t/>
            </a:r>
            <a:endParaRPr b="1">
              <a:solidFill>
                <a:schemeClr val="dk2"/>
              </a:solidFill>
              <a:latin typeface="Poppins"/>
              <a:ea typeface="Poppins"/>
              <a:cs typeface="Poppins"/>
              <a:sym typeface="Poppins"/>
            </a:endParaRPr>
          </a:p>
        </p:txBody>
      </p:sp>
      <p:sp>
        <p:nvSpPr>
          <p:cNvPr id="439" name="Google Shape;439;p54"/>
          <p:cNvSpPr txBox="1"/>
          <p:nvPr>
            <p:ph idx="9" type="title"/>
          </p:nvPr>
        </p:nvSpPr>
        <p:spPr>
          <a:xfrm>
            <a:off x="3939975" y="3852925"/>
            <a:ext cx="1271700" cy="314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2"/>
                </a:solidFill>
                <a:latin typeface="Poppins"/>
                <a:ea typeface="Poppins"/>
                <a:cs typeface="Poppins"/>
                <a:sym typeface="Poppins"/>
              </a:rPr>
              <a:t>Milestone</a:t>
            </a:r>
            <a:br>
              <a:rPr lang="en">
                <a:solidFill>
                  <a:schemeClr val="dk2"/>
                </a:solidFill>
                <a:latin typeface="Poppins"/>
                <a:ea typeface="Poppins"/>
                <a:cs typeface="Poppins"/>
                <a:sym typeface="Poppins"/>
              </a:rPr>
            </a:br>
            <a:r>
              <a:rPr b="0" lang="en">
                <a:solidFill>
                  <a:schemeClr val="dk2"/>
                </a:solidFill>
                <a:latin typeface="Poppins"/>
                <a:ea typeface="Poppins"/>
                <a:cs typeface="Poppins"/>
                <a:sym typeface="Poppins"/>
              </a:rPr>
              <a:t>Deliverable</a:t>
            </a:r>
            <a:endParaRPr b="0">
              <a:solidFill>
                <a:schemeClr val="dk2"/>
              </a:solidFill>
              <a:latin typeface="Poppins"/>
              <a:ea typeface="Poppins"/>
              <a:cs typeface="Poppins"/>
              <a:sym typeface="Poppins"/>
            </a:endParaRPr>
          </a:p>
          <a:p>
            <a:pPr indent="0" lvl="0" marL="0" rtl="0" algn="ctr">
              <a:spcBef>
                <a:spcPts val="0"/>
              </a:spcBef>
              <a:spcAft>
                <a:spcPts val="0"/>
              </a:spcAft>
              <a:buNone/>
            </a:pPr>
            <a:r>
              <a:t/>
            </a:r>
            <a:endParaRPr>
              <a:solidFill>
                <a:schemeClr val="dk2"/>
              </a:solidFill>
              <a:latin typeface="Poppins"/>
              <a:ea typeface="Poppins"/>
              <a:cs typeface="Poppins"/>
              <a:sym typeface="Poppins"/>
            </a:endParaRPr>
          </a:p>
        </p:txBody>
      </p:sp>
      <p:sp>
        <p:nvSpPr>
          <p:cNvPr id="440" name="Google Shape;440;p54"/>
          <p:cNvSpPr txBox="1"/>
          <p:nvPr>
            <p:ph idx="13" type="title"/>
          </p:nvPr>
        </p:nvSpPr>
        <p:spPr>
          <a:xfrm>
            <a:off x="3939963" y="4312438"/>
            <a:ext cx="1271700" cy="314400"/>
          </a:xfrm>
          <a:prstGeom prst="rect">
            <a:avLst/>
          </a:prstGeom>
        </p:spPr>
        <p:txBody>
          <a:bodyPr anchorCtr="0" anchor="t" bIns="91425" lIns="91425" spcFirstLastPara="1" rIns="91425" wrap="square" tIns="91425">
            <a:noAutofit/>
          </a:bodyPr>
          <a:lstStyle/>
          <a:p>
            <a:pPr indent="0" lvl="0" marL="0" rtl="0" algn="ctr">
              <a:lnSpc>
                <a:spcPct val="125000"/>
              </a:lnSpc>
              <a:spcBef>
                <a:spcPts val="0"/>
              </a:spcBef>
              <a:spcAft>
                <a:spcPts val="0"/>
              </a:spcAft>
              <a:buNone/>
            </a:pPr>
            <a:r>
              <a:rPr b="1" lang="en" sz="800">
                <a:solidFill>
                  <a:schemeClr val="dk2"/>
                </a:solidFill>
                <a:latin typeface="Poppins"/>
                <a:ea typeface="Poppins"/>
                <a:cs typeface="Poppins"/>
                <a:sym typeface="Poppins"/>
              </a:rPr>
              <a:t>00/00</a:t>
            </a:r>
            <a:endParaRPr b="1">
              <a:solidFill>
                <a:schemeClr val="dk2"/>
              </a:solidFill>
              <a:latin typeface="Poppins"/>
              <a:ea typeface="Poppins"/>
              <a:cs typeface="Poppins"/>
              <a:sym typeface="Poppins"/>
            </a:endParaRPr>
          </a:p>
          <a:p>
            <a:pPr indent="0" lvl="0" marL="0" rtl="0" algn="ctr">
              <a:lnSpc>
                <a:spcPct val="125000"/>
              </a:lnSpc>
              <a:spcBef>
                <a:spcPts val="0"/>
              </a:spcBef>
              <a:spcAft>
                <a:spcPts val="0"/>
              </a:spcAft>
              <a:buNone/>
            </a:pPr>
            <a:r>
              <a:t/>
            </a:r>
            <a:endParaRPr b="1" sz="800">
              <a:solidFill>
                <a:schemeClr val="dk2"/>
              </a:solidFill>
              <a:latin typeface="Poppins"/>
              <a:ea typeface="Poppins"/>
              <a:cs typeface="Poppins"/>
              <a:sym typeface="Poppins"/>
            </a:endParaRPr>
          </a:p>
          <a:p>
            <a:pPr indent="0" lvl="0" marL="0" rtl="0" algn="ctr">
              <a:spcBef>
                <a:spcPts val="0"/>
              </a:spcBef>
              <a:spcAft>
                <a:spcPts val="0"/>
              </a:spcAft>
              <a:buNone/>
            </a:pPr>
            <a:r>
              <a:t/>
            </a:r>
            <a:endParaRPr b="1">
              <a:solidFill>
                <a:schemeClr val="dk2"/>
              </a:solidFill>
              <a:latin typeface="Poppins"/>
              <a:ea typeface="Poppins"/>
              <a:cs typeface="Poppins"/>
              <a:sym typeface="Poppins"/>
            </a:endParaRPr>
          </a:p>
        </p:txBody>
      </p:sp>
      <p:sp>
        <p:nvSpPr>
          <p:cNvPr id="441" name="Google Shape;441;p54"/>
          <p:cNvSpPr txBox="1"/>
          <p:nvPr>
            <p:ph idx="1" type="body"/>
          </p:nvPr>
        </p:nvSpPr>
        <p:spPr>
          <a:xfrm>
            <a:off x="235325" y="1041050"/>
            <a:ext cx="2062200" cy="1773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a:t>Branded Competitiveness </a:t>
            </a:r>
            <a:r>
              <a:rPr lang="en"/>
              <a:t> ipsum dolor sit amet, consectetur adipiscing elit. Etiam mollis est vitae neque sagittis, at dictum dui ullamcorper.</a:t>
            </a:r>
            <a:endParaRPr/>
          </a:p>
        </p:txBody>
      </p:sp>
      <p:sp>
        <p:nvSpPr>
          <p:cNvPr id="442" name="Google Shape;442;p54"/>
          <p:cNvSpPr/>
          <p:nvPr/>
        </p:nvSpPr>
        <p:spPr>
          <a:xfrm>
            <a:off x="945375" y="4580200"/>
            <a:ext cx="190500" cy="190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sp>
        <p:nvSpPr>
          <p:cNvPr id="443" name="Google Shape;443;p54"/>
          <p:cNvSpPr/>
          <p:nvPr/>
        </p:nvSpPr>
        <p:spPr>
          <a:xfrm>
            <a:off x="2712975" y="4580200"/>
            <a:ext cx="190500" cy="190500"/>
          </a:xfrm>
          <a:prstGeom prst="ellipse">
            <a:avLst/>
          </a:prstGeom>
          <a:solidFill>
            <a:schemeClr val="l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sp>
        <p:nvSpPr>
          <p:cNvPr id="444" name="Google Shape;444;p54"/>
          <p:cNvSpPr/>
          <p:nvPr/>
        </p:nvSpPr>
        <p:spPr>
          <a:xfrm>
            <a:off x="4480575" y="4580200"/>
            <a:ext cx="190500" cy="190500"/>
          </a:xfrm>
          <a:prstGeom prst="ellipse">
            <a:avLst/>
          </a:prstGeom>
          <a:solidFill>
            <a:schemeClr val="l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sp>
        <p:nvSpPr>
          <p:cNvPr id="445" name="Google Shape;445;p54"/>
          <p:cNvSpPr/>
          <p:nvPr/>
        </p:nvSpPr>
        <p:spPr>
          <a:xfrm>
            <a:off x="6248175" y="4580200"/>
            <a:ext cx="190500" cy="190500"/>
          </a:xfrm>
          <a:prstGeom prst="ellipse">
            <a:avLst/>
          </a:prstGeom>
          <a:solidFill>
            <a:schemeClr val="l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sp>
        <p:nvSpPr>
          <p:cNvPr id="446" name="Google Shape;446;p54"/>
          <p:cNvSpPr/>
          <p:nvPr/>
        </p:nvSpPr>
        <p:spPr>
          <a:xfrm>
            <a:off x="8015775" y="4580200"/>
            <a:ext cx="190500" cy="190500"/>
          </a:xfrm>
          <a:prstGeom prst="ellipse">
            <a:avLst/>
          </a:prstGeom>
          <a:solidFill>
            <a:schemeClr val="l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sp>
        <p:nvSpPr>
          <p:cNvPr id="447" name="Google Shape;447;p54"/>
          <p:cNvSpPr txBox="1"/>
          <p:nvPr>
            <p:ph idx="14" type="body"/>
          </p:nvPr>
        </p:nvSpPr>
        <p:spPr>
          <a:xfrm>
            <a:off x="6852900" y="1052565"/>
            <a:ext cx="1895100" cy="1773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a:t>High level points</a:t>
            </a:r>
            <a:br>
              <a:rPr lang="en"/>
            </a:br>
            <a:r>
              <a:rPr lang="en"/>
              <a:t>Lorem ipsum dolor sit amet, consectetur adipiscing elit. Etiam mollis est vitae neque sagittis, at dictum dui ullamcorper.</a:t>
            </a:r>
            <a:endParaRPr/>
          </a:p>
        </p:txBody>
      </p:sp>
      <p:sp>
        <p:nvSpPr>
          <p:cNvPr id="448" name="Google Shape;448;p54"/>
          <p:cNvSpPr txBox="1"/>
          <p:nvPr>
            <p:ph idx="15" type="title"/>
          </p:nvPr>
        </p:nvSpPr>
        <p:spPr>
          <a:xfrm>
            <a:off x="81575" y="0"/>
            <a:ext cx="8657700" cy="368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Timeline/Milestones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55"/>
          <p:cNvSpPr txBox="1"/>
          <p:nvPr>
            <p:ph idx="1" type="body"/>
          </p:nvPr>
        </p:nvSpPr>
        <p:spPr>
          <a:xfrm>
            <a:off x="402325" y="1054925"/>
            <a:ext cx="4045200" cy="3402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a:latin typeface="Poppins"/>
                <a:ea typeface="Poppins"/>
                <a:cs typeface="Poppins"/>
                <a:sym typeface="Poppins"/>
              </a:rPr>
              <a:t>High level points </a:t>
            </a:r>
            <a:r>
              <a:rPr lang="en">
                <a:latin typeface="Poppins Medium"/>
                <a:ea typeface="Poppins Medium"/>
                <a:cs typeface="Poppins Medium"/>
                <a:sym typeface="Poppins Medium"/>
              </a:rPr>
              <a:t> </a:t>
            </a:r>
            <a:endParaRPr>
              <a:latin typeface="Poppins Medium"/>
              <a:ea typeface="Poppins Medium"/>
              <a:cs typeface="Poppins Medium"/>
              <a:sym typeface="Poppins Medium"/>
            </a:endParaRPr>
          </a:p>
          <a:p>
            <a:pPr indent="0" lvl="0" marL="0" rtl="0" algn="l">
              <a:spcBef>
                <a:spcPts val="0"/>
              </a:spcBef>
              <a:spcAft>
                <a:spcPts val="0"/>
              </a:spcAft>
              <a:buNone/>
            </a:pPr>
            <a:r>
              <a:rPr lang="en">
                <a:latin typeface="Poppins"/>
                <a:ea typeface="Poppins"/>
                <a:cs typeface="Poppins"/>
                <a:sym typeface="Poppins"/>
              </a:rPr>
              <a:t>Lorem ipsum dolor sit amet, consectetur adipiscing elit. Etiam mollis est vitae neque sagittis, at dictum dui ullamcorper. Vivamus ligula nibh, tincidunt sed pharetra pharetra, condimentum id dolor. Etiam mollis est vitae neque sagittis, at dictum dui ullamcorper. Vivamus ligula nibh, tincidunt sed pharetra pharetra, condimentum id dolor</a:t>
            </a:r>
            <a:r>
              <a:rPr lang="en"/>
              <a:t>.</a:t>
            </a:r>
            <a:endParaRPr>
              <a:latin typeface="Poppins"/>
              <a:ea typeface="Poppins"/>
              <a:cs typeface="Poppins"/>
              <a:sym typeface="Poppins"/>
            </a:endParaRPr>
          </a:p>
        </p:txBody>
      </p:sp>
      <p:sp>
        <p:nvSpPr>
          <p:cNvPr id="454" name="Google Shape;454;p55"/>
          <p:cNvSpPr txBox="1"/>
          <p:nvPr>
            <p:ph idx="2" type="body"/>
          </p:nvPr>
        </p:nvSpPr>
        <p:spPr>
          <a:xfrm>
            <a:off x="4702700" y="1054925"/>
            <a:ext cx="1895100" cy="3402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a:latin typeface="Poppins"/>
                <a:ea typeface="Poppins"/>
                <a:cs typeface="Poppins"/>
                <a:sym typeface="Poppins"/>
              </a:rPr>
              <a:t>Title</a:t>
            </a:r>
            <a:endParaRPr b="1">
              <a:latin typeface="Poppins"/>
              <a:ea typeface="Poppins"/>
              <a:cs typeface="Poppins"/>
              <a:sym typeface="Poppins"/>
            </a:endParaRPr>
          </a:p>
          <a:p>
            <a:pPr indent="0" lvl="0" marL="0" rtl="0" algn="l">
              <a:spcBef>
                <a:spcPts val="0"/>
              </a:spcBef>
              <a:spcAft>
                <a:spcPts val="0"/>
              </a:spcAft>
              <a:buNone/>
            </a:pPr>
            <a:r>
              <a:rPr lang="en">
                <a:latin typeface="Poppins"/>
                <a:ea typeface="Poppins"/>
                <a:cs typeface="Poppins"/>
                <a:sym typeface="Poppins"/>
              </a:rPr>
              <a:t>Lorem ipsum dolor sit amet, consectetur adipiscing elit. Etiam mollis est vitae neque sagittis, at dictum dui ullamcorper.</a:t>
            </a:r>
            <a:endParaRPr>
              <a:latin typeface="Poppins"/>
              <a:ea typeface="Poppins"/>
              <a:cs typeface="Poppins"/>
              <a:sym typeface="Poppins"/>
            </a:endParaRPr>
          </a:p>
          <a:p>
            <a:pPr indent="0" lvl="0" marL="0" rtl="0" algn="l">
              <a:spcBef>
                <a:spcPts val="0"/>
              </a:spcBef>
              <a:spcAft>
                <a:spcPts val="0"/>
              </a:spcAft>
              <a:buNone/>
            </a:pPr>
            <a:r>
              <a:t/>
            </a:r>
            <a:endParaRPr sz="1400">
              <a:latin typeface="Poppins"/>
              <a:ea typeface="Poppins"/>
              <a:cs typeface="Poppins"/>
              <a:sym typeface="Poppins"/>
            </a:endParaRPr>
          </a:p>
          <a:p>
            <a:pPr indent="0" lvl="0" marL="0" rtl="0" algn="l">
              <a:spcBef>
                <a:spcPts val="0"/>
              </a:spcBef>
              <a:spcAft>
                <a:spcPts val="0"/>
              </a:spcAft>
              <a:buNone/>
            </a:pPr>
            <a:r>
              <a:rPr b="1" lang="en">
                <a:latin typeface="Poppins"/>
                <a:ea typeface="Poppins"/>
                <a:cs typeface="Poppins"/>
                <a:sym typeface="Poppins"/>
              </a:rPr>
              <a:t>Title</a:t>
            </a:r>
            <a:endParaRPr b="1">
              <a:latin typeface="Poppins"/>
              <a:ea typeface="Poppins"/>
              <a:cs typeface="Poppins"/>
              <a:sym typeface="Poppins"/>
            </a:endParaRPr>
          </a:p>
          <a:p>
            <a:pPr indent="0" lvl="0" marL="0" rtl="0" algn="l">
              <a:spcBef>
                <a:spcPts val="0"/>
              </a:spcBef>
              <a:spcAft>
                <a:spcPts val="0"/>
              </a:spcAft>
              <a:buNone/>
            </a:pPr>
            <a:r>
              <a:rPr lang="en">
                <a:latin typeface="Poppins"/>
                <a:ea typeface="Poppins"/>
                <a:cs typeface="Poppins"/>
                <a:sym typeface="Poppins"/>
              </a:rPr>
              <a:t>Lorem ipsum dolor sit amet, consectetur adipiscing elit. Etiam mollis est vitae neque sagittis, at dictum dui ullamcorper.</a:t>
            </a:r>
            <a:endParaRPr>
              <a:latin typeface="Poppins"/>
              <a:ea typeface="Poppins"/>
              <a:cs typeface="Poppins"/>
              <a:sym typeface="Poppins"/>
            </a:endParaRPr>
          </a:p>
        </p:txBody>
      </p:sp>
      <p:sp>
        <p:nvSpPr>
          <p:cNvPr id="455" name="Google Shape;455;p55"/>
          <p:cNvSpPr txBox="1"/>
          <p:nvPr>
            <p:ph idx="3" type="body"/>
          </p:nvPr>
        </p:nvSpPr>
        <p:spPr>
          <a:xfrm>
            <a:off x="6852975" y="1054925"/>
            <a:ext cx="1895100" cy="3402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a:latin typeface="Poppins"/>
                <a:ea typeface="Poppins"/>
                <a:cs typeface="Poppins"/>
                <a:sym typeface="Poppins"/>
              </a:rPr>
              <a:t>Title</a:t>
            </a:r>
            <a:endParaRPr b="1">
              <a:latin typeface="Poppins"/>
              <a:ea typeface="Poppins"/>
              <a:cs typeface="Poppins"/>
              <a:sym typeface="Poppins"/>
            </a:endParaRPr>
          </a:p>
          <a:p>
            <a:pPr indent="0" lvl="0" marL="0" rtl="0" algn="l">
              <a:spcBef>
                <a:spcPts val="0"/>
              </a:spcBef>
              <a:spcAft>
                <a:spcPts val="0"/>
              </a:spcAft>
              <a:buNone/>
            </a:pPr>
            <a:r>
              <a:rPr lang="en">
                <a:latin typeface="Poppins"/>
                <a:ea typeface="Poppins"/>
                <a:cs typeface="Poppins"/>
                <a:sym typeface="Poppins"/>
              </a:rPr>
              <a:t>Lorem ipsum dolor sit amet, consectetur adipiscing elit. Etiam mollis est vitae neque sagittis, at dictum dui ullamcorper.</a:t>
            </a:r>
            <a:endParaRPr>
              <a:latin typeface="Poppins"/>
              <a:ea typeface="Poppins"/>
              <a:cs typeface="Poppins"/>
              <a:sym typeface="Poppins"/>
            </a:endParaRPr>
          </a:p>
          <a:p>
            <a:pPr indent="0" lvl="0" marL="0" rtl="0" algn="l">
              <a:spcBef>
                <a:spcPts val="0"/>
              </a:spcBef>
              <a:spcAft>
                <a:spcPts val="0"/>
              </a:spcAft>
              <a:buNone/>
            </a:pPr>
            <a:r>
              <a:t/>
            </a:r>
            <a:endParaRPr sz="1400">
              <a:latin typeface="Poppins"/>
              <a:ea typeface="Poppins"/>
              <a:cs typeface="Poppins"/>
              <a:sym typeface="Poppins"/>
            </a:endParaRPr>
          </a:p>
          <a:p>
            <a:pPr indent="0" lvl="0" marL="0" rtl="0" algn="l">
              <a:spcBef>
                <a:spcPts val="0"/>
              </a:spcBef>
              <a:spcAft>
                <a:spcPts val="0"/>
              </a:spcAft>
              <a:buNone/>
            </a:pPr>
            <a:r>
              <a:rPr b="1" lang="en">
                <a:latin typeface="Poppins"/>
                <a:ea typeface="Poppins"/>
                <a:cs typeface="Poppins"/>
                <a:sym typeface="Poppins"/>
              </a:rPr>
              <a:t>Title</a:t>
            </a:r>
            <a:endParaRPr b="1">
              <a:latin typeface="Poppins"/>
              <a:ea typeface="Poppins"/>
              <a:cs typeface="Poppins"/>
              <a:sym typeface="Poppins"/>
            </a:endParaRPr>
          </a:p>
          <a:p>
            <a:pPr indent="0" lvl="0" marL="0" rtl="0" algn="l">
              <a:spcBef>
                <a:spcPts val="0"/>
              </a:spcBef>
              <a:spcAft>
                <a:spcPts val="0"/>
              </a:spcAft>
              <a:buNone/>
            </a:pPr>
            <a:r>
              <a:rPr lang="en">
                <a:latin typeface="Poppins"/>
                <a:ea typeface="Poppins"/>
                <a:cs typeface="Poppins"/>
                <a:sym typeface="Poppins"/>
              </a:rPr>
              <a:t>Lorem ipsum dolor sit amet, consectetur adipiscing elit. Etiam mollis est vitae neque sagittis, at dictum dui ullamcorper.</a:t>
            </a:r>
            <a:endParaRPr>
              <a:latin typeface="Poppins"/>
              <a:ea typeface="Poppins"/>
              <a:cs typeface="Poppins"/>
              <a:sym typeface="Poppins"/>
            </a:endParaRPr>
          </a:p>
        </p:txBody>
      </p:sp>
      <p:sp>
        <p:nvSpPr>
          <p:cNvPr id="456" name="Google Shape;456;p55"/>
          <p:cNvSpPr txBox="1"/>
          <p:nvPr>
            <p:ph type="title"/>
          </p:nvPr>
        </p:nvSpPr>
        <p:spPr>
          <a:xfrm>
            <a:off x="81725" y="0"/>
            <a:ext cx="8666400" cy="368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Copy-Heavy Page</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56"/>
          <p:cNvSpPr txBox="1"/>
          <p:nvPr>
            <p:ph idx="1" type="body"/>
          </p:nvPr>
        </p:nvSpPr>
        <p:spPr>
          <a:xfrm>
            <a:off x="2648425" y="2364803"/>
            <a:ext cx="1865400" cy="56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000"/>
              <a:t>Sunt quam, et harum que rerum eictate nobitat emporehendes volestis versped ut. Sunt quam, et harum que rerum eictate nobitat emporehendes volestis versped ut.</a:t>
            </a:r>
            <a:endParaRPr sz="1000"/>
          </a:p>
        </p:txBody>
      </p:sp>
      <p:sp>
        <p:nvSpPr>
          <p:cNvPr id="462" name="Google Shape;462;p56"/>
          <p:cNvSpPr txBox="1"/>
          <p:nvPr>
            <p:ph type="title"/>
          </p:nvPr>
        </p:nvSpPr>
        <p:spPr>
          <a:xfrm>
            <a:off x="2648441" y="2020824"/>
            <a:ext cx="1865400" cy="289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Lorem ipsum dolor sit </a:t>
            </a:r>
            <a:br>
              <a:rPr lang="en"/>
            </a:br>
            <a:r>
              <a:rPr lang="en"/>
              <a:t>amet lorem volestis </a:t>
            </a:r>
            <a:endParaRPr/>
          </a:p>
        </p:txBody>
      </p:sp>
      <p:sp>
        <p:nvSpPr>
          <p:cNvPr id="463" name="Google Shape;463;p56"/>
          <p:cNvSpPr txBox="1"/>
          <p:nvPr>
            <p:ph idx="4" type="title"/>
          </p:nvPr>
        </p:nvSpPr>
        <p:spPr>
          <a:xfrm>
            <a:off x="4763827" y="2020824"/>
            <a:ext cx="1865400" cy="289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Lorem ipsum dolor sit </a:t>
            </a:r>
            <a:br>
              <a:rPr lang="en"/>
            </a:br>
            <a:r>
              <a:rPr lang="en"/>
              <a:t>amet lorem volestis </a:t>
            </a:r>
            <a:endParaRPr/>
          </a:p>
        </p:txBody>
      </p:sp>
      <p:sp>
        <p:nvSpPr>
          <p:cNvPr id="464" name="Google Shape;464;p56"/>
          <p:cNvSpPr txBox="1"/>
          <p:nvPr>
            <p:ph idx="5" type="title"/>
          </p:nvPr>
        </p:nvSpPr>
        <p:spPr>
          <a:xfrm>
            <a:off x="6879227" y="2020824"/>
            <a:ext cx="1865400" cy="289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Lorem ipsum dolor sit </a:t>
            </a:r>
            <a:br>
              <a:rPr lang="en"/>
            </a:br>
            <a:r>
              <a:rPr lang="en"/>
              <a:t>amet lorem volestis </a:t>
            </a:r>
            <a:endParaRPr/>
          </a:p>
        </p:txBody>
      </p:sp>
      <p:sp>
        <p:nvSpPr>
          <p:cNvPr id="465" name="Google Shape;465;p56"/>
          <p:cNvSpPr txBox="1"/>
          <p:nvPr>
            <p:ph idx="2" type="body"/>
          </p:nvPr>
        </p:nvSpPr>
        <p:spPr>
          <a:xfrm>
            <a:off x="4763835" y="2364800"/>
            <a:ext cx="1865400" cy="56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000"/>
              <a:t>Sunt quam, et harum que rerum eictate nobitat emporehendes volestis versped ut. Sunt quam, et harum que rerum eictate nobitat emporehendes volestis versped ut.</a:t>
            </a:r>
            <a:endParaRPr sz="1000"/>
          </a:p>
        </p:txBody>
      </p:sp>
      <p:sp>
        <p:nvSpPr>
          <p:cNvPr id="466" name="Google Shape;466;p56"/>
          <p:cNvSpPr txBox="1"/>
          <p:nvPr>
            <p:ph idx="3" type="body"/>
          </p:nvPr>
        </p:nvSpPr>
        <p:spPr>
          <a:xfrm>
            <a:off x="6879225" y="2364799"/>
            <a:ext cx="1865400" cy="56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000"/>
              <a:t>Sunt quam, et harum que rerum eictate nobitat emporehendes volestis versped ut. Sunt quam, et harum que rerum eictate nobitat emporehendes volestis versped ut.</a:t>
            </a:r>
            <a:endParaRPr sz="1000"/>
          </a:p>
        </p:txBody>
      </p:sp>
      <p:sp>
        <p:nvSpPr>
          <p:cNvPr id="467" name="Google Shape;467;p56"/>
          <p:cNvSpPr txBox="1"/>
          <p:nvPr>
            <p:ph idx="6" type="body"/>
          </p:nvPr>
        </p:nvSpPr>
        <p:spPr>
          <a:xfrm>
            <a:off x="347475" y="1991600"/>
            <a:ext cx="1574100" cy="2024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a:t>Lorem ipsum dolor sit amet, consectetur adipiscing elit.</a:t>
            </a:r>
            <a:endParaRPr b="1"/>
          </a:p>
          <a:p>
            <a:pPr indent="0" lvl="0" marL="0" rtl="0" algn="l">
              <a:spcBef>
                <a:spcPts val="0"/>
              </a:spcBef>
              <a:spcAft>
                <a:spcPts val="0"/>
              </a:spcAft>
              <a:buNone/>
            </a:pPr>
            <a:r>
              <a:t/>
            </a:r>
            <a:endParaRPr sz="1000"/>
          </a:p>
          <a:p>
            <a:pPr indent="-154940" lvl="0" marL="182880" rtl="0" algn="l">
              <a:spcBef>
                <a:spcPts val="0"/>
              </a:spcBef>
              <a:spcAft>
                <a:spcPts val="1000"/>
              </a:spcAft>
              <a:buSzPts val="1000"/>
              <a:buChar char="●"/>
            </a:pPr>
            <a:r>
              <a:rPr lang="en" sz="1000"/>
              <a:t>Click to edit title</a:t>
            </a:r>
            <a:br>
              <a:rPr lang="en" sz="1000"/>
            </a:br>
            <a:r>
              <a:rPr b="0" lang="en" sz="1000"/>
              <a:t>Click to edit list item text to go here.</a:t>
            </a:r>
            <a:endParaRPr/>
          </a:p>
        </p:txBody>
      </p:sp>
      <p:grpSp>
        <p:nvGrpSpPr>
          <p:cNvPr id="468" name="Google Shape;468;p56"/>
          <p:cNvGrpSpPr/>
          <p:nvPr/>
        </p:nvGrpSpPr>
        <p:grpSpPr>
          <a:xfrm>
            <a:off x="2648421" y="1652144"/>
            <a:ext cx="237100" cy="282737"/>
            <a:chOff x="2651404" y="287088"/>
            <a:chExt cx="311400" cy="373102"/>
          </a:xfrm>
        </p:grpSpPr>
        <p:sp>
          <p:nvSpPr>
            <p:cNvPr id="469" name="Google Shape;469;p56"/>
            <p:cNvSpPr/>
            <p:nvPr/>
          </p:nvSpPr>
          <p:spPr>
            <a:xfrm>
              <a:off x="2651404" y="348790"/>
              <a:ext cx="311400" cy="3114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SemiBold"/>
                <a:ea typeface="Poppins SemiBold"/>
                <a:cs typeface="Poppins SemiBold"/>
                <a:sym typeface="Poppins SemiBold"/>
              </a:endParaRPr>
            </a:p>
          </p:txBody>
        </p:sp>
        <p:sp>
          <p:nvSpPr>
            <p:cNvPr id="470" name="Google Shape;470;p56"/>
            <p:cNvSpPr txBox="1"/>
            <p:nvPr/>
          </p:nvSpPr>
          <p:spPr>
            <a:xfrm>
              <a:off x="2651404" y="287088"/>
              <a:ext cx="311400" cy="285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b="1" lang="en" sz="1000">
                  <a:solidFill>
                    <a:schemeClr val="dk1"/>
                  </a:solidFill>
                  <a:latin typeface="Poppins"/>
                  <a:ea typeface="Poppins"/>
                  <a:cs typeface="Poppins"/>
                  <a:sym typeface="Poppins"/>
                </a:rPr>
                <a:t>1</a:t>
              </a:r>
              <a:endParaRPr b="1" sz="1000">
                <a:solidFill>
                  <a:schemeClr val="dk1"/>
                </a:solidFill>
                <a:latin typeface="Poppins"/>
                <a:ea typeface="Poppins"/>
                <a:cs typeface="Poppins"/>
                <a:sym typeface="Poppins"/>
              </a:endParaRPr>
            </a:p>
          </p:txBody>
        </p:sp>
      </p:grpSp>
      <p:grpSp>
        <p:nvGrpSpPr>
          <p:cNvPr id="471" name="Google Shape;471;p56"/>
          <p:cNvGrpSpPr/>
          <p:nvPr/>
        </p:nvGrpSpPr>
        <p:grpSpPr>
          <a:xfrm>
            <a:off x="4758996" y="1652144"/>
            <a:ext cx="246800" cy="282737"/>
            <a:chOff x="2638664" y="287088"/>
            <a:chExt cx="324140" cy="373102"/>
          </a:xfrm>
        </p:grpSpPr>
        <p:sp>
          <p:nvSpPr>
            <p:cNvPr id="472" name="Google Shape;472;p56"/>
            <p:cNvSpPr/>
            <p:nvPr/>
          </p:nvSpPr>
          <p:spPr>
            <a:xfrm>
              <a:off x="2651404" y="348790"/>
              <a:ext cx="311400" cy="3114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SemiBold"/>
                <a:ea typeface="Poppins SemiBold"/>
                <a:cs typeface="Poppins SemiBold"/>
                <a:sym typeface="Poppins SemiBold"/>
              </a:endParaRPr>
            </a:p>
          </p:txBody>
        </p:sp>
        <p:sp>
          <p:nvSpPr>
            <p:cNvPr id="473" name="Google Shape;473;p56"/>
            <p:cNvSpPr txBox="1"/>
            <p:nvPr/>
          </p:nvSpPr>
          <p:spPr>
            <a:xfrm>
              <a:off x="2638664" y="287088"/>
              <a:ext cx="311400" cy="285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b="1" lang="en" sz="1000">
                  <a:solidFill>
                    <a:schemeClr val="dk1"/>
                  </a:solidFill>
                  <a:latin typeface="Poppins"/>
                  <a:ea typeface="Poppins"/>
                  <a:cs typeface="Poppins"/>
                  <a:sym typeface="Poppins"/>
                </a:rPr>
                <a:t>2</a:t>
              </a:r>
              <a:endParaRPr b="1" sz="1000">
                <a:solidFill>
                  <a:schemeClr val="dk1"/>
                </a:solidFill>
                <a:latin typeface="Poppins"/>
                <a:ea typeface="Poppins"/>
                <a:cs typeface="Poppins"/>
                <a:sym typeface="Poppins"/>
              </a:endParaRPr>
            </a:p>
          </p:txBody>
        </p:sp>
      </p:grpSp>
      <p:grpSp>
        <p:nvGrpSpPr>
          <p:cNvPr id="474" name="Google Shape;474;p56"/>
          <p:cNvGrpSpPr/>
          <p:nvPr/>
        </p:nvGrpSpPr>
        <p:grpSpPr>
          <a:xfrm>
            <a:off x="6879271" y="1652144"/>
            <a:ext cx="246800" cy="282737"/>
            <a:chOff x="2638664" y="287088"/>
            <a:chExt cx="324140" cy="373102"/>
          </a:xfrm>
        </p:grpSpPr>
        <p:sp>
          <p:nvSpPr>
            <p:cNvPr id="475" name="Google Shape;475;p56"/>
            <p:cNvSpPr/>
            <p:nvPr/>
          </p:nvSpPr>
          <p:spPr>
            <a:xfrm>
              <a:off x="2651404" y="348790"/>
              <a:ext cx="311400" cy="3114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SemiBold"/>
                <a:ea typeface="Poppins SemiBold"/>
                <a:cs typeface="Poppins SemiBold"/>
                <a:sym typeface="Poppins SemiBold"/>
              </a:endParaRPr>
            </a:p>
          </p:txBody>
        </p:sp>
        <p:sp>
          <p:nvSpPr>
            <p:cNvPr id="476" name="Google Shape;476;p56"/>
            <p:cNvSpPr txBox="1"/>
            <p:nvPr/>
          </p:nvSpPr>
          <p:spPr>
            <a:xfrm>
              <a:off x="2638664" y="287088"/>
              <a:ext cx="311400" cy="285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b="1" lang="en" sz="1000">
                  <a:solidFill>
                    <a:schemeClr val="dk1"/>
                  </a:solidFill>
                  <a:latin typeface="Poppins"/>
                  <a:ea typeface="Poppins"/>
                  <a:cs typeface="Poppins"/>
                  <a:sym typeface="Poppins"/>
                </a:rPr>
                <a:t>3</a:t>
              </a:r>
              <a:endParaRPr b="1" sz="1000">
                <a:solidFill>
                  <a:schemeClr val="dk1"/>
                </a:solidFill>
                <a:latin typeface="Poppins"/>
                <a:ea typeface="Poppins"/>
                <a:cs typeface="Poppins"/>
                <a:sym typeface="Poppins"/>
              </a:endParaRPr>
            </a:p>
          </p:txBody>
        </p:sp>
      </p:grpSp>
      <p:sp>
        <p:nvSpPr>
          <p:cNvPr id="477" name="Google Shape;477;p56"/>
          <p:cNvSpPr txBox="1"/>
          <p:nvPr>
            <p:ph idx="7" type="title"/>
          </p:nvPr>
        </p:nvSpPr>
        <p:spPr>
          <a:xfrm>
            <a:off x="347475" y="1035125"/>
            <a:ext cx="1574100" cy="8757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Numbered page – Up to three</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57"/>
          <p:cNvSpPr txBox="1"/>
          <p:nvPr>
            <p:ph idx="1" type="body"/>
          </p:nvPr>
        </p:nvSpPr>
        <p:spPr>
          <a:xfrm>
            <a:off x="2648425" y="1322387"/>
            <a:ext cx="1865400" cy="56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000"/>
              <a:t>Sunt quam, et harum que rerum eictate nobitat emporehendes volestis versped ut.</a:t>
            </a:r>
            <a:endParaRPr sz="1000"/>
          </a:p>
        </p:txBody>
      </p:sp>
      <p:sp>
        <p:nvSpPr>
          <p:cNvPr id="483" name="Google Shape;483;p57"/>
          <p:cNvSpPr txBox="1"/>
          <p:nvPr>
            <p:ph type="title"/>
          </p:nvPr>
        </p:nvSpPr>
        <p:spPr>
          <a:xfrm>
            <a:off x="2648441" y="978408"/>
            <a:ext cx="1865400" cy="289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Lorem ipsum dolor sit </a:t>
            </a:r>
            <a:br>
              <a:rPr lang="en"/>
            </a:br>
            <a:r>
              <a:rPr lang="en"/>
              <a:t>amet lorem volestis </a:t>
            </a:r>
            <a:endParaRPr/>
          </a:p>
        </p:txBody>
      </p:sp>
      <p:sp>
        <p:nvSpPr>
          <p:cNvPr id="484" name="Google Shape;484;p57"/>
          <p:cNvSpPr txBox="1"/>
          <p:nvPr>
            <p:ph idx="7" type="title"/>
          </p:nvPr>
        </p:nvSpPr>
        <p:spPr>
          <a:xfrm>
            <a:off x="4763827" y="978408"/>
            <a:ext cx="1865400" cy="289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Lorem ipsum dolor sit </a:t>
            </a:r>
            <a:br>
              <a:rPr lang="en"/>
            </a:br>
            <a:r>
              <a:rPr lang="en"/>
              <a:t>amet lorem volestis </a:t>
            </a:r>
            <a:endParaRPr/>
          </a:p>
        </p:txBody>
      </p:sp>
      <p:sp>
        <p:nvSpPr>
          <p:cNvPr id="485" name="Google Shape;485;p57"/>
          <p:cNvSpPr txBox="1"/>
          <p:nvPr>
            <p:ph idx="8" type="title"/>
          </p:nvPr>
        </p:nvSpPr>
        <p:spPr>
          <a:xfrm>
            <a:off x="6879227" y="978408"/>
            <a:ext cx="1865400" cy="289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Lorem ipsum dolor sit </a:t>
            </a:r>
            <a:br>
              <a:rPr lang="en"/>
            </a:br>
            <a:r>
              <a:rPr lang="en"/>
              <a:t>amet lorem volestis </a:t>
            </a:r>
            <a:endParaRPr/>
          </a:p>
        </p:txBody>
      </p:sp>
      <p:sp>
        <p:nvSpPr>
          <p:cNvPr id="486" name="Google Shape;486;p57"/>
          <p:cNvSpPr txBox="1"/>
          <p:nvPr>
            <p:ph idx="2" type="body"/>
          </p:nvPr>
        </p:nvSpPr>
        <p:spPr>
          <a:xfrm>
            <a:off x="4763835" y="1322384"/>
            <a:ext cx="1865400" cy="56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000"/>
              <a:t>Sunt quam, et harum que rerum eictate nobitat emporehendes volestis versped ut.</a:t>
            </a:r>
            <a:endParaRPr sz="1000"/>
          </a:p>
        </p:txBody>
      </p:sp>
      <p:sp>
        <p:nvSpPr>
          <p:cNvPr id="487" name="Google Shape;487;p57"/>
          <p:cNvSpPr txBox="1"/>
          <p:nvPr>
            <p:ph idx="3" type="body"/>
          </p:nvPr>
        </p:nvSpPr>
        <p:spPr>
          <a:xfrm>
            <a:off x="6879225" y="1322383"/>
            <a:ext cx="1865400" cy="56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000"/>
              <a:t>Sunt quam, et harum que rerum eictate nobitat emporehendes volestis versped ut.</a:t>
            </a:r>
            <a:endParaRPr sz="1000"/>
          </a:p>
        </p:txBody>
      </p:sp>
      <p:sp>
        <p:nvSpPr>
          <p:cNvPr id="488" name="Google Shape;488;p57"/>
          <p:cNvSpPr txBox="1"/>
          <p:nvPr>
            <p:ph idx="15" type="body"/>
          </p:nvPr>
        </p:nvSpPr>
        <p:spPr>
          <a:xfrm>
            <a:off x="347475" y="1991600"/>
            <a:ext cx="1574100" cy="20247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a:t>Lorem ipsum dolor sit amet, consectetur adipiscing elit.</a:t>
            </a:r>
            <a:endParaRPr/>
          </a:p>
          <a:p>
            <a:pPr indent="0" lvl="0" marL="0" rtl="0" algn="l">
              <a:spcBef>
                <a:spcPts val="0"/>
              </a:spcBef>
              <a:spcAft>
                <a:spcPts val="0"/>
              </a:spcAft>
              <a:buClr>
                <a:schemeClr val="dk1"/>
              </a:buClr>
              <a:buSzPts val="1100"/>
              <a:buFont typeface="Arial"/>
              <a:buNone/>
            </a:pPr>
            <a:r>
              <a:t/>
            </a:r>
            <a:endParaRPr sz="1000"/>
          </a:p>
          <a:p>
            <a:pPr indent="-154940" lvl="0" marL="182880" rtl="0" algn="l">
              <a:spcBef>
                <a:spcPts val="0"/>
              </a:spcBef>
              <a:spcAft>
                <a:spcPts val="1000"/>
              </a:spcAft>
              <a:buSzPts val="1000"/>
              <a:buChar char="●"/>
            </a:pPr>
            <a:r>
              <a:rPr lang="en" sz="1000"/>
              <a:t>Click to edit title</a:t>
            </a:r>
            <a:br>
              <a:rPr lang="en" sz="1000"/>
            </a:br>
            <a:r>
              <a:rPr b="0" lang="en" sz="1000"/>
              <a:t>Click to edit list item text to go here.</a:t>
            </a:r>
            <a:endParaRPr/>
          </a:p>
        </p:txBody>
      </p:sp>
      <p:sp>
        <p:nvSpPr>
          <p:cNvPr id="489" name="Google Shape;489;p57"/>
          <p:cNvSpPr txBox="1"/>
          <p:nvPr>
            <p:ph idx="4" type="body"/>
          </p:nvPr>
        </p:nvSpPr>
        <p:spPr>
          <a:xfrm>
            <a:off x="2648428" y="3443795"/>
            <a:ext cx="1865400" cy="56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000"/>
              <a:t>Sunt quam, et harum que rerum eictate nobitat emporehendes volestis versped ut.</a:t>
            </a:r>
            <a:endParaRPr sz="1000"/>
          </a:p>
        </p:txBody>
      </p:sp>
      <p:sp>
        <p:nvSpPr>
          <p:cNvPr id="490" name="Google Shape;490;p57"/>
          <p:cNvSpPr txBox="1"/>
          <p:nvPr>
            <p:ph idx="9" type="title"/>
          </p:nvPr>
        </p:nvSpPr>
        <p:spPr>
          <a:xfrm>
            <a:off x="2648426" y="3099816"/>
            <a:ext cx="1865400" cy="289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Lorem ipsum dolor sit </a:t>
            </a:r>
            <a:br>
              <a:rPr lang="en"/>
            </a:br>
            <a:r>
              <a:rPr lang="en"/>
              <a:t>amet lorem volestis </a:t>
            </a:r>
            <a:endParaRPr/>
          </a:p>
        </p:txBody>
      </p:sp>
      <p:sp>
        <p:nvSpPr>
          <p:cNvPr id="491" name="Google Shape;491;p57"/>
          <p:cNvSpPr txBox="1"/>
          <p:nvPr>
            <p:ph idx="13" type="title"/>
          </p:nvPr>
        </p:nvSpPr>
        <p:spPr>
          <a:xfrm>
            <a:off x="4763821" y="3099816"/>
            <a:ext cx="1865400" cy="289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Lorem ipsum dolor sit </a:t>
            </a:r>
            <a:br>
              <a:rPr lang="en"/>
            </a:br>
            <a:r>
              <a:rPr lang="en"/>
              <a:t>amet lorem volestis </a:t>
            </a:r>
            <a:endParaRPr/>
          </a:p>
        </p:txBody>
      </p:sp>
      <p:sp>
        <p:nvSpPr>
          <p:cNvPr id="492" name="Google Shape;492;p57"/>
          <p:cNvSpPr txBox="1"/>
          <p:nvPr>
            <p:ph idx="14" type="title"/>
          </p:nvPr>
        </p:nvSpPr>
        <p:spPr>
          <a:xfrm>
            <a:off x="6879278" y="3099816"/>
            <a:ext cx="1865400" cy="289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Lorem ipsum dolor sit </a:t>
            </a:r>
            <a:br>
              <a:rPr lang="en"/>
            </a:br>
            <a:r>
              <a:rPr lang="en"/>
              <a:t>amet lorem volestis </a:t>
            </a:r>
            <a:endParaRPr/>
          </a:p>
        </p:txBody>
      </p:sp>
      <p:sp>
        <p:nvSpPr>
          <p:cNvPr id="493" name="Google Shape;493;p57"/>
          <p:cNvSpPr txBox="1"/>
          <p:nvPr>
            <p:ph idx="5" type="body"/>
          </p:nvPr>
        </p:nvSpPr>
        <p:spPr>
          <a:xfrm>
            <a:off x="4763830" y="3443792"/>
            <a:ext cx="1865400" cy="56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000"/>
              <a:t>Sunt quam, et harum que rerum eictate nobitat emporehendes volestis versped ut.</a:t>
            </a:r>
            <a:endParaRPr sz="1000"/>
          </a:p>
        </p:txBody>
      </p:sp>
      <p:sp>
        <p:nvSpPr>
          <p:cNvPr id="494" name="Google Shape;494;p57"/>
          <p:cNvSpPr txBox="1"/>
          <p:nvPr>
            <p:ph idx="6" type="body"/>
          </p:nvPr>
        </p:nvSpPr>
        <p:spPr>
          <a:xfrm>
            <a:off x="6879275" y="3443792"/>
            <a:ext cx="1865400" cy="56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000"/>
              <a:t>Sunt quam, et harum que rerum eictate nobitat emporehendes volestis versped ut.</a:t>
            </a:r>
            <a:endParaRPr sz="1000"/>
          </a:p>
        </p:txBody>
      </p:sp>
      <p:grpSp>
        <p:nvGrpSpPr>
          <p:cNvPr id="495" name="Google Shape;495;p57"/>
          <p:cNvGrpSpPr/>
          <p:nvPr/>
        </p:nvGrpSpPr>
        <p:grpSpPr>
          <a:xfrm>
            <a:off x="2648421" y="614444"/>
            <a:ext cx="237100" cy="282737"/>
            <a:chOff x="2651404" y="287088"/>
            <a:chExt cx="311400" cy="373102"/>
          </a:xfrm>
        </p:grpSpPr>
        <p:sp>
          <p:nvSpPr>
            <p:cNvPr id="496" name="Google Shape;496;p57"/>
            <p:cNvSpPr/>
            <p:nvPr/>
          </p:nvSpPr>
          <p:spPr>
            <a:xfrm>
              <a:off x="2651404" y="348790"/>
              <a:ext cx="311400" cy="3114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SemiBold"/>
                <a:ea typeface="Poppins SemiBold"/>
                <a:cs typeface="Poppins SemiBold"/>
                <a:sym typeface="Poppins SemiBold"/>
              </a:endParaRPr>
            </a:p>
          </p:txBody>
        </p:sp>
        <p:sp>
          <p:nvSpPr>
            <p:cNvPr id="497" name="Google Shape;497;p57"/>
            <p:cNvSpPr txBox="1"/>
            <p:nvPr/>
          </p:nvSpPr>
          <p:spPr>
            <a:xfrm>
              <a:off x="2651404" y="287088"/>
              <a:ext cx="311400" cy="285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b="1" lang="en" sz="1000">
                  <a:solidFill>
                    <a:schemeClr val="dk1"/>
                  </a:solidFill>
                  <a:latin typeface="Poppins"/>
                  <a:ea typeface="Poppins"/>
                  <a:cs typeface="Poppins"/>
                  <a:sym typeface="Poppins"/>
                </a:rPr>
                <a:t>1</a:t>
              </a:r>
              <a:endParaRPr b="1" sz="1000">
                <a:solidFill>
                  <a:schemeClr val="dk1"/>
                </a:solidFill>
                <a:latin typeface="Poppins"/>
                <a:ea typeface="Poppins"/>
                <a:cs typeface="Poppins"/>
                <a:sym typeface="Poppins"/>
              </a:endParaRPr>
            </a:p>
          </p:txBody>
        </p:sp>
      </p:grpSp>
      <p:grpSp>
        <p:nvGrpSpPr>
          <p:cNvPr id="498" name="Google Shape;498;p57"/>
          <p:cNvGrpSpPr/>
          <p:nvPr/>
        </p:nvGrpSpPr>
        <p:grpSpPr>
          <a:xfrm>
            <a:off x="4758996" y="614444"/>
            <a:ext cx="246800" cy="282737"/>
            <a:chOff x="2638664" y="287088"/>
            <a:chExt cx="324140" cy="373102"/>
          </a:xfrm>
        </p:grpSpPr>
        <p:sp>
          <p:nvSpPr>
            <p:cNvPr id="499" name="Google Shape;499;p57"/>
            <p:cNvSpPr/>
            <p:nvPr/>
          </p:nvSpPr>
          <p:spPr>
            <a:xfrm>
              <a:off x="2651404" y="348790"/>
              <a:ext cx="311400" cy="3114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SemiBold"/>
                <a:ea typeface="Poppins SemiBold"/>
                <a:cs typeface="Poppins SemiBold"/>
                <a:sym typeface="Poppins SemiBold"/>
              </a:endParaRPr>
            </a:p>
          </p:txBody>
        </p:sp>
        <p:sp>
          <p:nvSpPr>
            <p:cNvPr id="500" name="Google Shape;500;p57"/>
            <p:cNvSpPr txBox="1"/>
            <p:nvPr/>
          </p:nvSpPr>
          <p:spPr>
            <a:xfrm>
              <a:off x="2638664" y="287088"/>
              <a:ext cx="311400" cy="285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b="1" lang="en" sz="1000">
                  <a:solidFill>
                    <a:schemeClr val="dk1"/>
                  </a:solidFill>
                  <a:latin typeface="Poppins"/>
                  <a:ea typeface="Poppins"/>
                  <a:cs typeface="Poppins"/>
                  <a:sym typeface="Poppins"/>
                </a:rPr>
                <a:t>2</a:t>
              </a:r>
              <a:endParaRPr b="1" sz="1000">
                <a:solidFill>
                  <a:schemeClr val="dk1"/>
                </a:solidFill>
                <a:latin typeface="Poppins"/>
                <a:ea typeface="Poppins"/>
                <a:cs typeface="Poppins"/>
                <a:sym typeface="Poppins"/>
              </a:endParaRPr>
            </a:p>
          </p:txBody>
        </p:sp>
      </p:grpSp>
      <p:grpSp>
        <p:nvGrpSpPr>
          <p:cNvPr id="501" name="Google Shape;501;p57"/>
          <p:cNvGrpSpPr/>
          <p:nvPr/>
        </p:nvGrpSpPr>
        <p:grpSpPr>
          <a:xfrm>
            <a:off x="6879271" y="614444"/>
            <a:ext cx="246800" cy="282737"/>
            <a:chOff x="2638664" y="287088"/>
            <a:chExt cx="324140" cy="373102"/>
          </a:xfrm>
        </p:grpSpPr>
        <p:sp>
          <p:nvSpPr>
            <p:cNvPr id="502" name="Google Shape;502;p57"/>
            <p:cNvSpPr/>
            <p:nvPr/>
          </p:nvSpPr>
          <p:spPr>
            <a:xfrm>
              <a:off x="2651404" y="348790"/>
              <a:ext cx="311400" cy="3114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SemiBold"/>
                <a:ea typeface="Poppins SemiBold"/>
                <a:cs typeface="Poppins SemiBold"/>
                <a:sym typeface="Poppins SemiBold"/>
              </a:endParaRPr>
            </a:p>
          </p:txBody>
        </p:sp>
        <p:sp>
          <p:nvSpPr>
            <p:cNvPr id="503" name="Google Shape;503;p57"/>
            <p:cNvSpPr txBox="1"/>
            <p:nvPr/>
          </p:nvSpPr>
          <p:spPr>
            <a:xfrm>
              <a:off x="2638664" y="287088"/>
              <a:ext cx="311400" cy="285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b="1" lang="en" sz="1000">
                  <a:solidFill>
                    <a:schemeClr val="dk1"/>
                  </a:solidFill>
                  <a:latin typeface="Poppins"/>
                  <a:ea typeface="Poppins"/>
                  <a:cs typeface="Poppins"/>
                  <a:sym typeface="Poppins"/>
                </a:rPr>
                <a:t>3</a:t>
              </a:r>
              <a:endParaRPr b="1" sz="1000">
                <a:solidFill>
                  <a:schemeClr val="dk1"/>
                </a:solidFill>
                <a:latin typeface="Poppins"/>
                <a:ea typeface="Poppins"/>
                <a:cs typeface="Poppins"/>
                <a:sym typeface="Poppins"/>
              </a:endParaRPr>
            </a:p>
          </p:txBody>
        </p:sp>
      </p:grpSp>
      <p:grpSp>
        <p:nvGrpSpPr>
          <p:cNvPr id="504" name="Google Shape;504;p57"/>
          <p:cNvGrpSpPr/>
          <p:nvPr/>
        </p:nvGrpSpPr>
        <p:grpSpPr>
          <a:xfrm>
            <a:off x="2626546" y="2723344"/>
            <a:ext cx="258975" cy="282737"/>
            <a:chOff x="2622674" y="287088"/>
            <a:chExt cx="340130" cy="373102"/>
          </a:xfrm>
        </p:grpSpPr>
        <p:sp>
          <p:nvSpPr>
            <p:cNvPr id="505" name="Google Shape;505;p57"/>
            <p:cNvSpPr/>
            <p:nvPr/>
          </p:nvSpPr>
          <p:spPr>
            <a:xfrm>
              <a:off x="2651404" y="348790"/>
              <a:ext cx="311400" cy="3114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SemiBold"/>
                <a:ea typeface="Poppins SemiBold"/>
                <a:cs typeface="Poppins SemiBold"/>
                <a:sym typeface="Poppins SemiBold"/>
              </a:endParaRPr>
            </a:p>
          </p:txBody>
        </p:sp>
        <p:sp>
          <p:nvSpPr>
            <p:cNvPr id="506" name="Google Shape;506;p57"/>
            <p:cNvSpPr txBox="1"/>
            <p:nvPr/>
          </p:nvSpPr>
          <p:spPr>
            <a:xfrm>
              <a:off x="2622674" y="287088"/>
              <a:ext cx="311400" cy="285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b="1" lang="en" sz="1000">
                  <a:solidFill>
                    <a:schemeClr val="dk1"/>
                  </a:solidFill>
                  <a:latin typeface="Poppins"/>
                  <a:ea typeface="Poppins"/>
                  <a:cs typeface="Poppins"/>
                  <a:sym typeface="Poppins"/>
                </a:rPr>
                <a:t>4</a:t>
              </a:r>
              <a:endParaRPr b="1" sz="1000">
                <a:solidFill>
                  <a:schemeClr val="dk1"/>
                </a:solidFill>
                <a:latin typeface="Poppins"/>
                <a:ea typeface="Poppins"/>
                <a:cs typeface="Poppins"/>
                <a:sym typeface="Poppins"/>
              </a:endParaRPr>
            </a:p>
          </p:txBody>
        </p:sp>
      </p:grpSp>
      <p:grpSp>
        <p:nvGrpSpPr>
          <p:cNvPr id="507" name="Google Shape;507;p57"/>
          <p:cNvGrpSpPr/>
          <p:nvPr/>
        </p:nvGrpSpPr>
        <p:grpSpPr>
          <a:xfrm>
            <a:off x="4758996" y="2723344"/>
            <a:ext cx="246800" cy="282737"/>
            <a:chOff x="2638664" y="287088"/>
            <a:chExt cx="324140" cy="373102"/>
          </a:xfrm>
        </p:grpSpPr>
        <p:sp>
          <p:nvSpPr>
            <p:cNvPr id="508" name="Google Shape;508;p57"/>
            <p:cNvSpPr/>
            <p:nvPr/>
          </p:nvSpPr>
          <p:spPr>
            <a:xfrm>
              <a:off x="2651404" y="348790"/>
              <a:ext cx="311400" cy="3114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SemiBold"/>
                <a:ea typeface="Poppins SemiBold"/>
                <a:cs typeface="Poppins SemiBold"/>
                <a:sym typeface="Poppins SemiBold"/>
              </a:endParaRPr>
            </a:p>
          </p:txBody>
        </p:sp>
        <p:sp>
          <p:nvSpPr>
            <p:cNvPr id="509" name="Google Shape;509;p57"/>
            <p:cNvSpPr txBox="1"/>
            <p:nvPr/>
          </p:nvSpPr>
          <p:spPr>
            <a:xfrm>
              <a:off x="2638664" y="287088"/>
              <a:ext cx="311400" cy="285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b="1" lang="en" sz="1000">
                  <a:solidFill>
                    <a:schemeClr val="dk1"/>
                  </a:solidFill>
                  <a:latin typeface="Poppins"/>
                  <a:ea typeface="Poppins"/>
                  <a:cs typeface="Poppins"/>
                  <a:sym typeface="Poppins"/>
                </a:rPr>
                <a:t>5</a:t>
              </a:r>
              <a:endParaRPr b="1" sz="1000">
                <a:solidFill>
                  <a:schemeClr val="dk1"/>
                </a:solidFill>
                <a:latin typeface="Poppins"/>
                <a:ea typeface="Poppins"/>
                <a:cs typeface="Poppins"/>
                <a:sym typeface="Poppins"/>
              </a:endParaRPr>
            </a:p>
          </p:txBody>
        </p:sp>
      </p:grpSp>
      <p:grpSp>
        <p:nvGrpSpPr>
          <p:cNvPr id="510" name="Google Shape;510;p57"/>
          <p:cNvGrpSpPr/>
          <p:nvPr/>
        </p:nvGrpSpPr>
        <p:grpSpPr>
          <a:xfrm>
            <a:off x="6879271" y="2723344"/>
            <a:ext cx="246800" cy="282737"/>
            <a:chOff x="2638664" y="287088"/>
            <a:chExt cx="324140" cy="373102"/>
          </a:xfrm>
        </p:grpSpPr>
        <p:sp>
          <p:nvSpPr>
            <p:cNvPr id="511" name="Google Shape;511;p57"/>
            <p:cNvSpPr/>
            <p:nvPr/>
          </p:nvSpPr>
          <p:spPr>
            <a:xfrm>
              <a:off x="2651404" y="348790"/>
              <a:ext cx="311400" cy="3114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SemiBold"/>
                <a:ea typeface="Poppins SemiBold"/>
                <a:cs typeface="Poppins SemiBold"/>
                <a:sym typeface="Poppins SemiBold"/>
              </a:endParaRPr>
            </a:p>
          </p:txBody>
        </p:sp>
        <p:sp>
          <p:nvSpPr>
            <p:cNvPr id="512" name="Google Shape;512;p57"/>
            <p:cNvSpPr txBox="1"/>
            <p:nvPr/>
          </p:nvSpPr>
          <p:spPr>
            <a:xfrm>
              <a:off x="2638664" y="287088"/>
              <a:ext cx="311400" cy="285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b="1" lang="en" sz="1000">
                  <a:solidFill>
                    <a:schemeClr val="dk1"/>
                  </a:solidFill>
                  <a:latin typeface="Poppins"/>
                  <a:ea typeface="Poppins"/>
                  <a:cs typeface="Poppins"/>
                  <a:sym typeface="Poppins"/>
                </a:rPr>
                <a:t>6</a:t>
              </a:r>
              <a:endParaRPr b="1" sz="1000">
                <a:solidFill>
                  <a:schemeClr val="dk1"/>
                </a:solidFill>
                <a:latin typeface="Poppins"/>
                <a:ea typeface="Poppins"/>
                <a:cs typeface="Poppins"/>
                <a:sym typeface="Poppins"/>
              </a:endParaRPr>
            </a:p>
          </p:txBody>
        </p:sp>
      </p:grpSp>
      <p:sp>
        <p:nvSpPr>
          <p:cNvPr id="513" name="Google Shape;513;p57"/>
          <p:cNvSpPr txBox="1"/>
          <p:nvPr>
            <p:ph idx="16" type="title"/>
          </p:nvPr>
        </p:nvSpPr>
        <p:spPr>
          <a:xfrm>
            <a:off x="347475" y="1035125"/>
            <a:ext cx="1574100" cy="8757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solidFill>
                  <a:schemeClr val="accent1"/>
                </a:solidFill>
              </a:rPr>
              <a:t>Numbered page – Up to six</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58"/>
          <p:cNvSpPr txBox="1"/>
          <p:nvPr>
            <p:ph idx="1" type="body"/>
          </p:nvPr>
        </p:nvSpPr>
        <p:spPr>
          <a:xfrm>
            <a:off x="2648425" y="1076898"/>
            <a:ext cx="1865400" cy="56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Sunt quam, et harum que rerum eictate nobitat emporehendes volestis.</a:t>
            </a:r>
            <a:endParaRPr/>
          </a:p>
        </p:txBody>
      </p:sp>
      <p:sp>
        <p:nvSpPr>
          <p:cNvPr id="519" name="Google Shape;519;p58"/>
          <p:cNvSpPr txBox="1"/>
          <p:nvPr>
            <p:ph type="title"/>
          </p:nvPr>
        </p:nvSpPr>
        <p:spPr>
          <a:xfrm>
            <a:off x="2648441" y="732919"/>
            <a:ext cx="1865400" cy="289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Lorem ipsum dolor sit </a:t>
            </a:r>
            <a:br>
              <a:rPr lang="en"/>
            </a:br>
            <a:r>
              <a:rPr lang="en"/>
              <a:t>amet lorem volestis </a:t>
            </a:r>
            <a:endParaRPr/>
          </a:p>
        </p:txBody>
      </p:sp>
      <p:sp>
        <p:nvSpPr>
          <p:cNvPr id="520" name="Google Shape;520;p58"/>
          <p:cNvSpPr txBox="1"/>
          <p:nvPr>
            <p:ph idx="7" type="title"/>
          </p:nvPr>
        </p:nvSpPr>
        <p:spPr>
          <a:xfrm>
            <a:off x="4763827" y="732919"/>
            <a:ext cx="1865400" cy="289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Lorem ipsum dolor sit </a:t>
            </a:r>
            <a:br>
              <a:rPr lang="en"/>
            </a:br>
            <a:r>
              <a:rPr lang="en"/>
              <a:t>amet lorem volestis </a:t>
            </a:r>
            <a:endParaRPr/>
          </a:p>
        </p:txBody>
      </p:sp>
      <p:sp>
        <p:nvSpPr>
          <p:cNvPr id="521" name="Google Shape;521;p58"/>
          <p:cNvSpPr txBox="1"/>
          <p:nvPr>
            <p:ph idx="8" type="title"/>
          </p:nvPr>
        </p:nvSpPr>
        <p:spPr>
          <a:xfrm>
            <a:off x="6879227" y="732919"/>
            <a:ext cx="1865400" cy="289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Lorem ipsum dolor sit </a:t>
            </a:r>
            <a:br>
              <a:rPr lang="en"/>
            </a:br>
            <a:r>
              <a:rPr lang="en"/>
              <a:t>amet lorem volestis </a:t>
            </a:r>
            <a:endParaRPr/>
          </a:p>
        </p:txBody>
      </p:sp>
      <p:sp>
        <p:nvSpPr>
          <p:cNvPr id="522" name="Google Shape;522;p58"/>
          <p:cNvSpPr txBox="1"/>
          <p:nvPr>
            <p:ph idx="2" type="body"/>
          </p:nvPr>
        </p:nvSpPr>
        <p:spPr>
          <a:xfrm>
            <a:off x="4763835" y="1076894"/>
            <a:ext cx="1865400" cy="56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Sunt quam, et harum que rerum eictate nobitat emporehendes volestis.</a:t>
            </a:r>
            <a:endParaRPr/>
          </a:p>
        </p:txBody>
      </p:sp>
      <p:sp>
        <p:nvSpPr>
          <p:cNvPr id="523" name="Google Shape;523;p58"/>
          <p:cNvSpPr txBox="1"/>
          <p:nvPr>
            <p:ph idx="3" type="body"/>
          </p:nvPr>
        </p:nvSpPr>
        <p:spPr>
          <a:xfrm>
            <a:off x="6879225" y="1076894"/>
            <a:ext cx="1865400" cy="56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Sunt quam, et harum que rerum eictate nobitat emporehendes volestis.</a:t>
            </a:r>
            <a:endParaRPr/>
          </a:p>
        </p:txBody>
      </p:sp>
      <p:sp>
        <p:nvSpPr>
          <p:cNvPr id="524" name="Google Shape;524;p58"/>
          <p:cNvSpPr txBox="1"/>
          <p:nvPr>
            <p:ph idx="21" type="body"/>
          </p:nvPr>
        </p:nvSpPr>
        <p:spPr>
          <a:xfrm>
            <a:off x="347475" y="1991600"/>
            <a:ext cx="1574100" cy="20247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a:t>Lorem ipsum dolor sit amet, consectetur adipiscing elit.</a:t>
            </a:r>
            <a:endParaRPr/>
          </a:p>
          <a:p>
            <a:pPr indent="0" lvl="0" marL="0" rtl="0" algn="l">
              <a:spcBef>
                <a:spcPts val="0"/>
              </a:spcBef>
              <a:spcAft>
                <a:spcPts val="0"/>
              </a:spcAft>
              <a:buClr>
                <a:schemeClr val="dk1"/>
              </a:buClr>
              <a:buSzPts val="1100"/>
              <a:buFont typeface="Arial"/>
              <a:buNone/>
            </a:pPr>
            <a:r>
              <a:t/>
            </a:r>
            <a:endParaRPr sz="1000"/>
          </a:p>
          <a:p>
            <a:pPr indent="-154940" lvl="0" marL="182880" rtl="0" algn="l">
              <a:spcBef>
                <a:spcPts val="0"/>
              </a:spcBef>
              <a:spcAft>
                <a:spcPts val="1000"/>
              </a:spcAft>
              <a:buSzPts val="1000"/>
              <a:buChar char="●"/>
            </a:pPr>
            <a:r>
              <a:rPr lang="en" sz="1000"/>
              <a:t>Click to edit title</a:t>
            </a:r>
            <a:br>
              <a:rPr lang="en" sz="1000"/>
            </a:br>
            <a:r>
              <a:rPr b="0" lang="en" sz="1000"/>
              <a:t>Click to edit list item text to go here.</a:t>
            </a:r>
            <a:endParaRPr/>
          </a:p>
        </p:txBody>
      </p:sp>
      <p:sp>
        <p:nvSpPr>
          <p:cNvPr id="525" name="Google Shape;525;p58"/>
          <p:cNvSpPr txBox="1"/>
          <p:nvPr>
            <p:ph idx="4" type="body"/>
          </p:nvPr>
        </p:nvSpPr>
        <p:spPr>
          <a:xfrm>
            <a:off x="2648428" y="2650148"/>
            <a:ext cx="1865400" cy="56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Sunt quam, et harum que rerum eictate nobitat emporehendes volestis.</a:t>
            </a:r>
            <a:endParaRPr/>
          </a:p>
        </p:txBody>
      </p:sp>
      <p:sp>
        <p:nvSpPr>
          <p:cNvPr id="526" name="Google Shape;526;p58"/>
          <p:cNvSpPr txBox="1"/>
          <p:nvPr>
            <p:ph idx="9" type="title"/>
          </p:nvPr>
        </p:nvSpPr>
        <p:spPr>
          <a:xfrm>
            <a:off x="2648426" y="2306169"/>
            <a:ext cx="1865400" cy="289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Lorem ipsum dolor sit </a:t>
            </a:r>
            <a:br>
              <a:rPr lang="en"/>
            </a:br>
            <a:r>
              <a:rPr lang="en"/>
              <a:t>amet lorem volestis </a:t>
            </a:r>
            <a:endParaRPr/>
          </a:p>
        </p:txBody>
      </p:sp>
      <p:sp>
        <p:nvSpPr>
          <p:cNvPr id="527" name="Google Shape;527;p58"/>
          <p:cNvSpPr txBox="1"/>
          <p:nvPr>
            <p:ph idx="15" type="body"/>
          </p:nvPr>
        </p:nvSpPr>
        <p:spPr>
          <a:xfrm>
            <a:off x="2648425" y="4223398"/>
            <a:ext cx="1865400" cy="56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Sunt quam, et harum que rerum eictate nobitat emporehendes volestis.</a:t>
            </a:r>
            <a:endParaRPr/>
          </a:p>
        </p:txBody>
      </p:sp>
      <p:sp>
        <p:nvSpPr>
          <p:cNvPr id="528" name="Google Shape;528;p58"/>
          <p:cNvSpPr txBox="1"/>
          <p:nvPr>
            <p:ph idx="20" type="title"/>
          </p:nvPr>
        </p:nvSpPr>
        <p:spPr>
          <a:xfrm>
            <a:off x="2648441" y="3879419"/>
            <a:ext cx="1865400" cy="289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Lorem ipsum dolor sit </a:t>
            </a:r>
            <a:br>
              <a:rPr lang="en"/>
            </a:br>
            <a:r>
              <a:rPr lang="en"/>
              <a:t>amet lorem volestis </a:t>
            </a:r>
            <a:endParaRPr/>
          </a:p>
        </p:txBody>
      </p:sp>
      <p:sp>
        <p:nvSpPr>
          <p:cNvPr id="529" name="Google Shape;529;p58"/>
          <p:cNvSpPr txBox="1"/>
          <p:nvPr>
            <p:ph idx="18" type="title"/>
          </p:nvPr>
        </p:nvSpPr>
        <p:spPr>
          <a:xfrm>
            <a:off x="4763821" y="3879419"/>
            <a:ext cx="1865400" cy="289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Lorem ipsum dolor sit </a:t>
            </a:r>
            <a:br>
              <a:rPr lang="en"/>
            </a:br>
            <a:r>
              <a:rPr lang="en"/>
              <a:t>amet lorem</a:t>
            </a:r>
            <a:endParaRPr/>
          </a:p>
        </p:txBody>
      </p:sp>
      <p:sp>
        <p:nvSpPr>
          <p:cNvPr id="530" name="Google Shape;530;p58"/>
          <p:cNvSpPr txBox="1"/>
          <p:nvPr>
            <p:ph idx="16" type="body"/>
          </p:nvPr>
        </p:nvSpPr>
        <p:spPr>
          <a:xfrm>
            <a:off x="4763830" y="4223394"/>
            <a:ext cx="1865400" cy="56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Sunt quam, et harum que rerum eictate nobitat emporehendes volestis.</a:t>
            </a:r>
            <a:endParaRPr/>
          </a:p>
        </p:txBody>
      </p:sp>
      <p:sp>
        <p:nvSpPr>
          <p:cNvPr id="531" name="Google Shape;531;p58"/>
          <p:cNvSpPr txBox="1"/>
          <p:nvPr>
            <p:ph idx="13" type="title"/>
          </p:nvPr>
        </p:nvSpPr>
        <p:spPr>
          <a:xfrm>
            <a:off x="4763821" y="2306169"/>
            <a:ext cx="1865400" cy="289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Lorem ipsum dolor sit </a:t>
            </a:r>
            <a:br>
              <a:rPr lang="en"/>
            </a:br>
            <a:r>
              <a:rPr lang="en"/>
              <a:t>amet lorem volestis </a:t>
            </a:r>
            <a:endParaRPr/>
          </a:p>
        </p:txBody>
      </p:sp>
      <p:sp>
        <p:nvSpPr>
          <p:cNvPr id="532" name="Google Shape;532;p58"/>
          <p:cNvSpPr txBox="1"/>
          <p:nvPr>
            <p:ph idx="14" type="title"/>
          </p:nvPr>
        </p:nvSpPr>
        <p:spPr>
          <a:xfrm>
            <a:off x="6879278" y="2306169"/>
            <a:ext cx="1865400" cy="289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Lorem ipsum dolor sit </a:t>
            </a:r>
            <a:br>
              <a:rPr lang="en"/>
            </a:br>
            <a:r>
              <a:rPr lang="en"/>
              <a:t>amet lorem volestis </a:t>
            </a:r>
            <a:endParaRPr/>
          </a:p>
        </p:txBody>
      </p:sp>
      <p:sp>
        <p:nvSpPr>
          <p:cNvPr id="533" name="Google Shape;533;p58"/>
          <p:cNvSpPr txBox="1"/>
          <p:nvPr>
            <p:ph idx="5" type="body"/>
          </p:nvPr>
        </p:nvSpPr>
        <p:spPr>
          <a:xfrm>
            <a:off x="4763830" y="2650144"/>
            <a:ext cx="1865400" cy="56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Sunt quam, et harum que rerum eictate nobitat emporehendes volestis.</a:t>
            </a:r>
            <a:endParaRPr/>
          </a:p>
        </p:txBody>
      </p:sp>
      <p:sp>
        <p:nvSpPr>
          <p:cNvPr id="534" name="Google Shape;534;p58"/>
          <p:cNvSpPr txBox="1"/>
          <p:nvPr>
            <p:ph idx="6" type="body"/>
          </p:nvPr>
        </p:nvSpPr>
        <p:spPr>
          <a:xfrm>
            <a:off x="6879275" y="2650144"/>
            <a:ext cx="1865400" cy="56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Sunt quam, et harum que rerum eictate nobitat emporehendes volestis.</a:t>
            </a:r>
            <a:endParaRPr/>
          </a:p>
        </p:txBody>
      </p:sp>
      <p:sp>
        <p:nvSpPr>
          <p:cNvPr id="535" name="Google Shape;535;p58"/>
          <p:cNvSpPr txBox="1"/>
          <p:nvPr>
            <p:ph idx="17" type="body"/>
          </p:nvPr>
        </p:nvSpPr>
        <p:spPr>
          <a:xfrm>
            <a:off x="6879275" y="4223394"/>
            <a:ext cx="1865400" cy="56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Sunt quam, et harum que rerum eictate nobitat emporehendes volestis.</a:t>
            </a:r>
            <a:endParaRPr/>
          </a:p>
        </p:txBody>
      </p:sp>
      <p:sp>
        <p:nvSpPr>
          <p:cNvPr id="536" name="Google Shape;536;p58"/>
          <p:cNvSpPr txBox="1"/>
          <p:nvPr>
            <p:ph idx="19" type="title"/>
          </p:nvPr>
        </p:nvSpPr>
        <p:spPr>
          <a:xfrm>
            <a:off x="6879278" y="3879419"/>
            <a:ext cx="1865400" cy="289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Lorem ipsum dolor sit </a:t>
            </a:r>
            <a:br>
              <a:rPr lang="en"/>
            </a:br>
            <a:r>
              <a:rPr lang="en"/>
              <a:t>amet lorem</a:t>
            </a:r>
            <a:endParaRPr/>
          </a:p>
        </p:txBody>
      </p:sp>
      <p:grpSp>
        <p:nvGrpSpPr>
          <p:cNvPr id="537" name="Google Shape;537;p58"/>
          <p:cNvGrpSpPr/>
          <p:nvPr/>
        </p:nvGrpSpPr>
        <p:grpSpPr>
          <a:xfrm>
            <a:off x="4755409" y="3460238"/>
            <a:ext cx="271894" cy="310314"/>
            <a:chOff x="2641415" y="293389"/>
            <a:chExt cx="321388" cy="366801"/>
          </a:xfrm>
        </p:grpSpPr>
        <p:sp>
          <p:nvSpPr>
            <p:cNvPr id="538" name="Google Shape;538;p58"/>
            <p:cNvSpPr/>
            <p:nvPr/>
          </p:nvSpPr>
          <p:spPr>
            <a:xfrm>
              <a:off x="2651404" y="348790"/>
              <a:ext cx="311400" cy="3114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SemiBold"/>
                <a:ea typeface="Poppins SemiBold"/>
                <a:cs typeface="Poppins SemiBold"/>
                <a:sym typeface="Poppins SemiBold"/>
              </a:endParaRPr>
            </a:p>
          </p:txBody>
        </p:sp>
        <p:sp>
          <p:nvSpPr>
            <p:cNvPr id="539" name="Google Shape;539;p58"/>
            <p:cNvSpPr txBox="1"/>
            <p:nvPr/>
          </p:nvSpPr>
          <p:spPr>
            <a:xfrm>
              <a:off x="2641415" y="293389"/>
              <a:ext cx="311400" cy="285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b="1" lang="en" sz="1200">
                  <a:solidFill>
                    <a:schemeClr val="dk1"/>
                  </a:solidFill>
                  <a:latin typeface="Poppins"/>
                  <a:ea typeface="Poppins"/>
                  <a:cs typeface="Poppins"/>
                  <a:sym typeface="Poppins"/>
                </a:rPr>
                <a:t>8</a:t>
              </a:r>
              <a:endParaRPr b="1" sz="1200">
                <a:solidFill>
                  <a:schemeClr val="dk1"/>
                </a:solidFill>
                <a:latin typeface="Poppins"/>
                <a:ea typeface="Poppins"/>
                <a:cs typeface="Poppins"/>
                <a:sym typeface="Poppins"/>
              </a:endParaRPr>
            </a:p>
          </p:txBody>
        </p:sp>
      </p:grpSp>
      <p:grpSp>
        <p:nvGrpSpPr>
          <p:cNvPr id="540" name="Google Shape;540;p58"/>
          <p:cNvGrpSpPr/>
          <p:nvPr/>
        </p:nvGrpSpPr>
        <p:grpSpPr>
          <a:xfrm>
            <a:off x="6871884" y="3460238"/>
            <a:ext cx="270844" cy="310314"/>
            <a:chOff x="2642657" y="293389"/>
            <a:chExt cx="320147" cy="366801"/>
          </a:xfrm>
        </p:grpSpPr>
        <p:sp>
          <p:nvSpPr>
            <p:cNvPr id="541" name="Google Shape;541;p58"/>
            <p:cNvSpPr/>
            <p:nvPr/>
          </p:nvSpPr>
          <p:spPr>
            <a:xfrm>
              <a:off x="2651404" y="348790"/>
              <a:ext cx="311400" cy="3114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SemiBold"/>
                <a:ea typeface="Poppins SemiBold"/>
                <a:cs typeface="Poppins SemiBold"/>
                <a:sym typeface="Poppins SemiBold"/>
              </a:endParaRPr>
            </a:p>
          </p:txBody>
        </p:sp>
        <p:sp>
          <p:nvSpPr>
            <p:cNvPr id="542" name="Google Shape;542;p58"/>
            <p:cNvSpPr txBox="1"/>
            <p:nvPr/>
          </p:nvSpPr>
          <p:spPr>
            <a:xfrm>
              <a:off x="2642657" y="293389"/>
              <a:ext cx="311400" cy="285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b="1" lang="en" sz="1200">
                  <a:solidFill>
                    <a:schemeClr val="dk1"/>
                  </a:solidFill>
                  <a:latin typeface="Poppins"/>
                  <a:ea typeface="Poppins"/>
                  <a:cs typeface="Poppins"/>
                  <a:sym typeface="Poppins"/>
                </a:rPr>
                <a:t>9</a:t>
              </a:r>
              <a:endParaRPr b="1" sz="1200">
                <a:solidFill>
                  <a:schemeClr val="dk1"/>
                </a:solidFill>
                <a:latin typeface="Poppins"/>
                <a:ea typeface="Poppins"/>
                <a:cs typeface="Poppins"/>
                <a:sym typeface="Poppins"/>
              </a:endParaRPr>
            </a:p>
          </p:txBody>
        </p:sp>
      </p:grpSp>
      <p:grpSp>
        <p:nvGrpSpPr>
          <p:cNvPr id="543" name="Google Shape;543;p58"/>
          <p:cNvGrpSpPr/>
          <p:nvPr/>
        </p:nvGrpSpPr>
        <p:grpSpPr>
          <a:xfrm>
            <a:off x="2648421" y="3460238"/>
            <a:ext cx="263444" cy="310314"/>
            <a:chOff x="2651404" y="293389"/>
            <a:chExt cx="311400" cy="366801"/>
          </a:xfrm>
        </p:grpSpPr>
        <p:sp>
          <p:nvSpPr>
            <p:cNvPr id="544" name="Google Shape;544;p58"/>
            <p:cNvSpPr/>
            <p:nvPr/>
          </p:nvSpPr>
          <p:spPr>
            <a:xfrm>
              <a:off x="2651404" y="348790"/>
              <a:ext cx="311400" cy="3114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SemiBold"/>
                <a:ea typeface="Poppins SemiBold"/>
                <a:cs typeface="Poppins SemiBold"/>
                <a:sym typeface="Poppins SemiBold"/>
              </a:endParaRPr>
            </a:p>
          </p:txBody>
        </p:sp>
        <p:sp>
          <p:nvSpPr>
            <p:cNvPr id="545" name="Google Shape;545;p58"/>
            <p:cNvSpPr txBox="1"/>
            <p:nvPr/>
          </p:nvSpPr>
          <p:spPr>
            <a:xfrm>
              <a:off x="2651404" y="293389"/>
              <a:ext cx="311400" cy="285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b="1" lang="en" sz="1200">
                  <a:solidFill>
                    <a:schemeClr val="dk1"/>
                  </a:solidFill>
                  <a:latin typeface="Poppins"/>
                  <a:ea typeface="Poppins"/>
                  <a:cs typeface="Poppins"/>
                  <a:sym typeface="Poppins"/>
                </a:rPr>
                <a:t>7</a:t>
              </a:r>
              <a:endParaRPr b="1" sz="1200">
                <a:solidFill>
                  <a:schemeClr val="dk1"/>
                </a:solidFill>
                <a:latin typeface="Poppins"/>
                <a:ea typeface="Poppins"/>
                <a:cs typeface="Poppins"/>
                <a:sym typeface="Poppins"/>
              </a:endParaRPr>
            </a:p>
          </p:txBody>
        </p:sp>
      </p:grpSp>
      <p:grpSp>
        <p:nvGrpSpPr>
          <p:cNvPr id="546" name="Google Shape;546;p58"/>
          <p:cNvGrpSpPr/>
          <p:nvPr/>
        </p:nvGrpSpPr>
        <p:grpSpPr>
          <a:xfrm>
            <a:off x="2626546" y="1924419"/>
            <a:ext cx="258975" cy="282737"/>
            <a:chOff x="2622674" y="287088"/>
            <a:chExt cx="340130" cy="373102"/>
          </a:xfrm>
        </p:grpSpPr>
        <p:sp>
          <p:nvSpPr>
            <p:cNvPr id="547" name="Google Shape;547;p58"/>
            <p:cNvSpPr/>
            <p:nvPr/>
          </p:nvSpPr>
          <p:spPr>
            <a:xfrm>
              <a:off x="2651404" y="348790"/>
              <a:ext cx="311400" cy="3114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SemiBold"/>
                <a:ea typeface="Poppins SemiBold"/>
                <a:cs typeface="Poppins SemiBold"/>
                <a:sym typeface="Poppins SemiBold"/>
              </a:endParaRPr>
            </a:p>
          </p:txBody>
        </p:sp>
        <p:sp>
          <p:nvSpPr>
            <p:cNvPr id="548" name="Google Shape;548;p58"/>
            <p:cNvSpPr txBox="1"/>
            <p:nvPr/>
          </p:nvSpPr>
          <p:spPr>
            <a:xfrm>
              <a:off x="2622674" y="287088"/>
              <a:ext cx="311400" cy="285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b="1" lang="en" sz="1000">
                  <a:solidFill>
                    <a:schemeClr val="dk1"/>
                  </a:solidFill>
                  <a:latin typeface="Poppins"/>
                  <a:ea typeface="Poppins"/>
                  <a:cs typeface="Poppins"/>
                  <a:sym typeface="Poppins"/>
                </a:rPr>
                <a:t>4</a:t>
              </a:r>
              <a:endParaRPr b="1" sz="1000">
                <a:solidFill>
                  <a:schemeClr val="dk1"/>
                </a:solidFill>
                <a:latin typeface="Poppins"/>
                <a:ea typeface="Poppins"/>
                <a:cs typeface="Poppins"/>
                <a:sym typeface="Poppins"/>
              </a:endParaRPr>
            </a:p>
          </p:txBody>
        </p:sp>
      </p:grpSp>
      <p:grpSp>
        <p:nvGrpSpPr>
          <p:cNvPr id="549" name="Google Shape;549;p58"/>
          <p:cNvGrpSpPr/>
          <p:nvPr/>
        </p:nvGrpSpPr>
        <p:grpSpPr>
          <a:xfrm>
            <a:off x="4758996" y="1924419"/>
            <a:ext cx="246800" cy="282737"/>
            <a:chOff x="2638664" y="287088"/>
            <a:chExt cx="324140" cy="373102"/>
          </a:xfrm>
        </p:grpSpPr>
        <p:sp>
          <p:nvSpPr>
            <p:cNvPr id="550" name="Google Shape;550;p58"/>
            <p:cNvSpPr/>
            <p:nvPr/>
          </p:nvSpPr>
          <p:spPr>
            <a:xfrm>
              <a:off x="2651404" y="348790"/>
              <a:ext cx="311400" cy="3114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SemiBold"/>
                <a:ea typeface="Poppins SemiBold"/>
                <a:cs typeface="Poppins SemiBold"/>
                <a:sym typeface="Poppins SemiBold"/>
              </a:endParaRPr>
            </a:p>
          </p:txBody>
        </p:sp>
        <p:sp>
          <p:nvSpPr>
            <p:cNvPr id="551" name="Google Shape;551;p58"/>
            <p:cNvSpPr txBox="1"/>
            <p:nvPr/>
          </p:nvSpPr>
          <p:spPr>
            <a:xfrm>
              <a:off x="2638664" y="287088"/>
              <a:ext cx="311400" cy="285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b="1" lang="en" sz="1000">
                  <a:solidFill>
                    <a:schemeClr val="dk1"/>
                  </a:solidFill>
                  <a:latin typeface="Poppins"/>
                  <a:ea typeface="Poppins"/>
                  <a:cs typeface="Poppins"/>
                  <a:sym typeface="Poppins"/>
                </a:rPr>
                <a:t>5</a:t>
              </a:r>
              <a:endParaRPr b="1" sz="1000">
                <a:solidFill>
                  <a:schemeClr val="dk1"/>
                </a:solidFill>
                <a:latin typeface="Poppins"/>
                <a:ea typeface="Poppins"/>
                <a:cs typeface="Poppins"/>
                <a:sym typeface="Poppins"/>
              </a:endParaRPr>
            </a:p>
          </p:txBody>
        </p:sp>
      </p:grpSp>
      <p:grpSp>
        <p:nvGrpSpPr>
          <p:cNvPr id="552" name="Google Shape;552;p58"/>
          <p:cNvGrpSpPr/>
          <p:nvPr/>
        </p:nvGrpSpPr>
        <p:grpSpPr>
          <a:xfrm>
            <a:off x="6879271" y="1924419"/>
            <a:ext cx="246800" cy="282737"/>
            <a:chOff x="2638664" y="287088"/>
            <a:chExt cx="324140" cy="373102"/>
          </a:xfrm>
        </p:grpSpPr>
        <p:sp>
          <p:nvSpPr>
            <p:cNvPr id="553" name="Google Shape;553;p58"/>
            <p:cNvSpPr/>
            <p:nvPr/>
          </p:nvSpPr>
          <p:spPr>
            <a:xfrm>
              <a:off x="2651404" y="348790"/>
              <a:ext cx="311400" cy="3114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SemiBold"/>
                <a:ea typeface="Poppins SemiBold"/>
                <a:cs typeface="Poppins SemiBold"/>
                <a:sym typeface="Poppins SemiBold"/>
              </a:endParaRPr>
            </a:p>
          </p:txBody>
        </p:sp>
        <p:sp>
          <p:nvSpPr>
            <p:cNvPr id="554" name="Google Shape;554;p58"/>
            <p:cNvSpPr txBox="1"/>
            <p:nvPr/>
          </p:nvSpPr>
          <p:spPr>
            <a:xfrm>
              <a:off x="2638664" y="287088"/>
              <a:ext cx="311400" cy="285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b="1" lang="en" sz="1000">
                  <a:solidFill>
                    <a:schemeClr val="dk1"/>
                  </a:solidFill>
                  <a:latin typeface="Poppins"/>
                  <a:ea typeface="Poppins"/>
                  <a:cs typeface="Poppins"/>
                  <a:sym typeface="Poppins"/>
                </a:rPr>
                <a:t>6</a:t>
              </a:r>
              <a:endParaRPr b="1" sz="1000">
                <a:solidFill>
                  <a:schemeClr val="dk1"/>
                </a:solidFill>
                <a:latin typeface="Poppins"/>
                <a:ea typeface="Poppins"/>
                <a:cs typeface="Poppins"/>
                <a:sym typeface="Poppins"/>
              </a:endParaRPr>
            </a:p>
          </p:txBody>
        </p:sp>
      </p:grpSp>
      <p:grpSp>
        <p:nvGrpSpPr>
          <p:cNvPr id="555" name="Google Shape;555;p58"/>
          <p:cNvGrpSpPr/>
          <p:nvPr/>
        </p:nvGrpSpPr>
        <p:grpSpPr>
          <a:xfrm>
            <a:off x="6879271" y="357969"/>
            <a:ext cx="246800" cy="282737"/>
            <a:chOff x="2638664" y="287088"/>
            <a:chExt cx="324140" cy="373102"/>
          </a:xfrm>
        </p:grpSpPr>
        <p:sp>
          <p:nvSpPr>
            <p:cNvPr id="556" name="Google Shape;556;p58"/>
            <p:cNvSpPr/>
            <p:nvPr/>
          </p:nvSpPr>
          <p:spPr>
            <a:xfrm>
              <a:off x="2651404" y="348790"/>
              <a:ext cx="311400" cy="3114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SemiBold"/>
                <a:ea typeface="Poppins SemiBold"/>
                <a:cs typeface="Poppins SemiBold"/>
                <a:sym typeface="Poppins SemiBold"/>
              </a:endParaRPr>
            </a:p>
          </p:txBody>
        </p:sp>
        <p:sp>
          <p:nvSpPr>
            <p:cNvPr id="557" name="Google Shape;557;p58"/>
            <p:cNvSpPr txBox="1"/>
            <p:nvPr/>
          </p:nvSpPr>
          <p:spPr>
            <a:xfrm>
              <a:off x="2638664" y="287088"/>
              <a:ext cx="311400" cy="285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b="1" lang="en" sz="1000">
                  <a:solidFill>
                    <a:schemeClr val="dk1"/>
                  </a:solidFill>
                  <a:latin typeface="Poppins"/>
                  <a:ea typeface="Poppins"/>
                  <a:cs typeface="Poppins"/>
                  <a:sym typeface="Poppins"/>
                </a:rPr>
                <a:t>3</a:t>
              </a:r>
              <a:endParaRPr b="1" sz="1000">
                <a:solidFill>
                  <a:schemeClr val="dk1"/>
                </a:solidFill>
                <a:latin typeface="Poppins"/>
                <a:ea typeface="Poppins"/>
                <a:cs typeface="Poppins"/>
                <a:sym typeface="Poppins"/>
              </a:endParaRPr>
            </a:p>
          </p:txBody>
        </p:sp>
      </p:grpSp>
      <p:grpSp>
        <p:nvGrpSpPr>
          <p:cNvPr id="558" name="Google Shape;558;p58"/>
          <p:cNvGrpSpPr/>
          <p:nvPr/>
        </p:nvGrpSpPr>
        <p:grpSpPr>
          <a:xfrm>
            <a:off x="2648421" y="357969"/>
            <a:ext cx="237100" cy="282737"/>
            <a:chOff x="2651404" y="287088"/>
            <a:chExt cx="311400" cy="373102"/>
          </a:xfrm>
        </p:grpSpPr>
        <p:sp>
          <p:nvSpPr>
            <p:cNvPr id="559" name="Google Shape;559;p58"/>
            <p:cNvSpPr/>
            <p:nvPr/>
          </p:nvSpPr>
          <p:spPr>
            <a:xfrm>
              <a:off x="2651404" y="348790"/>
              <a:ext cx="311400" cy="3114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SemiBold"/>
                <a:ea typeface="Poppins SemiBold"/>
                <a:cs typeface="Poppins SemiBold"/>
                <a:sym typeface="Poppins SemiBold"/>
              </a:endParaRPr>
            </a:p>
          </p:txBody>
        </p:sp>
        <p:sp>
          <p:nvSpPr>
            <p:cNvPr id="560" name="Google Shape;560;p58"/>
            <p:cNvSpPr txBox="1"/>
            <p:nvPr/>
          </p:nvSpPr>
          <p:spPr>
            <a:xfrm>
              <a:off x="2651404" y="287088"/>
              <a:ext cx="311400" cy="285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b="1" lang="en" sz="1000">
                  <a:solidFill>
                    <a:schemeClr val="dk1"/>
                  </a:solidFill>
                  <a:latin typeface="Poppins"/>
                  <a:ea typeface="Poppins"/>
                  <a:cs typeface="Poppins"/>
                  <a:sym typeface="Poppins"/>
                </a:rPr>
                <a:t>1</a:t>
              </a:r>
              <a:endParaRPr b="1" sz="1000">
                <a:solidFill>
                  <a:schemeClr val="dk1"/>
                </a:solidFill>
                <a:latin typeface="Poppins"/>
                <a:ea typeface="Poppins"/>
                <a:cs typeface="Poppins"/>
                <a:sym typeface="Poppins"/>
              </a:endParaRPr>
            </a:p>
          </p:txBody>
        </p:sp>
      </p:grpSp>
      <p:grpSp>
        <p:nvGrpSpPr>
          <p:cNvPr id="561" name="Google Shape;561;p58"/>
          <p:cNvGrpSpPr/>
          <p:nvPr/>
        </p:nvGrpSpPr>
        <p:grpSpPr>
          <a:xfrm>
            <a:off x="4758996" y="357969"/>
            <a:ext cx="246800" cy="282737"/>
            <a:chOff x="2638664" y="287088"/>
            <a:chExt cx="324140" cy="373102"/>
          </a:xfrm>
        </p:grpSpPr>
        <p:sp>
          <p:nvSpPr>
            <p:cNvPr id="562" name="Google Shape;562;p58"/>
            <p:cNvSpPr/>
            <p:nvPr/>
          </p:nvSpPr>
          <p:spPr>
            <a:xfrm>
              <a:off x="2651404" y="348790"/>
              <a:ext cx="311400" cy="3114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SemiBold"/>
                <a:ea typeface="Poppins SemiBold"/>
                <a:cs typeface="Poppins SemiBold"/>
                <a:sym typeface="Poppins SemiBold"/>
              </a:endParaRPr>
            </a:p>
          </p:txBody>
        </p:sp>
        <p:sp>
          <p:nvSpPr>
            <p:cNvPr id="563" name="Google Shape;563;p58"/>
            <p:cNvSpPr txBox="1"/>
            <p:nvPr/>
          </p:nvSpPr>
          <p:spPr>
            <a:xfrm>
              <a:off x="2638664" y="287088"/>
              <a:ext cx="311400" cy="285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b="1" lang="en" sz="1000">
                  <a:solidFill>
                    <a:schemeClr val="dk1"/>
                  </a:solidFill>
                  <a:latin typeface="Poppins"/>
                  <a:ea typeface="Poppins"/>
                  <a:cs typeface="Poppins"/>
                  <a:sym typeface="Poppins"/>
                </a:rPr>
                <a:t>2</a:t>
              </a:r>
              <a:endParaRPr b="1" sz="1000">
                <a:solidFill>
                  <a:schemeClr val="dk1"/>
                </a:solidFill>
                <a:latin typeface="Poppins"/>
                <a:ea typeface="Poppins"/>
                <a:cs typeface="Poppins"/>
                <a:sym typeface="Poppins"/>
              </a:endParaRPr>
            </a:p>
          </p:txBody>
        </p:sp>
      </p:grpSp>
      <p:sp>
        <p:nvSpPr>
          <p:cNvPr id="564" name="Google Shape;564;p58"/>
          <p:cNvSpPr txBox="1"/>
          <p:nvPr>
            <p:ph idx="22" type="title"/>
          </p:nvPr>
        </p:nvSpPr>
        <p:spPr>
          <a:xfrm>
            <a:off x="347475" y="1035125"/>
            <a:ext cx="1574100" cy="8757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solidFill>
                  <a:schemeClr val="accent1"/>
                </a:solidFill>
              </a:rPr>
              <a:t>Numbered page – Up to nine</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pic>
        <p:nvPicPr>
          <p:cNvPr id="569" name="Google Shape;569;p59"/>
          <p:cNvPicPr preferRelativeResize="0"/>
          <p:nvPr/>
        </p:nvPicPr>
        <p:blipFill>
          <a:blip r:embed="rId3">
            <a:alphaModFix/>
          </a:blip>
          <a:stretch>
            <a:fillRect/>
          </a:stretch>
        </p:blipFill>
        <p:spPr>
          <a:xfrm>
            <a:off x="3360961" y="818425"/>
            <a:ext cx="4739774" cy="3101875"/>
          </a:xfrm>
          <a:prstGeom prst="rect">
            <a:avLst/>
          </a:prstGeom>
          <a:noFill/>
          <a:ln cap="flat" cmpd="sng" w="9525">
            <a:solidFill>
              <a:srgbClr val="B7B7B7"/>
            </a:solidFill>
            <a:prstDash val="solid"/>
            <a:round/>
            <a:headEnd len="sm" w="sm" type="none"/>
            <a:tailEnd len="sm" w="sm" type="none"/>
          </a:ln>
        </p:spPr>
      </p:pic>
      <p:sp>
        <p:nvSpPr>
          <p:cNvPr id="570" name="Google Shape;570;p59"/>
          <p:cNvSpPr txBox="1"/>
          <p:nvPr>
            <p:ph type="title"/>
          </p:nvPr>
        </p:nvSpPr>
        <p:spPr>
          <a:xfrm>
            <a:off x="347475" y="1028700"/>
            <a:ext cx="1574100" cy="5889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sz="1900"/>
              <a:t>Graph &amp; bullets</a:t>
            </a:r>
            <a:endParaRPr sz="1900"/>
          </a:p>
        </p:txBody>
      </p:sp>
      <p:sp>
        <p:nvSpPr>
          <p:cNvPr id="571" name="Google Shape;571;p59"/>
          <p:cNvSpPr txBox="1"/>
          <p:nvPr>
            <p:ph idx="1" type="body"/>
          </p:nvPr>
        </p:nvSpPr>
        <p:spPr>
          <a:xfrm>
            <a:off x="347525" y="1682750"/>
            <a:ext cx="1574100" cy="279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a:t>Lorem ipsum dolor sit amet, consectetur adipiscing elit.</a:t>
            </a:r>
            <a:endParaRPr b="1"/>
          </a:p>
          <a:p>
            <a:pPr indent="0" lvl="0" marL="0" rtl="0" algn="l">
              <a:spcBef>
                <a:spcPts val="0"/>
              </a:spcBef>
              <a:spcAft>
                <a:spcPts val="0"/>
              </a:spcAft>
              <a:buNone/>
            </a:pPr>
            <a:r>
              <a:t/>
            </a:r>
            <a:endParaRPr sz="1000"/>
          </a:p>
          <a:p>
            <a:pPr indent="-154940" lvl="0" marL="182880" rtl="0" algn="l">
              <a:spcBef>
                <a:spcPts val="0"/>
              </a:spcBef>
              <a:spcAft>
                <a:spcPts val="1000"/>
              </a:spcAft>
              <a:buSzPts val="1000"/>
              <a:buChar char="●"/>
            </a:pPr>
            <a:r>
              <a:rPr b="1" lang="en" sz="1000"/>
              <a:t>Click to edit title</a:t>
            </a:r>
            <a:br>
              <a:rPr b="1" lang="en" sz="1000"/>
            </a:br>
            <a:r>
              <a:rPr b="0" lang="en" sz="1000"/>
              <a:t>Click to edit list item text to go here.</a:t>
            </a:r>
            <a:endParaRPr b="0" sz="1000"/>
          </a:p>
        </p:txBody>
      </p:sp>
      <p:sp>
        <p:nvSpPr>
          <p:cNvPr id="572" name="Google Shape;572;p59"/>
          <p:cNvSpPr txBox="1"/>
          <p:nvPr/>
        </p:nvSpPr>
        <p:spPr>
          <a:xfrm>
            <a:off x="3361075" y="4057775"/>
            <a:ext cx="4739700" cy="267300"/>
          </a:xfrm>
          <a:prstGeom prst="rect">
            <a:avLst/>
          </a:prstGeom>
          <a:noFill/>
          <a:ln>
            <a:noFill/>
          </a:ln>
        </p:spPr>
        <p:txBody>
          <a:bodyPr anchorCtr="0" anchor="t" bIns="63700" lIns="63700" spcFirstLastPara="1" rIns="63700" wrap="square" tIns="63700">
            <a:spAutoFit/>
          </a:bodyPr>
          <a:lstStyle/>
          <a:p>
            <a:pPr indent="0" lvl="0" marL="0" rtl="0" algn="ctr">
              <a:lnSpc>
                <a:spcPct val="115000"/>
              </a:lnSpc>
              <a:spcBef>
                <a:spcPts val="0"/>
              </a:spcBef>
              <a:spcAft>
                <a:spcPts val="0"/>
              </a:spcAft>
              <a:buNone/>
            </a:pPr>
            <a:r>
              <a:rPr i="1" lang="en" sz="900">
                <a:solidFill>
                  <a:schemeClr val="dk2"/>
                </a:solidFill>
                <a:latin typeface="Poppins"/>
                <a:ea typeface="Poppins"/>
                <a:cs typeface="Poppins"/>
                <a:sym typeface="Poppins"/>
              </a:rPr>
              <a:t>Click to edit disclaimer text</a:t>
            </a:r>
            <a:endParaRPr i="1" sz="900">
              <a:solidFill>
                <a:schemeClr val="dk2"/>
              </a:solidFill>
              <a:latin typeface="Poppins"/>
              <a:ea typeface="Poppins"/>
              <a:cs typeface="Poppins"/>
              <a:sym typeface="Poppins"/>
            </a:endParaRPr>
          </a:p>
        </p:txBody>
      </p:sp>
      <p:sp>
        <p:nvSpPr>
          <p:cNvPr id="573" name="Google Shape;573;p59"/>
          <p:cNvSpPr/>
          <p:nvPr/>
        </p:nvSpPr>
        <p:spPr>
          <a:xfrm>
            <a:off x="0" y="342900"/>
            <a:ext cx="2136300" cy="456600"/>
          </a:xfrm>
          <a:prstGeom prst="homePlate">
            <a:avLst>
              <a:gd fmla="val 28006"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Poppins SemiBold"/>
                <a:ea typeface="Poppins SemiBold"/>
                <a:cs typeface="Poppins SemiBold"/>
                <a:sym typeface="Poppins SemiBold"/>
              </a:rPr>
              <a:t>Steps or subsection</a:t>
            </a:r>
            <a:endParaRPr sz="1100">
              <a:solidFill>
                <a:schemeClr val="lt1"/>
              </a:solidFill>
              <a:latin typeface="Poppins SemiBold"/>
              <a:ea typeface="Poppins SemiBold"/>
              <a:cs typeface="Poppins SemiBold"/>
              <a:sym typeface="Poppins SemiBo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60"/>
          <p:cNvSpPr/>
          <p:nvPr/>
        </p:nvSpPr>
        <p:spPr>
          <a:xfrm>
            <a:off x="0" y="342900"/>
            <a:ext cx="2136300" cy="456600"/>
          </a:xfrm>
          <a:prstGeom prst="homePlate">
            <a:avLst>
              <a:gd fmla="val 28006"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Poppins SemiBold"/>
                <a:ea typeface="Poppins SemiBold"/>
                <a:cs typeface="Poppins SemiBold"/>
                <a:sym typeface="Poppins SemiBold"/>
              </a:rPr>
              <a:t>Steps or subsection</a:t>
            </a:r>
            <a:endParaRPr sz="1100">
              <a:solidFill>
                <a:schemeClr val="lt1"/>
              </a:solidFill>
              <a:latin typeface="Poppins SemiBold"/>
              <a:ea typeface="Poppins SemiBold"/>
              <a:cs typeface="Poppins SemiBold"/>
              <a:sym typeface="Poppins SemiBold"/>
            </a:endParaRPr>
          </a:p>
        </p:txBody>
      </p:sp>
      <p:sp>
        <p:nvSpPr>
          <p:cNvPr id="579" name="Google Shape;579;p60"/>
          <p:cNvSpPr txBox="1"/>
          <p:nvPr>
            <p:ph type="title"/>
          </p:nvPr>
        </p:nvSpPr>
        <p:spPr>
          <a:xfrm>
            <a:off x="347475" y="1033325"/>
            <a:ext cx="1574100" cy="5760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sz="1900"/>
              <a:t>Instructions or how-to’s</a:t>
            </a:r>
            <a:endParaRPr b="1" sz="1900"/>
          </a:p>
        </p:txBody>
      </p:sp>
      <p:sp>
        <p:nvSpPr>
          <p:cNvPr id="580" name="Google Shape;580;p60"/>
          <p:cNvSpPr txBox="1"/>
          <p:nvPr>
            <p:ph idx="1" type="body"/>
          </p:nvPr>
        </p:nvSpPr>
        <p:spPr>
          <a:xfrm>
            <a:off x="347525" y="1682750"/>
            <a:ext cx="1574100" cy="2775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Lorem ipsum dolor sit amet, consectetur adipiscing elit.</a:t>
            </a:r>
            <a:endParaRPr/>
          </a:p>
          <a:p>
            <a:pPr indent="0" lvl="0" marL="0" rtl="0" algn="l">
              <a:spcBef>
                <a:spcPts val="0"/>
              </a:spcBef>
              <a:spcAft>
                <a:spcPts val="0"/>
              </a:spcAft>
              <a:buNone/>
            </a:pPr>
            <a:r>
              <a:t/>
            </a:r>
            <a:endParaRPr sz="1000"/>
          </a:p>
          <a:p>
            <a:pPr indent="-154940" lvl="0" marL="182880" rtl="0" algn="l">
              <a:spcBef>
                <a:spcPts val="0"/>
              </a:spcBef>
              <a:spcAft>
                <a:spcPts val="1000"/>
              </a:spcAft>
              <a:buSzPts val="1000"/>
              <a:buChar char="●"/>
            </a:pPr>
            <a:r>
              <a:rPr lang="en" sz="1000"/>
              <a:t>Click to edit title</a:t>
            </a:r>
            <a:br>
              <a:rPr lang="en" sz="1000"/>
            </a:br>
            <a:r>
              <a:rPr b="0" lang="en" sz="1000"/>
              <a:t>Click to edit list item text to go here.</a:t>
            </a:r>
            <a:endParaRPr/>
          </a:p>
        </p:txBody>
      </p:sp>
      <p:pic>
        <p:nvPicPr>
          <p:cNvPr id="581" name="Google Shape;581;p60"/>
          <p:cNvPicPr preferRelativeResize="0"/>
          <p:nvPr/>
        </p:nvPicPr>
        <p:blipFill>
          <a:blip r:embed="rId3">
            <a:alphaModFix/>
          </a:blip>
          <a:stretch>
            <a:fillRect/>
          </a:stretch>
        </p:blipFill>
        <p:spPr>
          <a:xfrm>
            <a:off x="3360961" y="818425"/>
            <a:ext cx="4739774" cy="3101875"/>
          </a:xfrm>
          <a:prstGeom prst="rect">
            <a:avLst/>
          </a:prstGeom>
          <a:noFill/>
          <a:ln cap="flat" cmpd="sng" w="9525">
            <a:solidFill>
              <a:srgbClr val="B7B7B7"/>
            </a:solidFill>
            <a:prstDash val="solid"/>
            <a:round/>
            <a:headEnd len="sm" w="sm" type="none"/>
            <a:tailEnd len="sm" w="sm" type="none"/>
          </a:ln>
        </p:spPr>
      </p:pic>
      <p:sp>
        <p:nvSpPr>
          <p:cNvPr id="582" name="Google Shape;582;p60"/>
          <p:cNvSpPr txBox="1"/>
          <p:nvPr/>
        </p:nvSpPr>
        <p:spPr>
          <a:xfrm>
            <a:off x="3361075" y="4057775"/>
            <a:ext cx="4739700" cy="267300"/>
          </a:xfrm>
          <a:prstGeom prst="rect">
            <a:avLst/>
          </a:prstGeom>
          <a:noFill/>
          <a:ln>
            <a:noFill/>
          </a:ln>
        </p:spPr>
        <p:txBody>
          <a:bodyPr anchorCtr="0" anchor="t" bIns="63700" lIns="63700" spcFirstLastPara="1" rIns="63700" wrap="square" tIns="63700">
            <a:spAutoFit/>
          </a:bodyPr>
          <a:lstStyle/>
          <a:p>
            <a:pPr indent="0" lvl="0" marL="0" rtl="0" algn="ctr">
              <a:lnSpc>
                <a:spcPct val="115000"/>
              </a:lnSpc>
              <a:spcBef>
                <a:spcPts val="0"/>
              </a:spcBef>
              <a:spcAft>
                <a:spcPts val="0"/>
              </a:spcAft>
              <a:buNone/>
            </a:pPr>
            <a:r>
              <a:rPr i="1" lang="en" sz="900">
                <a:solidFill>
                  <a:schemeClr val="dk2"/>
                </a:solidFill>
                <a:latin typeface="Poppins"/>
                <a:ea typeface="Poppins"/>
                <a:cs typeface="Poppins"/>
                <a:sym typeface="Poppins"/>
              </a:rPr>
              <a:t>Click to edit disclaimer text</a:t>
            </a:r>
            <a:endParaRPr i="1" sz="900">
              <a:solidFill>
                <a:schemeClr val="dk2"/>
              </a:solidFill>
              <a:latin typeface="Poppins"/>
              <a:ea typeface="Poppins"/>
              <a:cs typeface="Poppins"/>
              <a:sym typeface="Poppin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p61"/>
          <p:cNvSpPr txBox="1"/>
          <p:nvPr>
            <p:ph idx="1" type="body"/>
          </p:nvPr>
        </p:nvSpPr>
        <p:spPr>
          <a:xfrm>
            <a:off x="347475" y="1967100"/>
            <a:ext cx="1574100" cy="2490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Lorem ipsum dolor sit amet, consectetur adipiscing elit.</a:t>
            </a:r>
            <a:endParaRPr/>
          </a:p>
          <a:p>
            <a:pPr indent="0" lvl="0" marL="0" rtl="0" algn="l">
              <a:spcBef>
                <a:spcPts val="0"/>
              </a:spcBef>
              <a:spcAft>
                <a:spcPts val="0"/>
              </a:spcAft>
              <a:buNone/>
            </a:pPr>
            <a:r>
              <a:t/>
            </a:r>
            <a:endParaRPr sz="1000"/>
          </a:p>
          <a:p>
            <a:pPr indent="-154940" lvl="0" marL="182880" rtl="0" algn="l">
              <a:spcBef>
                <a:spcPts val="0"/>
              </a:spcBef>
              <a:spcAft>
                <a:spcPts val="1000"/>
              </a:spcAft>
              <a:buSzPts val="1000"/>
              <a:buChar char="●"/>
            </a:pPr>
            <a:r>
              <a:rPr lang="en" sz="1000"/>
              <a:t>Click to edit title</a:t>
            </a:r>
            <a:br>
              <a:rPr lang="en" sz="1000"/>
            </a:br>
            <a:r>
              <a:rPr b="0" lang="en" sz="1000"/>
              <a:t>Click to edit list item text to go here.</a:t>
            </a:r>
            <a:endParaRPr/>
          </a:p>
        </p:txBody>
      </p:sp>
      <p:sp>
        <p:nvSpPr>
          <p:cNvPr id="588" name="Google Shape;588;p61"/>
          <p:cNvSpPr txBox="1"/>
          <p:nvPr>
            <p:ph type="title"/>
          </p:nvPr>
        </p:nvSpPr>
        <p:spPr>
          <a:xfrm>
            <a:off x="347475" y="1033325"/>
            <a:ext cx="1574100" cy="8757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solidFill>
                  <a:schemeClr val="accent1"/>
                </a:solidFill>
              </a:rPr>
              <a:t>Flow </a:t>
            </a:r>
            <a:r>
              <a:rPr lang="en"/>
              <a:t>c</a:t>
            </a:r>
            <a:r>
              <a:rPr lang="en">
                <a:solidFill>
                  <a:schemeClr val="accent1"/>
                </a:solidFill>
              </a:rPr>
              <a:t>hart – </a:t>
            </a:r>
            <a:r>
              <a:rPr lang="en"/>
              <a:t>Left</a:t>
            </a:r>
            <a:r>
              <a:rPr lang="en">
                <a:solidFill>
                  <a:schemeClr val="accent1"/>
                </a:solidFill>
              </a:rPr>
              <a:t> </a:t>
            </a:r>
            <a:r>
              <a:rPr lang="en"/>
              <a:t>s</a:t>
            </a:r>
            <a:r>
              <a:rPr lang="en">
                <a:solidFill>
                  <a:schemeClr val="accent1"/>
                </a:solidFill>
              </a:rPr>
              <a:t>ide w/ </a:t>
            </a:r>
            <a:r>
              <a:rPr lang="en"/>
              <a:t>c</a:t>
            </a:r>
            <a:r>
              <a:rPr lang="en">
                <a:solidFill>
                  <a:schemeClr val="accent1"/>
                </a:solidFill>
              </a:rPr>
              <a:t>opy</a:t>
            </a:r>
            <a:endParaRPr>
              <a:solidFill>
                <a:schemeClr val="accent1"/>
              </a:solidFill>
            </a:endParaRPr>
          </a:p>
        </p:txBody>
      </p:sp>
      <p:cxnSp>
        <p:nvCxnSpPr>
          <p:cNvPr id="589" name="Google Shape;589;p61"/>
          <p:cNvCxnSpPr>
            <a:stCxn id="590" idx="0"/>
            <a:endCxn id="591" idx="4"/>
          </p:cNvCxnSpPr>
          <p:nvPr/>
        </p:nvCxnSpPr>
        <p:spPr>
          <a:xfrm rot="10800000">
            <a:off x="5761073" y="2836825"/>
            <a:ext cx="4500" cy="446700"/>
          </a:xfrm>
          <a:prstGeom prst="straightConnector1">
            <a:avLst/>
          </a:prstGeom>
          <a:noFill/>
          <a:ln cap="flat" cmpd="sng" w="9525">
            <a:solidFill>
              <a:srgbClr val="612578"/>
            </a:solidFill>
            <a:prstDash val="solid"/>
            <a:round/>
            <a:headEnd len="med" w="med" type="triangle"/>
            <a:tailEnd len="med" w="med" type="none"/>
          </a:ln>
        </p:spPr>
      </p:cxnSp>
      <p:sp>
        <p:nvSpPr>
          <p:cNvPr id="592" name="Google Shape;592;p61"/>
          <p:cNvSpPr/>
          <p:nvPr/>
        </p:nvSpPr>
        <p:spPr>
          <a:xfrm>
            <a:off x="4207361" y="3643559"/>
            <a:ext cx="980400" cy="957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Poppins"/>
                <a:ea typeface="Poppins"/>
                <a:cs typeface="Poppins"/>
                <a:sym typeface="Poppins"/>
              </a:rPr>
              <a:t> </a:t>
            </a:r>
            <a:endParaRPr>
              <a:latin typeface="Poppins"/>
              <a:ea typeface="Poppins"/>
              <a:cs typeface="Poppins"/>
              <a:sym typeface="Poppins"/>
            </a:endParaRPr>
          </a:p>
        </p:txBody>
      </p:sp>
      <p:cxnSp>
        <p:nvCxnSpPr>
          <p:cNvPr id="593" name="Google Shape;593;p61"/>
          <p:cNvCxnSpPr>
            <a:stCxn id="591" idx="0"/>
          </p:cNvCxnSpPr>
          <p:nvPr/>
        </p:nvCxnSpPr>
        <p:spPr>
          <a:xfrm rot="10800000">
            <a:off x="5759656" y="1153158"/>
            <a:ext cx="1500" cy="726300"/>
          </a:xfrm>
          <a:prstGeom prst="straightConnector1">
            <a:avLst/>
          </a:prstGeom>
          <a:noFill/>
          <a:ln cap="flat" cmpd="sng" w="9525">
            <a:solidFill>
              <a:schemeClr val="accent2"/>
            </a:solidFill>
            <a:prstDash val="solid"/>
            <a:round/>
            <a:headEnd len="med" w="med" type="triangle"/>
            <a:tailEnd len="med" w="med" type="triangle"/>
          </a:ln>
        </p:spPr>
      </p:cxnSp>
      <p:sp>
        <p:nvSpPr>
          <p:cNvPr id="591" name="Google Shape;591;p61"/>
          <p:cNvSpPr/>
          <p:nvPr/>
        </p:nvSpPr>
        <p:spPr>
          <a:xfrm>
            <a:off x="5270956" y="1879458"/>
            <a:ext cx="980400" cy="9573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594" name="Google Shape;594;p61"/>
          <p:cNvSpPr txBox="1"/>
          <p:nvPr/>
        </p:nvSpPr>
        <p:spPr>
          <a:xfrm>
            <a:off x="5132602" y="2030636"/>
            <a:ext cx="1255800" cy="631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700">
                <a:solidFill>
                  <a:srgbClr val="FFFFFF"/>
                </a:solidFill>
                <a:latin typeface="Poppins"/>
                <a:ea typeface="Poppins"/>
                <a:cs typeface="Poppins"/>
                <a:sym typeface="Poppins"/>
              </a:rPr>
              <a:t>ITEM 2</a:t>
            </a:r>
            <a:br>
              <a:rPr b="1" lang="en" sz="1100">
                <a:solidFill>
                  <a:srgbClr val="FFFFFF"/>
                </a:solidFill>
                <a:latin typeface="Poppins"/>
                <a:ea typeface="Poppins"/>
                <a:cs typeface="Poppins"/>
                <a:sym typeface="Poppins"/>
              </a:rPr>
            </a:br>
            <a:r>
              <a:rPr b="1" lang="en" sz="1100">
                <a:solidFill>
                  <a:srgbClr val="FFFFFF"/>
                </a:solidFill>
                <a:latin typeface="Poppins"/>
                <a:ea typeface="Poppins"/>
                <a:cs typeface="Poppins"/>
                <a:sym typeface="Poppins"/>
              </a:rPr>
              <a:t>Lorem</a:t>
            </a:r>
            <a:br>
              <a:rPr b="1" lang="en" sz="1100">
                <a:solidFill>
                  <a:srgbClr val="FFFFFF"/>
                </a:solidFill>
                <a:latin typeface="Poppins"/>
                <a:ea typeface="Poppins"/>
                <a:cs typeface="Poppins"/>
                <a:sym typeface="Poppins"/>
              </a:rPr>
            </a:br>
            <a:r>
              <a:rPr b="1" lang="en" sz="1100">
                <a:solidFill>
                  <a:srgbClr val="FFFFFF"/>
                </a:solidFill>
                <a:latin typeface="Poppins"/>
                <a:ea typeface="Poppins"/>
                <a:cs typeface="Poppins"/>
                <a:sym typeface="Poppins"/>
              </a:rPr>
              <a:t>Ipsum</a:t>
            </a:r>
            <a:endParaRPr sz="700">
              <a:solidFill>
                <a:srgbClr val="FFFFFF"/>
              </a:solidFill>
              <a:latin typeface="Poppins"/>
              <a:ea typeface="Poppins"/>
              <a:cs typeface="Poppins"/>
              <a:sym typeface="Poppins"/>
            </a:endParaRPr>
          </a:p>
        </p:txBody>
      </p:sp>
      <p:sp>
        <p:nvSpPr>
          <p:cNvPr id="595" name="Google Shape;595;p61"/>
          <p:cNvSpPr txBox="1"/>
          <p:nvPr/>
        </p:nvSpPr>
        <p:spPr>
          <a:xfrm>
            <a:off x="4174050" y="3822052"/>
            <a:ext cx="1045800" cy="600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1000"/>
              </a:spcAft>
              <a:buClr>
                <a:srgbClr val="000000"/>
              </a:buClr>
              <a:buSzPts val="1100"/>
              <a:buFont typeface="Arial"/>
              <a:buNone/>
            </a:pPr>
            <a:r>
              <a:rPr lang="en" sz="700">
                <a:solidFill>
                  <a:schemeClr val="dk1"/>
                </a:solidFill>
                <a:latin typeface="Poppins"/>
                <a:ea typeface="Poppins"/>
                <a:cs typeface="Poppins"/>
                <a:sym typeface="Poppins"/>
              </a:rPr>
              <a:t>Direction 1:</a:t>
            </a:r>
            <a:br>
              <a:rPr b="1" lang="en" sz="1200">
                <a:solidFill>
                  <a:schemeClr val="dk1"/>
                </a:solidFill>
                <a:latin typeface="Poppins"/>
                <a:ea typeface="Poppins"/>
                <a:cs typeface="Poppins"/>
                <a:sym typeface="Poppins"/>
              </a:rPr>
            </a:br>
            <a:r>
              <a:rPr b="1" lang="en" sz="1000">
                <a:solidFill>
                  <a:schemeClr val="accent3"/>
                </a:solidFill>
                <a:latin typeface="Poppins"/>
                <a:ea typeface="Poppins"/>
                <a:cs typeface="Poppins"/>
                <a:sym typeface="Poppins"/>
              </a:rPr>
              <a:t>Lorem </a:t>
            </a:r>
            <a:br>
              <a:rPr b="1" lang="en" sz="1000">
                <a:solidFill>
                  <a:schemeClr val="accent3"/>
                </a:solidFill>
                <a:latin typeface="Poppins"/>
                <a:ea typeface="Poppins"/>
                <a:cs typeface="Poppins"/>
                <a:sym typeface="Poppins"/>
              </a:rPr>
            </a:br>
            <a:r>
              <a:rPr b="1" lang="en" sz="1000">
                <a:solidFill>
                  <a:schemeClr val="accent3"/>
                </a:solidFill>
                <a:latin typeface="Poppins"/>
                <a:ea typeface="Poppins"/>
                <a:cs typeface="Poppins"/>
                <a:sym typeface="Poppins"/>
              </a:rPr>
              <a:t>ipsum</a:t>
            </a:r>
            <a:r>
              <a:rPr b="1" lang="en" sz="1000">
                <a:solidFill>
                  <a:schemeClr val="accent4"/>
                </a:solidFill>
                <a:latin typeface="Poppins"/>
                <a:ea typeface="Poppins"/>
                <a:cs typeface="Poppins"/>
                <a:sym typeface="Poppins"/>
              </a:rPr>
              <a:t> </a:t>
            </a:r>
            <a:endParaRPr b="1" sz="1200">
              <a:solidFill>
                <a:schemeClr val="accent4"/>
              </a:solidFill>
              <a:latin typeface="Poppins"/>
              <a:ea typeface="Poppins"/>
              <a:cs typeface="Poppins"/>
              <a:sym typeface="Poppins"/>
            </a:endParaRPr>
          </a:p>
        </p:txBody>
      </p:sp>
      <p:sp>
        <p:nvSpPr>
          <p:cNvPr id="596" name="Google Shape;596;p61"/>
          <p:cNvSpPr/>
          <p:nvPr/>
        </p:nvSpPr>
        <p:spPr>
          <a:xfrm>
            <a:off x="6460684" y="3643562"/>
            <a:ext cx="980400" cy="957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Poppins"/>
                <a:ea typeface="Poppins"/>
                <a:cs typeface="Poppins"/>
                <a:sym typeface="Poppins"/>
              </a:rPr>
              <a:t> </a:t>
            </a:r>
            <a:endParaRPr>
              <a:latin typeface="Poppins"/>
              <a:ea typeface="Poppins"/>
              <a:cs typeface="Poppins"/>
              <a:sym typeface="Poppins"/>
            </a:endParaRPr>
          </a:p>
        </p:txBody>
      </p:sp>
      <p:sp>
        <p:nvSpPr>
          <p:cNvPr id="597" name="Google Shape;597;p61"/>
          <p:cNvSpPr txBox="1"/>
          <p:nvPr/>
        </p:nvSpPr>
        <p:spPr>
          <a:xfrm>
            <a:off x="6503975" y="3822050"/>
            <a:ext cx="902700" cy="600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1000"/>
              </a:spcAft>
              <a:buClr>
                <a:srgbClr val="000000"/>
              </a:buClr>
              <a:buSzPts val="1100"/>
              <a:buFont typeface="Arial"/>
              <a:buNone/>
            </a:pPr>
            <a:r>
              <a:rPr lang="en" sz="700">
                <a:solidFill>
                  <a:schemeClr val="dk1"/>
                </a:solidFill>
                <a:latin typeface="Poppins"/>
                <a:ea typeface="Poppins"/>
                <a:cs typeface="Poppins"/>
                <a:sym typeface="Poppins"/>
              </a:rPr>
              <a:t>Direction 2:</a:t>
            </a:r>
            <a:br>
              <a:rPr lang="en" sz="700">
                <a:solidFill>
                  <a:schemeClr val="dk1"/>
                </a:solidFill>
                <a:latin typeface="Poppins"/>
                <a:ea typeface="Poppins"/>
                <a:cs typeface="Poppins"/>
                <a:sym typeface="Poppins"/>
              </a:rPr>
            </a:br>
            <a:r>
              <a:rPr b="1" lang="en" sz="1000">
                <a:solidFill>
                  <a:schemeClr val="accent3"/>
                </a:solidFill>
                <a:latin typeface="Poppins"/>
                <a:ea typeface="Poppins"/>
                <a:cs typeface="Poppins"/>
                <a:sym typeface="Poppins"/>
              </a:rPr>
              <a:t>Lorem ipsum</a:t>
            </a:r>
            <a:endParaRPr b="1" sz="1200">
              <a:solidFill>
                <a:schemeClr val="accent3"/>
              </a:solidFill>
              <a:latin typeface="Poppins"/>
              <a:ea typeface="Poppins"/>
              <a:cs typeface="Poppins"/>
              <a:sym typeface="Poppins"/>
            </a:endParaRPr>
          </a:p>
        </p:txBody>
      </p:sp>
      <p:cxnSp>
        <p:nvCxnSpPr>
          <p:cNvPr id="598" name="Google Shape;598;p61"/>
          <p:cNvCxnSpPr>
            <a:endCxn id="590" idx="3"/>
          </p:cNvCxnSpPr>
          <p:nvPr/>
        </p:nvCxnSpPr>
        <p:spPr>
          <a:xfrm rot="10800000">
            <a:off x="6130373" y="3483625"/>
            <a:ext cx="475800" cy="375000"/>
          </a:xfrm>
          <a:prstGeom prst="straightConnector1">
            <a:avLst/>
          </a:prstGeom>
          <a:noFill/>
          <a:ln cap="flat" cmpd="sng" w="9525">
            <a:solidFill>
              <a:schemeClr val="accent2"/>
            </a:solidFill>
            <a:prstDash val="dash"/>
            <a:round/>
            <a:headEnd len="med" w="med" type="triangle"/>
            <a:tailEnd len="med" w="med" type="none"/>
          </a:ln>
        </p:spPr>
      </p:cxnSp>
      <p:sp>
        <p:nvSpPr>
          <p:cNvPr id="590" name="Google Shape;590;p61"/>
          <p:cNvSpPr txBox="1"/>
          <p:nvPr/>
        </p:nvSpPr>
        <p:spPr>
          <a:xfrm>
            <a:off x="5400773" y="3283525"/>
            <a:ext cx="7296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1000"/>
              </a:spcAft>
              <a:buNone/>
            </a:pPr>
            <a:r>
              <a:rPr b="1" lang="en" sz="700">
                <a:solidFill>
                  <a:schemeClr val="accent2"/>
                </a:solidFill>
                <a:latin typeface="Poppins"/>
                <a:ea typeface="Poppins"/>
                <a:cs typeface="Poppins"/>
                <a:sym typeface="Poppins"/>
              </a:rPr>
              <a:t>DECISION</a:t>
            </a:r>
            <a:br>
              <a:rPr b="1" lang="en" sz="700">
                <a:solidFill>
                  <a:schemeClr val="accent2"/>
                </a:solidFill>
                <a:latin typeface="Poppins"/>
                <a:ea typeface="Poppins"/>
                <a:cs typeface="Poppins"/>
                <a:sym typeface="Poppins"/>
              </a:rPr>
            </a:br>
            <a:r>
              <a:rPr b="1" lang="en" sz="700">
                <a:solidFill>
                  <a:schemeClr val="accent2"/>
                </a:solidFill>
                <a:latin typeface="Poppins"/>
                <a:ea typeface="Poppins"/>
                <a:cs typeface="Poppins"/>
                <a:sym typeface="Poppins"/>
              </a:rPr>
              <a:t>POINT</a:t>
            </a:r>
            <a:endParaRPr>
              <a:solidFill>
                <a:schemeClr val="accent2"/>
              </a:solidFill>
              <a:latin typeface="Poppins"/>
              <a:ea typeface="Poppins"/>
              <a:cs typeface="Poppins"/>
              <a:sym typeface="Poppins"/>
            </a:endParaRPr>
          </a:p>
        </p:txBody>
      </p:sp>
      <p:cxnSp>
        <p:nvCxnSpPr>
          <p:cNvPr id="599" name="Google Shape;599;p61"/>
          <p:cNvCxnSpPr>
            <a:endCxn id="590" idx="1"/>
          </p:cNvCxnSpPr>
          <p:nvPr/>
        </p:nvCxnSpPr>
        <p:spPr>
          <a:xfrm flipH="1" rot="10800000">
            <a:off x="5007773" y="3483625"/>
            <a:ext cx="393000" cy="323700"/>
          </a:xfrm>
          <a:prstGeom prst="straightConnector1">
            <a:avLst/>
          </a:prstGeom>
          <a:noFill/>
          <a:ln cap="flat" cmpd="sng" w="9525">
            <a:solidFill>
              <a:schemeClr val="accent2"/>
            </a:solidFill>
            <a:prstDash val="dash"/>
            <a:round/>
            <a:headEnd len="med" w="med" type="triangle"/>
            <a:tailEnd len="med" w="med" type="none"/>
          </a:ln>
        </p:spPr>
      </p:cxnSp>
      <p:sp>
        <p:nvSpPr>
          <p:cNvPr id="600" name="Google Shape;600;p61"/>
          <p:cNvSpPr/>
          <p:nvPr/>
        </p:nvSpPr>
        <p:spPr>
          <a:xfrm>
            <a:off x="5270956" y="542650"/>
            <a:ext cx="980400" cy="957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601" name="Google Shape;601;p61"/>
          <p:cNvSpPr txBox="1"/>
          <p:nvPr/>
        </p:nvSpPr>
        <p:spPr>
          <a:xfrm>
            <a:off x="5297666" y="705699"/>
            <a:ext cx="953700" cy="631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lang="en" sz="700">
                <a:solidFill>
                  <a:srgbClr val="FFFFFF"/>
                </a:solidFill>
                <a:latin typeface="Poppins"/>
                <a:ea typeface="Poppins"/>
                <a:cs typeface="Poppins"/>
                <a:sym typeface="Poppins"/>
              </a:rPr>
              <a:t>ITEM 1</a:t>
            </a:r>
            <a:br>
              <a:rPr b="1" lang="en" sz="1100">
                <a:solidFill>
                  <a:srgbClr val="FFFFFF"/>
                </a:solidFill>
                <a:latin typeface="Poppins"/>
                <a:ea typeface="Poppins"/>
                <a:cs typeface="Poppins"/>
                <a:sym typeface="Poppins"/>
              </a:rPr>
            </a:br>
            <a:r>
              <a:rPr b="1" lang="en" sz="1100">
                <a:solidFill>
                  <a:srgbClr val="FFFFFF"/>
                </a:solidFill>
                <a:latin typeface="Poppins"/>
                <a:ea typeface="Poppins"/>
                <a:cs typeface="Poppins"/>
                <a:sym typeface="Poppins"/>
              </a:rPr>
              <a:t>Lorem</a:t>
            </a:r>
            <a:br>
              <a:rPr b="1" lang="en" sz="1100">
                <a:solidFill>
                  <a:srgbClr val="FFFFFF"/>
                </a:solidFill>
                <a:latin typeface="Poppins"/>
                <a:ea typeface="Poppins"/>
                <a:cs typeface="Poppins"/>
                <a:sym typeface="Poppins"/>
              </a:rPr>
            </a:br>
            <a:r>
              <a:rPr b="1" lang="en" sz="1100">
                <a:solidFill>
                  <a:srgbClr val="FFFFFF"/>
                </a:solidFill>
                <a:latin typeface="Poppins"/>
                <a:ea typeface="Poppins"/>
                <a:cs typeface="Poppins"/>
                <a:sym typeface="Poppins"/>
              </a:rPr>
              <a:t>Ipsum</a:t>
            </a:r>
            <a:endParaRPr b="1" sz="1000">
              <a:solidFill>
                <a:srgbClr val="FFFFFF"/>
              </a:solidFill>
              <a:latin typeface="Poppins"/>
              <a:ea typeface="Poppins"/>
              <a:cs typeface="Poppins"/>
              <a:sym typeface="Poppins"/>
            </a:endParaRPr>
          </a:p>
        </p:txBody>
      </p:sp>
      <p:sp>
        <p:nvSpPr>
          <p:cNvPr id="602" name="Google Shape;602;p61"/>
          <p:cNvSpPr/>
          <p:nvPr/>
        </p:nvSpPr>
        <p:spPr>
          <a:xfrm>
            <a:off x="0" y="342900"/>
            <a:ext cx="2136300" cy="456600"/>
          </a:xfrm>
          <a:prstGeom prst="homePlate">
            <a:avLst>
              <a:gd fmla="val 28006"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Poppins SemiBold"/>
                <a:ea typeface="Poppins SemiBold"/>
                <a:cs typeface="Poppins SemiBold"/>
                <a:sym typeface="Poppins SemiBold"/>
              </a:rPr>
              <a:t>Steps or subsection</a:t>
            </a:r>
            <a:endParaRPr sz="1100">
              <a:solidFill>
                <a:schemeClr val="lt1"/>
              </a:solidFill>
              <a:latin typeface="Poppins SemiBold"/>
              <a:ea typeface="Poppins SemiBold"/>
              <a:cs typeface="Poppins SemiBold"/>
              <a:sym typeface="Poppins SemiBo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p62"/>
          <p:cNvSpPr txBox="1"/>
          <p:nvPr>
            <p:ph type="title"/>
          </p:nvPr>
        </p:nvSpPr>
        <p:spPr>
          <a:xfrm>
            <a:off x="81800" y="0"/>
            <a:ext cx="8666400" cy="368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FAQ Slide</a:t>
            </a:r>
            <a:endParaRPr/>
          </a:p>
        </p:txBody>
      </p:sp>
      <p:sp>
        <p:nvSpPr>
          <p:cNvPr id="608" name="Google Shape;608;p62"/>
          <p:cNvSpPr txBox="1"/>
          <p:nvPr>
            <p:ph idx="1" type="body"/>
          </p:nvPr>
        </p:nvSpPr>
        <p:spPr>
          <a:xfrm>
            <a:off x="402325" y="1054925"/>
            <a:ext cx="1895100" cy="3402900"/>
          </a:xfrm>
          <a:prstGeom prst="rect">
            <a:avLst/>
          </a:prstGeom>
        </p:spPr>
        <p:txBody>
          <a:bodyPr anchorCtr="0" anchor="t" bIns="0" lIns="91425" spcFirstLastPara="1" rIns="91425" wrap="square" tIns="0">
            <a:normAutofit/>
          </a:bodyPr>
          <a:lstStyle/>
          <a:p>
            <a:pPr indent="0" lvl="0" marL="0" rtl="0" algn="l">
              <a:spcBef>
                <a:spcPts val="0"/>
              </a:spcBef>
              <a:spcAft>
                <a:spcPts val="0"/>
              </a:spcAft>
              <a:buNone/>
            </a:pPr>
            <a:r>
              <a:rPr b="1" lang="en"/>
              <a:t>Question 1</a:t>
            </a:r>
            <a:endParaRPr b="1"/>
          </a:p>
          <a:p>
            <a:pPr indent="0" lvl="0" marL="0" rtl="0" algn="l">
              <a:spcBef>
                <a:spcPts val="0"/>
              </a:spcBef>
              <a:spcAft>
                <a:spcPts val="0"/>
              </a:spcAft>
              <a:buNone/>
            </a:pPr>
            <a:r>
              <a:t/>
            </a:r>
            <a:endParaRPr/>
          </a:p>
          <a:p>
            <a:pPr indent="0" lvl="0" marL="0" rtl="0" algn="l">
              <a:spcBef>
                <a:spcPts val="0"/>
              </a:spcBef>
              <a:spcAft>
                <a:spcPts val="0"/>
              </a:spcAft>
              <a:buNone/>
            </a:pPr>
            <a:r>
              <a:rPr lang="en"/>
              <a:t>Lorem ipsum dolor sit amet, consectetur adipiscing elit.</a:t>
            </a:r>
            <a:endParaRPr/>
          </a:p>
        </p:txBody>
      </p:sp>
      <p:sp>
        <p:nvSpPr>
          <p:cNvPr id="609" name="Google Shape;609;p62"/>
          <p:cNvSpPr txBox="1"/>
          <p:nvPr>
            <p:ph idx="2" type="body"/>
          </p:nvPr>
        </p:nvSpPr>
        <p:spPr>
          <a:xfrm>
            <a:off x="2552500" y="1054925"/>
            <a:ext cx="1895100" cy="3402900"/>
          </a:xfrm>
          <a:prstGeom prst="rect">
            <a:avLst/>
          </a:prstGeom>
        </p:spPr>
        <p:txBody>
          <a:bodyPr anchorCtr="0" anchor="t" bIns="0" lIns="91425" spcFirstLastPara="1" rIns="91425" wrap="square" tIns="0">
            <a:normAutofit/>
          </a:bodyPr>
          <a:lstStyle/>
          <a:p>
            <a:pPr indent="0" lvl="0" marL="0" rtl="0" algn="l">
              <a:spcBef>
                <a:spcPts val="0"/>
              </a:spcBef>
              <a:spcAft>
                <a:spcPts val="0"/>
              </a:spcAft>
              <a:buNone/>
            </a:pPr>
            <a:r>
              <a:rPr b="1" lang="en"/>
              <a:t>Question 2</a:t>
            </a:r>
            <a:endParaRPr b="1"/>
          </a:p>
          <a:p>
            <a:pPr indent="0" lvl="0" marL="0" rtl="0" algn="l">
              <a:spcBef>
                <a:spcPts val="0"/>
              </a:spcBef>
              <a:spcAft>
                <a:spcPts val="0"/>
              </a:spcAft>
              <a:buNone/>
            </a:pPr>
            <a:r>
              <a:t/>
            </a:r>
            <a:endParaRPr/>
          </a:p>
          <a:p>
            <a:pPr indent="0" lvl="0" marL="0" rtl="0" algn="l">
              <a:spcBef>
                <a:spcPts val="0"/>
              </a:spcBef>
              <a:spcAft>
                <a:spcPts val="0"/>
              </a:spcAft>
              <a:buNone/>
            </a:pPr>
            <a:r>
              <a:rPr lang="en"/>
              <a:t>Lorem ipsum dolor sit amet, consectetur adipiscing elit.</a:t>
            </a:r>
            <a:endParaRPr/>
          </a:p>
        </p:txBody>
      </p:sp>
      <p:sp>
        <p:nvSpPr>
          <p:cNvPr id="610" name="Google Shape;610;p62"/>
          <p:cNvSpPr txBox="1"/>
          <p:nvPr>
            <p:ph idx="3" type="body"/>
          </p:nvPr>
        </p:nvSpPr>
        <p:spPr>
          <a:xfrm>
            <a:off x="4702700" y="1054925"/>
            <a:ext cx="1895100" cy="3402900"/>
          </a:xfrm>
          <a:prstGeom prst="rect">
            <a:avLst/>
          </a:prstGeom>
        </p:spPr>
        <p:txBody>
          <a:bodyPr anchorCtr="0" anchor="t" bIns="0" lIns="91425" spcFirstLastPara="1" rIns="91425" wrap="square" tIns="0">
            <a:normAutofit/>
          </a:bodyPr>
          <a:lstStyle/>
          <a:p>
            <a:pPr indent="0" lvl="0" marL="0" rtl="0" algn="l">
              <a:spcBef>
                <a:spcPts val="0"/>
              </a:spcBef>
              <a:spcAft>
                <a:spcPts val="0"/>
              </a:spcAft>
              <a:buNone/>
            </a:pPr>
            <a:r>
              <a:rPr b="1" lang="en"/>
              <a:t>Question 3</a:t>
            </a:r>
            <a:endParaRPr b="1"/>
          </a:p>
          <a:p>
            <a:pPr indent="0" lvl="0" marL="0" rtl="0" algn="l">
              <a:spcBef>
                <a:spcPts val="0"/>
              </a:spcBef>
              <a:spcAft>
                <a:spcPts val="0"/>
              </a:spcAft>
              <a:buNone/>
            </a:pPr>
            <a:r>
              <a:t/>
            </a:r>
            <a:endParaRPr/>
          </a:p>
          <a:p>
            <a:pPr indent="0" lvl="0" marL="0" rtl="0" algn="l">
              <a:spcBef>
                <a:spcPts val="0"/>
              </a:spcBef>
              <a:spcAft>
                <a:spcPts val="0"/>
              </a:spcAft>
              <a:buNone/>
            </a:pPr>
            <a:r>
              <a:rPr lang="en"/>
              <a:t>Lorem ipsum dolor sit amet, consectetur adipiscing elit.</a:t>
            </a:r>
            <a:endParaRPr/>
          </a:p>
          <a:p>
            <a:pPr indent="0" lvl="0" marL="0" rtl="0" algn="l">
              <a:spcBef>
                <a:spcPts val="0"/>
              </a:spcBef>
              <a:spcAft>
                <a:spcPts val="0"/>
              </a:spcAft>
              <a:buNone/>
            </a:pPr>
            <a:r>
              <a:t/>
            </a:r>
            <a:endParaRPr/>
          </a:p>
        </p:txBody>
      </p:sp>
      <p:sp>
        <p:nvSpPr>
          <p:cNvPr id="611" name="Google Shape;611;p62"/>
          <p:cNvSpPr txBox="1"/>
          <p:nvPr>
            <p:ph idx="4" type="body"/>
          </p:nvPr>
        </p:nvSpPr>
        <p:spPr>
          <a:xfrm>
            <a:off x="6852975" y="1054925"/>
            <a:ext cx="1895100" cy="3402900"/>
          </a:xfrm>
          <a:prstGeom prst="rect">
            <a:avLst/>
          </a:prstGeom>
        </p:spPr>
        <p:txBody>
          <a:bodyPr anchorCtr="0" anchor="t" bIns="0" lIns="91425" spcFirstLastPara="1" rIns="91425" wrap="square" tIns="0">
            <a:normAutofit/>
          </a:bodyPr>
          <a:lstStyle/>
          <a:p>
            <a:pPr indent="0" lvl="0" marL="0" rtl="0" algn="l">
              <a:spcBef>
                <a:spcPts val="0"/>
              </a:spcBef>
              <a:spcAft>
                <a:spcPts val="0"/>
              </a:spcAft>
              <a:buNone/>
            </a:pPr>
            <a:r>
              <a:rPr b="1" lang="en"/>
              <a:t>Question 4</a:t>
            </a:r>
            <a:endParaRPr b="1"/>
          </a:p>
          <a:p>
            <a:pPr indent="0" lvl="0" marL="0" rtl="0" algn="l">
              <a:spcBef>
                <a:spcPts val="0"/>
              </a:spcBef>
              <a:spcAft>
                <a:spcPts val="0"/>
              </a:spcAft>
              <a:buNone/>
            </a:pPr>
            <a:r>
              <a:t/>
            </a:r>
            <a:endParaRPr/>
          </a:p>
          <a:p>
            <a:pPr indent="0" lvl="0" marL="0" rtl="0" algn="l">
              <a:spcBef>
                <a:spcPts val="0"/>
              </a:spcBef>
              <a:spcAft>
                <a:spcPts val="0"/>
              </a:spcAft>
              <a:buNone/>
            </a:pPr>
            <a:r>
              <a:rPr lang="en"/>
              <a:t>Lorem ipsum dolor sit amet, consectetur adipiscing elit</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sp>
        <p:nvSpPr>
          <p:cNvPr id="616" name="Google Shape;616;p63"/>
          <p:cNvSpPr txBox="1"/>
          <p:nvPr>
            <p:ph idx="1" type="body"/>
          </p:nvPr>
        </p:nvSpPr>
        <p:spPr>
          <a:xfrm>
            <a:off x="1527048" y="1271016"/>
            <a:ext cx="6090000" cy="3182100"/>
          </a:xfrm>
          <a:prstGeom prst="rect">
            <a:avLst/>
          </a:prstGeom>
        </p:spPr>
        <p:txBody>
          <a:bodyPr anchorCtr="0" anchor="t" bIns="0" lIns="0" spcFirstLastPara="1" rIns="0" wrap="square" tIns="0">
            <a:normAutofit/>
          </a:bodyPr>
          <a:lstStyle/>
          <a:p>
            <a:pPr indent="0" lvl="0" marL="0" rtl="0" algn="l">
              <a:spcBef>
                <a:spcPts val="0"/>
              </a:spcBef>
              <a:spcAft>
                <a:spcPts val="0"/>
              </a:spcAft>
              <a:buClr>
                <a:schemeClr val="dk1"/>
              </a:buClr>
              <a:buSzPts val="1100"/>
              <a:buFont typeface="Arial"/>
              <a:buNone/>
            </a:pPr>
            <a:r>
              <a:rPr lang="en"/>
              <a:t>Refer to the recorded copy of today’s training presentation. </a:t>
            </a:r>
            <a:endParaRPr/>
          </a:p>
          <a:p>
            <a:pPr indent="0" lvl="0" marL="0" rtl="0" algn="l">
              <a:spcBef>
                <a:spcPts val="1200"/>
              </a:spcBef>
              <a:spcAft>
                <a:spcPts val="0"/>
              </a:spcAft>
              <a:buClr>
                <a:schemeClr val="dk1"/>
              </a:buClr>
              <a:buSzPts val="1100"/>
              <a:buFont typeface="Arial"/>
              <a:buNone/>
            </a:pPr>
            <a:r>
              <a:rPr lang="en"/>
              <a:t>Visit our Help Center for step-by-step instructions.</a:t>
            </a:r>
            <a:endParaRPr/>
          </a:p>
          <a:p>
            <a:pPr indent="0" lvl="0" marL="0" rtl="0" algn="l">
              <a:spcBef>
                <a:spcPts val="1200"/>
              </a:spcBef>
              <a:spcAft>
                <a:spcPts val="1200"/>
              </a:spcAft>
              <a:buNone/>
            </a:pPr>
            <a:r>
              <a:rPr lang="en"/>
              <a:t>Reach out to your</a:t>
            </a:r>
            <a:r>
              <a:rPr lang="en"/>
              <a:t> manager or teammate with questions.</a:t>
            </a:r>
            <a:endParaRPr/>
          </a:p>
        </p:txBody>
      </p:sp>
      <p:sp>
        <p:nvSpPr>
          <p:cNvPr id="617" name="Google Shape;617;p63"/>
          <p:cNvSpPr txBox="1"/>
          <p:nvPr>
            <p:ph type="title"/>
          </p:nvPr>
        </p:nvSpPr>
        <p:spPr>
          <a:xfrm>
            <a:off x="374904" y="548640"/>
            <a:ext cx="8394300" cy="292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Helpful Resources</a:t>
            </a:r>
            <a:endParaRPr/>
          </a:p>
        </p:txBody>
      </p:sp>
      <p:grpSp>
        <p:nvGrpSpPr>
          <p:cNvPr id="618" name="Google Shape;618;p63"/>
          <p:cNvGrpSpPr/>
          <p:nvPr/>
        </p:nvGrpSpPr>
        <p:grpSpPr>
          <a:xfrm>
            <a:off x="997113" y="1230099"/>
            <a:ext cx="317331" cy="350341"/>
            <a:chOff x="997113" y="1814424"/>
            <a:chExt cx="317331" cy="350341"/>
          </a:xfrm>
        </p:grpSpPr>
        <p:sp>
          <p:nvSpPr>
            <p:cNvPr id="619" name="Google Shape;619;p63"/>
            <p:cNvSpPr/>
            <p:nvPr/>
          </p:nvSpPr>
          <p:spPr>
            <a:xfrm>
              <a:off x="997113" y="1853365"/>
              <a:ext cx="311400" cy="311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SemiBold"/>
                <a:ea typeface="Poppins SemiBold"/>
                <a:cs typeface="Poppins SemiBold"/>
                <a:sym typeface="Poppins SemiBold"/>
              </a:endParaRPr>
            </a:p>
          </p:txBody>
        </p:sp>
        <p:sp>
          <p:nvSpPr>
            <p:cNvPr id="620" name="Google Shape;620;p63"/>
            <p:cNvSpPr txBox="1"/>
            <p:nvPr/>
          </p:nvSpPr>
          <p:spPr>
            <a:xfrm>
              <a:off x="1003044" y="1814424"/>
              <a:ext cx="311400" cy="285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lang="en">
                  <a:solidFill>
                    <a:schemeClr val="accent3"/>
                  </a:solidFill>
                  <a:latin typeface="Poppins SemiBold"/>
                  <a:ea typeface="Poppins SemiBold"/>
                  <a:cs typeface="Poppins SemiBold"/>
                  <a:sym typeface="Poppins SemiBold"/>
                </a:rPr>
                <a:t>1</a:t>
              </a:r>
              <a:endParaRPr>
                <a:solidFill>
                  <a:schemeClr val="accent3"/>
                </a:solidFill>
                <a:latin typeface="Poppins SemiBold"/>
                <a:ea typeface="Poppins SemiBold"/>
                <a:cs typeface="Poppins SemiBold"/>
                <a:sym typeface="Poppins SemiBold"/>
              </a:endParaRPr>
            </a:p>
          </p:txBody>
        </p:sp>
      </p:grpSp>
      <p:grpSp>
        <p:nvGrpSpPr>
          <p:cNvPr id="621" name="Google Shape;621;p63"/>
          <p:cNvGrpSpPr/>
          <p:nvPr/>
        </p:nvGrpSpPr>
        <p:grpSpPr>
          <a:xfrm>
            <a:off x="997113" y="1744849"/>
            <a:ext cx="317331" cy="350341"/>
            <a:chOff x="997113" y="1814424"/>
            <a:chExt cx="317331" cy="350341"/>
          </a:xfrm>
        </p:grpSpPr>
        <p:sp>
          <p:nvSpPr>
            <p:cNvPr id="622" name="Google Shape;622;p63"/>
            <p:cNvSpPr/>
            <p:nvPr/>
          </p:nvSpPr>
          <p:spPr>
            <a:xfrm>
              <a:off x="997113" y="1853365"/>
              <a:ext cx="311400" cy="311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SemiBold"/>
                <a:ea typeface="Poppins SemiBold"/>
                <a:cs typeface="Poppins SemiBold"/>
                <a:sym typeface="Poppins SemiBold"/>
              </a:endParaRPr>
            </a:p>
          </p:txBody>
        </p:sp>
        <p:sp>
          <p:nvSpPr>
            <p:cNvPr id="623" name="Google Shape;623;p63"/>
            <p:cNvSpPr txBox="1"/>
            <p:nvPr/>
          </p:nvSpPr>
          <p:spPr>
            <a:xfrm>
              <a:off x="1003044" y="1814424"/>
              <a:ext cx="311400" cy="285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lang="en">
                  <a:solidFill>
                    <a:schemeClr val="accent3"/>
                  </a:solidFill>
                  <a:latin typeface="Poppins SemiBold"/>
                  <a:ea typeface="Poppins SemiBold"/>
                  <a:cs typeface="Poppins SemiBold"/>
                  <a:sym typeface="Poppins SemiBold"/>
                </a:rPr>
                <a:t>2</a:t>
              </a:r>
              <a:endParaRPr>
                <a:solidFill>
                  <a:schemeClr val="accent3"/>
                </a:solidFill>
                <a:latin typeface="Poppins SemiBold"/>
                <a:ea typeface="Poppins SemiBold"/>
                <a:cs typeface="Poppins SemiBold"/>
                <a:sym typeface="Poppins SemiBold"/>
              </a:endParaRPr>
            </a:p>
          </p:txBody>
        </p:sp>
      </p:grpSp>
      <p:grpSp>
        <p:nvGrpSpPr>
          <p:cNvPr id="624" name="Google Shape;624;p63"/>
          <p:cNvGrpSpPr/>
          <p:nvPr/>
        </p:nvGrpSpPr>
        <p:grpSpPr>
          <a:xfrm>
            <a:off x="997113" y="2259599"/>
            <a:ext cx="317331" cy="350341"/>
            <a:chOff x="997113" y="1814424"/>
            <a:chExt cx="317331" cy="350341"/>
          </a:xfrm>
        </p:grpSpPr>
        <p:sp>
          <p:nvSpPr>
            <p:cNvPr id="625" name="Google Shape;625;p63"/>
            <p:cNvSpPr/>
            <p:nvPr/>
          </p:nvSpPr>
          <p:spPr>
            <a:xfrm>
              <a:off x="997113" y="1853365"/>
              <a:ext cx="311400" cy="311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1"/>
                </a:solidFill>
                <a:latin typeface="Poppins SemiBold"/>
                <a:ea typeface="Poppins SemiBold"/>
                <a:cs typeface="Poppins SemiBold"/>
                <a:sym typeface="Poppins SemiBold"/>
              </a:endParaRPr>
            </a:p>
          </p:txBody>
        </p:sp>
        <p:sp>
          <p:nvSpPr>
            <p:cNvPr id="626" name="Google Shape;626;p63"/>
            <p:cNvSpPr txBox="1"/>
            <p:nvPr/>
          </p:nvSpPr>
          <p:spPr>
            <a:xfrm>
              <a:off x="1003044" y="1814424"/>
              <a:ext cx="311400" cy="285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lang="en">
                  <a:solidFill>
                    <a:schemeClr val="accent3"/>
                  </a:solidFill>
                  <a:latin typeface="Poppins SemiBold"/>
                  <a:ea typeface="Poppins SemiBold"/>
                  <a:cs typeface="Poppins SemiBold"/>
                  <a:sym typeface="Poppins SemiBold"/>
                </a:rPr>
                <a:t>3</a:t>
              </a:r>
              <a:endParaRPr>
                <a:solidFill>
                  <a:schemeClr val="accent3"/>
                </a:solidFill>
                <a:latin typeface="Poppins SemiBold"/>
                <a:ea typeface="Poppins SemiBold"/>
                <a:cs typeface="Poppins SemiBold"/>
                <a:sym typeface="Poppins SemiBold"/>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p64"/>
          <p:cNvSpPr txBox="1"/>
          <p:nvPr>
            <p:ph type="title"/>
          </p:nvPr>
        </p:nvSpPr>
        <p:spPr>
          <a:xfrm>
            <a:off x="1100000" y="882450"/>
            <a:ext cx="6944100" cy="292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Click to edit QR code title</a:t>
            </a:r>
            <a:endParaRPr/>
          </a:p>
        </p:txBody>
      </p:sp>
      <p:sp>
        <p:nvSpPr>
          <p:cNvPr id="632" name="Google Shape;632;p64"/>
          <p:cNvSpPr txBox="1"/>
          <p:nvPr>
            <p:ph idx="1" type="body"/>
          </p:nvPr>
        </p:nvSpPr>
        <p:spPr>
          <a:xfrm>
            <a:off x="1102849" y="1735850"/>
            <a:ext cx="3186900" cy="2295000"/>
          </a:xfrm>
          <a:prstGeom prst="rect">
            <a:avLst/>
          </a:prstGeom>
        </p:spPr>
        <p:txBody>
          <a:bodyPr anchorCtr="0" anchor="ctr" bIns="0" lIns="0" spcFirstLastPara="1" rIns="0" wrap="square" tIns="0">
            <a:normAutofit/>
          </a:bodyPr>
          <a:lstStyle/>
          <a:p>
            <a:pPr indent="0" lvl="0" marL="0" rtl="0" algn="ctr">
              <a:spcBef>
                <a:spcPts val="0"/>
              </a:spcBef>
              <a:spcAft>
                <a:spcPts val="0"/>
              </a:spcAft>
              <a:buClr>
                <a:schemeClr val="dk1"/>
              </a:buClr>
              <a:buSzPts val="1100"/>
              <a:buFont typeface="Arial"/>
              <a:buNone/>
            </a:pPr>
            <a:r>
              <a:rPr lang="en"/>
              <a:t>Questions</a:t>
            </a:r>
            <a:endParaRPr/>
          </a:p>
          <a:p>
            <a:pPr indent="0" lvl="0" marL="0" rtl="0" algn="ctr">
              <a:spcBef>
                <a:spcPts val="0"/>
              </a:spcBef>
              <a:spcAft>
                <a:spcPts val="0"/>
              </a:spcAft>
              <a:buClr>
                <a:schemeClr val="dk1"/>
              </a:buClr>
              <a:buSzPts val="1100"/>
              <a:buFont typeface="Arial"/>
              <a:buNone/>
            </a:pPr>
            <a:r>
              <a:rPr lang="en"/>
              <a:t>Attendance</a:t>
            </a:r>
            <a:endParaRPr/>
          </a:p>
          <a:p>
            <a:pPr indent="0" lvl="0" marL="0" rtl="0" algn="ctr">
              <a:spcBef>
                <a:spcPts val="0"/>
              </a:spcBef>
              <a:spcAft>
                <a:spcPts val="0"/>
              </a:spcAft>
              <a:buClr>
                <a:schemeClr val="dk1"/>
              </a:buClr>
              <a:buSzPts val="1100"/>
              <a:buFont typeface="Arial"/>
              <a:buNone/>
            </a:pPr>
            <a:r>
              <a:rPr lang="en"/>
              <a:t>Survey</a:t>
            </a:r>
            <a:endParaRPr/>
          </a:p>
          <a:p>
            <a:pPr indent="0" lvl="0" marL="0" rtl="0" algn="ctr">
              <a:spcBef>
                <a:spcPts val="0"/>
              </a:spcBef>
              <a:spcAft>
                <a:spcPts val="0"/>
              </a:spcAft>
              <a:buNone/>
            </a:pPr>
            <a:r>
              <a:rPr lang="en"/>
              <a:t>Etc.</a:t>
            </a:r>
            <a:endParaRPr/>
          </a:p>
        </p:txBody>
      </p:sp>
      <p:pic>
        <p:nvPicPr>
          <p:cNvPr id="633" name="Google Shape;633;p64"/>
          <p:cNvPicPr preferRelativeResize="0"/>
          <p:nvPr/>
        </p:nvPicPr>
        <p:blipFill>
          <a:blip r:embed="rId3">
            <a:alphaModFix/>
          </a:blip>
          <a:stretch>
            <a:fillRect/>
          </a:stretch>
        </p:blipFill>
        <p:spPr>
          <a:xfrm>
            <a:off x="5203025" y="1949563"/>
            <a:ext cx="1908075" cy="1908075"/>
          </a:xfrm>
          <a:prstGeom prst="rect">
            <a:avLst/>
          </a:prstGeom>
          <a:noFill/>
          <a:ln>
            <a:noFill/>
          </a:ln>
        </p:spPr>
      </p:pic>
      <p:sp>
        <p:nvSpPr>
          <p:cNvPr id="634" name="Google Shape;634;p64"/>
          <p:cNvSpPr txBox="1"/>
          <p:nvPr/>
        </p:nvSpPr>
        <p:spPr>
          <a:xfrm rot="-1990731">
            <a:off x="5345740" y="2641911"/>
            <a:ext cx="1622646" cy="523380"/>
          </a:xfrm>
          <a:prstGeom prst="rect">
            <a:avLst/>
          </a:prstGeom>
          <a:solidFill>
            <a:srgbClr val="FF0000"/>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200">
                <a:solidFill>
                  <a:srgbClr val="FFFFFF"/>
                </a:solidFill>
                <a:latin typeface="Poppins SemiBold"/>
                <a:ea typeface="Poppins SemiBold"/>
                <a:cs typeface="Poppins SemiBold"/>
                <a:sym typeface="Poppins SemiBold"/>
              </a:rPr>
              <a:t>REPLACE</a:t>
            </a:r>
            <a:endParaRPr sz="2200">
              <a:solidFill>
                <a:srgbClr val="FFFFFF"/>
              </a:solidFill>
              <a:latin typeface="Poppins SemiBold"/>
              <a:ea typeface="Poppins SemiBold"/>
              <a:cs typeface="Poppins SemiBold"/>
              <a:sym typeface="Poppins SemiBold"/>
            </a:endParaRPr>
          </a:p>
        </p:txBody>
      </p:sp>
      <p:sp>
        <p:nvSpPr>
          <p:cNvPr id="635" name="Google Shape;635;p64"/>
          <p:cNvSpPr txBox="1"/>
          <p:nvPr/>
        </p:nvSpPr>
        <p:spPr>
          <a:xfrm>
            <a:off x="5550700" y="4290650"/>
            <a:ext cx="3327000" cy="662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200">
                <a:solidFill>
                  <a:srgbClr val="FFFFFF"/>
                </a:solidFill>
                <a:latin typeface="Poppins"/>
                <a:ea typeface="Poppins"/>
                <a:cs typeface="Poppins"/>
                <a:sym typeface="Poppins"/>
              </a:rPr>
              <a:t>Join at </a:t>
            </a:r>
            <a:endParaRPr sz="1200">
              <a:solidFill>
                <a:srgbClr val="FFFFFF"/>
              </a:solidFill>
              <a:latin typeface="Poppins"/>
              <a:ea typeface="Poppins"/>
              <a:cs typeface="Poppins"/>
              <a:sym typeface="Poppins"/>
            </a:endParaRPr>
          </a:p>
          <a:p>
            <a:pPr indent="0" lvl="0" marL="0" rtl="0" algn="r">
              <a:spcBef>
                <a:spcPts val="0"/>
              </a:spcBef>
              <a:spcAft>
                <a:spcPts val="0"/>
              </a:spcAft>
              <a:buNone/>
            </a:pPr>
            <a:r>
              <a:rPr lang="en" sz="2300">
                <a:solidFill>
                  <a:srgbClr val="FFFFFF"/>
                </a:solidFill>
                <a:latin typeface="Poppins"/>
                <a:ea typeface="Poppins"/>
                <a:cs typeface="Poppins"/>
                <a:sym typeface="Poppins"/>
              </a:rPr>
              <a:t>slido.com</a:t>
            </a:r>
            <a:endParaRPr sz="1900">
              <a:solidFill>
                <a:srgbClr val="FFFFFF"/>
              </a:solidFill>
              <a:latin typeface="Poppins"/>
              <a:ea typeface="Poppins"/>
              <a:cs typeface="Poppins"/>
              <a:sym typeface="Poppins"/>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B189F"/>
        </a:solidFill>
      </p:bgPr>
    </p:bg>
    <p:spTree>
      <p:nvGrpSpPr>
        <p:cNvPr id="639" name="Shape 639"/>
        <p:cNvGrpSpPr/>
        <p:nvPr/>
      </p:nvGrpSpPr>
      <p:grpSpPr>
        <a:xfrm>
          <a:off x="0" y="0"/>
          <a:ext cx="0" cy="0"/>
          <a:chOff x="0" y="0"/>
          <a:chExt cx="0" cy="0"/>
        </a:xfrm>
      </p:grpSpPr>
      <p:sp>
        <p:nvSpPr>
          <p:cNvPr id="640" name="Google Shape;640;p65"/>
          <p:cNvSpPr txBox="1"/>
          <p:nvPr>
            <p:ph idx="4294967295" type="title"/>
          </p:nvPr>
        </p:nvSpPr>
        <p:spPr>
          <a:xfrm>
            <a:off x="311700" y="2150850"/>
            <a:ext cx="8520600" cy="841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Internal Presentation Slides</a:t>
            </a:r>
            <a:endParaRPr/>
          </a:p>
        </p:txBody>
      </p:sp>
      <p:sp>
        <p:nvSpPr>
          <p:cNvPr id="641" name="Google Shape;641;p65"/>
          <p:cNvSpPr txBox="1"/>
          <p:nvPr>
            <p:ph type="title"/>
          </p:nvPr>
        </p:nvSpPr>
        <p:spPr>
          <a:xfrm>
            <a:off x="1081050" y="2337150"/>
            <a:ext cx="6981900" cy="469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Internal-Only Presentation Slides</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5" name="Shape 645"/>
        <p:cNvGrpSpPr/>
        <p:nvPr/>
      </p:nvGrpSpPr>
      <p:grpSpPr>
        <a:xfrm>
          <a:off x="0" y="0"/>
          <a:ext cx="0" cy="0"/>
          <a:chOff x="0" y="0"/>
          <a:chExt cx="0" cy="0"/>
        </a:xfrm>
      </p:grpSpPr>
      <p:sp>
        <p:nvSpPr>
          <p:cNvPr id="646" name="Google Shape;646;p66"/>
          <p:cNvSpPr/>
          <p:nvPr/>
        </p:nvSpPr>
        <p:spPr>
          <a:xfrm>
            <a:off x="1790312" y="2078345"/>
            <a:ext cx="5603102" cy="149977"/>
          </a:xfrm>
          <a:custGeom>
            <a:rect b="b" l="l" r="r" t="t"/>
            <a:pathLst>
              <a:path extrusionOk="0" h="10329" w="240296">
                <a:moveTo>
                  <a:pt x="0" y="9721"/>
                </a:moveTo>
                <a:lnTo>
                  <a:pt x="0" y="0"/>
                </a:lnTo>
                <a:lnTo>
                  <a:pt x="240296" y="0"/>
                </a:lnTo>
                <a:lnTo>
                  <a:pt x="240296" y="10329"/>
                </a:lnTo>
              </a:path>
            </a:pathLst>
          </a:custGeom>
          <a:noFill/>
          <a:ln cap="flat" cmpd="sng" w="9525">
            <a:solidFill>
              <a:srgbClr val="000000"/>
            </a:solidFill>
            <a:prstDash val="solid"/>
            <a:round/>
            <a:headEnd len="med" w="med" type="none"/>
            <a:tailEnd len="med" w="med" type="none"/>
          </a:ln>
        </p:spPr>
      </p:sp>
      <p:sp>
        <p:nvSpPr>
          <p:cNvPr id="647" name="Google Shape;647;p66"/>
          <p:cNvSpPr txBox="1"/>
          <p:nvPr/>
        </p:nvSpPr>
        <p:spPr>
          <a:xfrm>
            <a:off x="457200" y="2204168"/>
            <a:ext cx="2610000" cy="494700"/>
          </a:xfrm>
          <a:prstGeom prst="rect">
            <a:avLst/>
          </a:prstGeom>
          <a:solidFill>
            <a:schemeClr val="accent1"/>
          </a:solid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200"/>
              <a:buFont typeface="Arial"/>
              <a:buNone/>
            </a:pPr>
            <a:r>
              <a:rPr b="1" lang="en" sz="900">
                <a:solidFill>
                  <a:srgbClr val="FFFFFF"/>
                </a:solidFill>
                <a:latin typeface="Poppins"/>
                <a:ea typeface="Poppins"/>
                <a:cs typeface="Poppins"/>
                <a:sym typeface="Poppins"/>
              </a:rPr>
              <a:t>[Name]</a:t>
            </a:r>
            <a:endParaRPr b="1" sz="900">
              <a:solidFill>
                <a:srgbClr val="FFFFFF"/>
              </a:solidFill>
              <a:latin typeface="Poppins"/>
              <a:ea typeface="Poppins"/>
              <a:cs typeface="Poppins"/>
              <a:sym typeface="Poppins"/>
            </a:endParaRPr>
          </a:p>
          <a:p>
            <a:pPr indent="0" lvl="0" marL="0" rtl="0" algn="ctr">
              <a:spcBef>
                <a:spcPts val="0"/>
              </a:spcBef>
              <a:spcAft>
                <a:spcPts val="0"/>
              </a:spcAft>
              <a:buClr>
                <a:srgbClr val="000000"/>
              </a:buClr>
              <a:buSzPts val="1200"/>
              <a:buFont typeface="Arial"/>
              <a:buNone/>
            </a:pPr>
            <a:r>
              <a:rPr lang="en" sz="900">
                <a:solidFill>
                  <a:srgbClr val="FFFFFF"/>
                </a:solidFill>
                <a:latin typeface="Poppins Medium"/>
                <a:ea typeface="Poppins Medium"/>
                <a:cs typeface="Poppins Medium"/>
                <a:sym typeface="Poppins Medium"/>
              </a:rPr>
              <a:t>[Title, Brand]</a:t>
            </a:r>
            <a:endParaRPr b="1" sz="900">
              <a:solidFill>
                <a:srgbClr val="FFFFFF"/>
              </a:solidFill>
              <a:latin typeface="Poppins"/>
              <a:ea typeface="Poppins"/>
              <a:cs typeface="Poppins"/>
              <a:sym typeface="Poppins"/>
            </a:endParaRPr>
          </a:p>
        </p:txBody>
      </p:sp>
      <p:sp>
        <p:nvSpPr>
          <p:cNvPr id="648" name="Google Shape;648;p66"/>
          <p:cNvSpPr txBox="1"/>
          <p:nvPr/>
        </p:nvSpPr>
        <p:spPr>
          <a:xfrm>
            <a:off x="3266938" y="2204168"/>
            <a:ext cx="2610000" cy="494700"/>
          </a:xfrm>
          <a:prstGeom prst="rect">
            <a:avLst/>
          </a:prstGeom>
          <a:solidFill>
            <a:schemeClr val="accent1"/>
          </a:solid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200"/>
              <a:buFont typeface="Arial"/>
              <a:buNone/>
            </a:pPr>
            <a:r>
              <a:rPr b="1" lang="en" sz="900">
                <a:solidFill>
                  <a:srgbClr val="FFFFFF"/>
                </a:solidFill>
                <a:latin typeface="Poppins"/>
                <a:ea typeface="Poppins"/>
                <a:cs typeface="Poppins"/>
                <a:sym typeface="Poppins"/>
              </a:rPr>
              <a:t>[Name]</a:t>
            </a:r>
            <a:endParaRPr b="1" sz="900">
              <a:solidFill>
                <a:srgbClr val="FFFFFF"/>
              </a:solidFill>
              <a:latin typeface="Poppins"/>
              <a:ea typeface="Poppins"/>
              <a:cs typeface="Poppins"/>
              <a:sym typeface="Poppins"/>
            </a:endParaRPr>
          </a:p>
          <a:p>
            <a:pPr indent="0" lvl="0" marL="0" rtl="0" algn="ctr">
              <a:spcBef>
                <a:spcPts val="0"/>
              </a:spcBef>
              <a:spcAft>
                <a:spcPts val="0"/>
              </a:spcAft>
              <a:buClr>
                <a:srgbClr val="000000"/>
              </a:buClr>
              <a:buSzPts val="1200"/>
              <a:buFont typeface="Arial"/>
              <a:buNone/>
            </a:pPr>
            <a:r>
              <a:rPr lang="en" sz="900">
                <a:solidFill>
                  <a:srgbClr val="FFFFFF"/>
                </a:solidFill>
                <a:latin typeface="Poppins Medium"/>
                <a:ea typeface="Poppins Medium"/>
                <a:cs typeface="Poppins Medium"/>
                <a:sym typeface="Poppins Medium"/>
              </a:rPr>
              <a:t>[Title, Brand]</a:t>
            </a:r>
            <a:endParaRPr sz="900">
              <a:solidFill>
                <a:srgbClr val="FFFFFF"/>
              </a:solidFill>
              <a:latin typeface="Poppins Medium"/>
              <a:ea typeface="Poppins Medium"/>
              <a:cs typeface="Poppins Medium"/>
              <a:sym typeface="Poppins Medium"/>
            </a:endParaRPr>
          </a:p>
        </p:txBody>
      </p:sp>
      <p:sp>
        <p:nvSpPr>
          <p:cNvPr id="649" name="Google Shape;649;p66"/>
          <p:cNvSpPr txBox="1"/>
          <p:nvPr/>
        </p:nvSpPr>
        <p:spPr>
          <a:xfrm>
            <a:off x="3267031" y="2885970"/>
            <a:ext cx="2610000" cy="547500"/>
          </a:xfrm>
          <a:prstGeom prst="rect">
            <a:avLst/>
          </a:prstGeom>
          <a:solidFill>
            <a:schemeClr val="accent4"/>
          </a:solid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200"/>
              <a:buFont typeface="Arial"/>
              <a:buNone/>
            </a:pPr>
            <a:r>
              <a:rPr b="1" lang="en" sz="900">
                <a:latin typeface="Poppins"/>
                <a:ea typeface="Poppins"/>
                <a:cs typeface="Poppins"/>
                <a:sym typeface="Poppins"/>
              </a:rPr>
              <a:t>[Name]</a:t>
            </a:r>
            <a:endParaRPr b="1" sz="900">
              <a:latin typeface="Poppins"/>
              <a:ea typeface="Poppins"/>
              <a:cs typeface="Poppins"/>
              <a:sym typeface="Poppins"/>
            </a:endParaRPr>
          </a:p>
          <a:p>
            <a:pPr indent="0" lvl="0" marL="0" rtl="0" algn="ctr">
              <a:spcBef>
                <a:spcPts val="0"/>
              </a:spcBef>
              <a:spcAft>
                <a:spcPts val="0"/>
              </a:spcAft>
              <a:buClr>
                <a:srgbClr val="000000"/>
              </a:buClr>
              <a:buSzPts val="1200"/>
              <a:buFont typeface="Arial"/>
              <a:buNone/>
            </a:pPr>
            <a:r>
              <a:rPr lang="en" sz="900">
                <a:latin typeface="Poppins Medium"/>
                <a:ea typeface="Poppins Medium"/>
                <a:cs typeface="Poppins Medium"/>
                <a:sym typeface="Poppins Medium"/>
              </a:rPr>
              <a:t>[Title, Brand]</a:t>
            </a:r>
            <a:endParaRPr b="1" sz="900">
              <a:latin typeface="Poppins"/>
              <a:ea typeface="Poppins"/>
              <a:cs typeface="Poppins"/>
              <a:sym typeface="Poppins"/>
            </a:endParaRPr>
          </a:p>
        </p:txBody>
      </p:sp>
      <p:sp>
        <p:nvSpPr>
          <p:cNvPr id="650" name="Google Shape;650;p66"/>
          <p:cNvSpPr txBox="1"/>
          <p:nvPr/>
        </p:nvSpPr>
        <p:spPr>
          <a:xfrm>
            <a:off x="6076799" y="2204168"/>
            <a:ext cx="2610000" cy="494700"/>
          </a:xfrm>
          <a:prstGeom prst="rect">
            <a:avLst/>
          </a:prstGeom>
          <a:solidFill>
            <a:schemeClr val="accent1"/>
          </a:solid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200"/>
              <a:buFont typeface="Arial"/>
              <a:buNone/>
            </a:pPr>
            <a:r>
              <a:rPr b="1" lang="en" sz="900">
                <a:solidFill>
                  <a:srgbClr val="FFFFFF"/>
                </a:solidFill>
                <a:latin typeface="Poppins"/>
                <a:ea typeface="Poppins"/>
                <a:cs typeface="Poppins"/>
                <a:sym typeface="Poppins"/>
              </a:rPr>
              <a:t>[Name]</a:t>
            </a:r>
            <a:endParaRPr b="1" sz="900">
              <a:solidFill>
                <a:srgbClr val="FFFFFF"/>
              </a:solidFill>
              <a:latin typeface="Poppins"/>
              <a:ea typeface="Poppins"/>
              <a:cs typeface="Poppins"/>
              <a:sym typeface="Poppins"/>
            </a:endParaRPr>
          </a:p>
          <a:p>
            <a:pPr indent="0" lvl="0" marL="0" rtl="0" algn="ctr">
              <a:spcBef>
                <a:spcPts val="0"/>
              </a:spcBef>
              <a:spcAft>
                <a:spcPts val="0"/>
              </a:spcAft>
              <a:buClr>
                <a:srgbClr val="000000"/>
              </a:buClr>
              <a:buSzPts val="1200"/>
              <a:buFont typeface="Arial"/>
              <a:buNone/>
            </a:pPr>
            <a:r>
              <a:rPr lang="en" sz="900">
                <a:solidFill>
                  <a:srgbClr val="FFFFFF"/>
                </a:solidFill>
                <a:latin typeface="Poppins Medium"/>
                <a:ea typeface="Poppins Medium"/>
                <a:cs typeface="Poppins Medium"/>
                <a:sym typeface="Poppins Medium"/>
              </a:rPr>
              <a:t>[Title, Brand]</a:t>
            </a:r>
            <a:endParaRPr b="1" sz="900">
              <a:solidFill>
                <a:srgbClr val="FFFFFF"/>
              </a:solidFill>
              <a:latin typeface="Poppins"/>
              <a:ea typeface="Poppins"/>
              <a:cs typeface="Poppins"/>
              <a:sym typeface="Poppins"/>
            </a:endParaRPr>
          </a:p>
        </p:txBody>
      </p:sp>
      <p:sp>
        <p:nvSpPr>
          <p:cNvPr id="651" name="Google Shape;651;p66"/>
          <p:cNvSpPr txBox="1"/>
          <p:nvPr/>
        </p:nvSpPr>
        <p:spPr>
          <a:xfrm>
            <a:off x="6076799" y="2885970"/>
            <a:ext cx="2610000" cy="547500"/>
          </a:xfrm>
          <a:prstGeom prst="rect">
            <a:avLst/>
          </a:prstGeom>
          <a:solidFill>
            <a:schemeClr val="accent4"/>
          </a:solid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200"/>
              <a:buFont typeface="Arial"/>
              <a:buNone/>
            </a:pPr>
            <a:r>
              <a:rPr b="1" lang="en" sz="900">
                <a:latin typeface="Poppins"/>
                <a:ea typeface="Poppins"/>
                <a:cs typeface="Poppins"/>
                <a:sym typeface="Poppins"/>
              </a:rPr>
              <a:t>[Name]</a:t>
            </a:r>
            <a:endParaRPr b="1" sz="900">
              <a:latin typeface="Poppins"/>
              <a:ea typeface="Poppins"/>
              <a:cs typeface="Poppins"/>
              <a:sym typeface="Poppins"/>
            </a:endParaRPr>
          </a:p>
          <a:p>
            <a:pPr indent="0" lvl="0" marL="0" rtl="0" algn="ctr">
              <a:spcBef>
                <a:spcPts val="0"/>
              </a:spcBef>
              <a:spcAft>
                <a:spcPts val="0"/>
              </a:spcAft>
              <a:buClr>
                <a:srgbClr val="000000"/>
              </a:buClr>
              <a:buSzPts val="1200"/>
              <a:buFont typeface="Arial"/>
              <a:buNone/>
            </a:pPr>
            <a:r>
              <a:rPr lang="en" sz="900">
                <a:latin typeface="Poppins Medium"/>
                <a:ea typeface="Poppins Medium"/>
                <a:cs typeface="Poppins Medium"/>
                <a:sym typeface="Poppins Medium"/>
              </a:rPr>
              <a:t>[Title, Brand]</a:t>
            </a:r>
            <a:endParaRPr b="1" sz="900">
              <a:latin typeface="Poppins"/>
              <a:ea typeface="Poppins"/>
              <a:cs typeface="Poppins"/>
              <a:sym typeface="Poppins"/>
            </a:endParaRPr>
          </a:p>
        </p:txBody>
      </p:sp>
      <p:sp>
        <p:nvSpPr>
          <p:cNvPr id="652" name="Google Shape;652;p66"/>
          <p:cNvSpPr txBox="1"/>
          <p:nvPr/>
        </p:nvSpPr>
        <p:spPr>
          <a:xfrm>
            <a:off x="457200" y="2885928"/>
            <a:ext cx="1213800" cy="547500"/>
          </a:xfrm>
          <a:prstGeom prst="rect">
            <a:avLst/>
          </a:prstGeom>
          <a:solidFill>
            <a:schemeClr val="accent4"/>
          </a:solid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200"/>
              <a:buFont typeface="Arial"/>
              <a:buNone/>
            </a:pPr>
            <a:r>
              <a:rPr b="1" lang="en" sz="900">
                <a:latin typeface="Poppins"/>
                <a:ea typeface="Poppins"/>
                <a:cs typeface="Poppins"/>
                <a:sym typeface="Poppins"/>
              </a:rPr>
              <a:t>[Name]</a:t>
            </a:r>
            <a:endParaRPr b="1" sz="900">
              <a:latin typeface="Poppins"/>
              <a:ea typeface="Poppins"/>
              <a:cs typeface="Poppins"/>
              <a:sym typeface="Poppins"/>
            </a:endParaRPr>
          </a:p>
          <a:p>
            <a:pPr indent="0" lvl="0" marL="0" rtl="0" algn="ctr">
              <a:spcBef>
                <a:spcPts val="0"/>
              </a:spcBef>
              <a:spcAft>
                <a:spcPts val="0"/>
              </a:spcAft>
              <a:buClr>
                <a:srgbClr val="000000"/>
              </a:buClr>
              <a:buSzPts val="1200"/>
              <a:buFont typeface="Arial"/>
              <a:buNone/>
            </a:pPr>
            <a:r>
              <a:rPr lang="en" sz="900">
                <a:latin typeface="Poppins Medium"/>
                <a:ea typeface="Poppins Medium"/>
                <a:cs typeface="Poppins Medium"/>
                <a:sym typeface="Poppins Medium"/>
              </a:rPr>
              <a:t>[Title, Brand]</a:t>
            </a:r>
            <a:endParaRPr b="1" sz="900">
              <a:latin typeface="Poppins"/>
              <a:ea typeface="Poppins"/>
              <a:cs typeface="Poppins"/>
              <a:sym typeface="Poppins"/>
            </a:endParaRPr>
          </a:p>
        </p:txBody>
      </p:sp>
      <p:sp>
        <p:nvSpPr>
          <p:cNvPr id="653" name="Google Shape;653;p66"/>
          <p:cNvSpPr txBox="1"/>
          <p:nvPr/>
        </p:nvSpPr>
        <p:spPr>
          <a:xfrm>
            <a:off x="1853530" y="2885928"/>
            <a:ext cx="1213800" cy="547500"/>
          </a:xfrm>
          <a:prstGeom prst="rect">
            <a:avLst/>
          </a:prstGeom>
          <a:solidFill>
            <a:schemeClr val="accent4"/>
          </a:solid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200"/>
              <a:buFont typeface="Arial"/>
              <a:buNone/>
            </a:pPr>
            <a:r>
              <a:rPr b="1" lang="en" sz="900">
                <a:latin typeface="Poppins"/>
                <a:ea typeface="Poppins"/>
                <a:cs typeface="Poppins"/>
                <a:sym typeface="Poppins"/>
              </a:rPr>
              <a:t>[Name]</a:t>
            </a:r>
            <a:endParaRPr b="1" sz="900">
              <a:latin typeface="Poppins"/>
              <a:ea typeface="Poppins"/>
              <a:cs typeface="Poppins"/>
              <a:sym typeface="Poppins"/>
            </a:endParaRPr>
          </a:p>
          <a:p>
            <a:pPr indent="0" lvl="0" marL="0" rtl="0" algn="ctr">
              <a:spcBef>
                <a:spcPts val="0"/>
              </a:spcBef>
              <a:spcAft>
                <a:spcPts val="0"/>
              </a:spcAft>
              <a:buClr>
                <a:srgbClr val="000000"/>
              </a:buClr>
              <a:buSzPts val="1200"/>
              <a:buFont typeface="Arial"/>
              <a:buNone/>
            </a:pPr>
            <a:r>
              <a:rPr lang="en" sz="900">
                <a:latin typeface="Poppins Medium"/>
                <a:ea typeface="Poppins Medium"/>
                <a:cs typeface="Poppins Medium"/>
                <a:sym typeface="Poppins Medium"/>
              </a:rPr>
              <a:t>[Title, Brand]</a:t>
            </a:r>
            <a:endParaRPr b="1" sz="900">
              <a:latin typeface="Poppins"/>
              <a:ea typeface="Poppins"/>
              <a:cs typeface="Poppins"/>
              <a:sym typeface="Poppins"/>
            </a:endParaRPr>
          </a:p>
        </p:txBody>
      </p:sp>
      <p:sp>
        <p:nvSpPr>
          <p:cNvPr id="654" name="Google Shape;654;p66"/>
          <p:cNvSpPr txBox="1"/>
          <p:nvPr/>
        </p:nvSpPr>
        <p:spPr>
          <a:xfrm>
            <a:off x="3267031" y="1355092"/>
            <a:ext cx="2610000" cy="494700"/>
          </a:xfrm>
          <a:prstGeom prst="rect">
            <a:avLst/>
          </a:prstGeom>
          <a:solidFill>
            <a:schemeClr val="accent2"/>
          </a:solid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200"/>
              <a:buFont typeface="Arial"/>
              <a:buNone/>
            </a:pPr>
            <a:r>
              <a:rPr b="1" lang="en" sz="1000">
                <a:solidFill>
                  <a:srgbClr val="FFFFFF"/>
                </a:solidFill>
                <a:latin typeface="Poppins"/>
                <a:ea typeface="Poppins"/>
                <a:cs typeface="Poppins"/>
                <a:sym typeface="Poppins"/>
              </a:rPr>
              <a:t>[Director Name]</a:t>
            </a:r>
            <a:endParaRPr b="1" sz="1000">
              <a:solidFill>
                <a:srgbClr val="FFFFFF"/>
              </a:solidFill>
              <a:latin typeface="Poppins"/>
              <a:ea typeface="Poppins"/>
              <a:cs typeface="Poppins"/>
              <a:sym typeface="Poppins"/>
            </a:endParaRPr>
          </a:p>
          <a:p>
            <a:pPr indent="0" lvl="0" marL="0" rtl="0" algn="ctr">
              <a:spcBef>
                <a:spcPts val="0"/>
              </a:spcBef>
              <a:spcAft>
                <a:spcPts val="0"/>
              </a:spcAft>
              <a:buClr>
                <a:srgbClr val="000000"/>
              </a:buClr>
              <a:buSzPts val="1200"/>
              <a:buFont typeface="Arial"/>
              <a:buNone/>
            </a:pPr>
            <a:r>
              <a:rPr lang="en" sz="1000">
                <a:solidFill>
                  <a:srgbClr val="FFFFFF"/>
                </a:solidFill>
                <a:latin typeface="Poppins Medium"/>
                <a:ea typeface="Poppins Medium"/>
                <a:cs typeface="Poppins Medium"/>
                <a:sym typeface="Poppins Medium"/>
              </a:rPr>
              <a:t>[Title, Brand]</a:t>
            </a:r>
            <a:endParaRPr sz="1000">
              <a:solidFill>
                <a:srgbClr val="FFFFFF"/>
              </a:solidFill>
              <a:latin typeface="Poppins Medium"/>
              <a:ea typeface="Poppins Medium"/>
              <a:cs typeface="Poppins Medium"/>
              <a:sym typeface="Poppins Medium"/>
            </a:endParaRPr>
          </a:p>
        </p:txBody>
      </p:sp>
      <p:sp>
        <p:nvSpPr>
          <p:cNvPr id="655" name="Google Shape;655;p66"/>
          <p:cNvSpPr txBox="1"/>
          <p:nvPr/>
        </p:nvSpPr>
        <p:spPr>
          <a:xfrm>
            <a:off x="457200" y="3619001"/>
            <a:ext cx="1213800" cy="387000"/>
          </a:xfrm>
          <a:prstGeom prst="rect">
            <a:avLst/>
          </a:prstGeom>
          <a:solidFill>
            <a:schemeClr val="accent4"/>
          </a:solid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200"/>
              <a:buFont typeface="Arial"/>
              <a:buNone/>
            </a:pPr>
            <a:r>
              <a:rPr b="1" lang="en" sz="800">
                <a:latin typeface="Poppins"/>
                <a:ea typeface="Poppins"/>
                <a:cs typeface="Poppins"/>
                <a:sym typeface="Poppins"/>
              </a:rPr>
              <a:t>[Name]</a:t>
            </a:r>
            <a:endParaRPr b="1" sz="800">
              <a:latin typeface="Poppins"/>
              <a:ea typeface="Poppins"/>
              <a:cs typeface="Poppins"/>
              <a:sym typeface="Poppins"/>
            </a:endParaRPr>
          </a:p>
          <a:p>
            <a:pPr indent="0" lvl="0" marL="0" rtl="0" algn="ctr">
              <a:spcBef>
                <a:spcPts val="0"/>
              </a:spcBef>
              <a:spcAft>
                <a:spcPts val="0"/>
              </a:spcAft>
              <a:buClr>
                <a:srgbClr val="000000"/>
              </a:buClr>
              <a:buSzPts val="1200"/>
              <a:buFont typeface="Arial"/>
              <a:buNone/>
            </a:pPr>
            <a:r>
              <a:rPr lang="en" sz="800">
                <a:latin typeface="Poppins Medium"/>
                <a:ea typeface="Poppins Medium"/>
                <a:cs typeface="Poppins Medium"/>
                <a:sym typeface="Poppins Medium"/>
              </a:rPr>
              <a:t>[Title, Brand]</a:t>
            </a:r>
            <a:endParaRPr b="1" sz="800">
              <a:latin typeface="Poppins"/>
              <a:ea typeface="Poppins"/>
              <a:cs typeface="Poppins"/>
              <a:sym typeface="Poppins"/>
            </a:endParaRPr>
          </a:p>
        </p:txBody>
      </p:sp>
      <p:sp>
        <p:nvSpPr>
          <p:cNvPr id="656" name="Google Shape;656;p66"/>
          <p:cNvSpPr txBox="1"/>
          <p:nvPr/>
        </p:nvSpPr>
        <p:spPr>
          <a:xfrm>
            <a:off x="1853530" y="3619001"/>
            <a:ext cx="1213800" cy="387000"/>
          </a:xfrm>
          <a:prstGeom prst="rect">
            <a:avLst/>
          </a:prstGeom>
          <a:solidFill>
            <a:schemeClr val="accent4"/>
          </a:solid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200"/>
              <a:buFont typeface="Arial"/>
              <a:buNone/>
            </a:pPr>
            <a:r>
              <a:rPr b="1" lang="en" sz="800">
                <a:latin typeface="Poppins"/>
                <a:ea typeface="Poppins"/>
                <a:cs typeface="Poppins"/>
                <a:sym typeface="Poppins"/>
              </a:rPr>
              <a:t>[Name]</a:t>
            </a:r>
            <a:endParaRPr b="1" sz="800">
              <a:latin typeface="Poppins"/>
              <a:ea typeface="Poppins"/>
              <a:cs typeface="Poppins"/>
              <a:sym typeface="Poppins"/>
            </a:endParaRPr>
          </a:p>
          <a:p>
            <a:pPr indent="0" lvl="0" marL="0" rtl="0" algn="ctr">
              <a:spcBef>
                <a:spcPts val="0"/>
              </a:spcBef>
              <a:spcAft>
                <a:spcPts val="0"/>
              </a:spcAft>
              <a:buClr>
                <a:srgbClr val="000000"/>
              </a:buClr>
              <a:buSzPts val="1200"/>
              <a:buFont typeface="Arial"/>
              <a:buNone/>
            </a:pPr>
            <a:r>
              <a:rPr lang="en" sz="800">
                <a:latin typeface="Poppins Medium"/>
                <a:ea typeface="Poppins Medium"/>
                <a:cs typeface="Poppins Medium"/>
                <a:sym typeface="Poppins Medium"/>
              </a:rPr>
              <a:t>[Title, Brand]</a:t>
            </a:r>
            <a:endParaRPr b="1" sz="800">
              <a:latin typeface="Poppins"/>
              <a:ea typeface="Poppins"/>
              <a:cs typeface="Poppins"/>
              <a:sym typeface="Poppins"/>
            </a:endParaRPr>
          </a:p>
        </p:txBody>
      </p:sp>
      <p:sp>
        <p:nvSpPr>
          <p:cNvPr id="657" name="Google Shape;657;p66"/>
          <p:cNvSpPr txBox="1"/>
          <p:nvPr/>
        </p:nvSpPr>
        <p:spPr>
          <a:xfrm>
            <a:off x="3267043" y="3619001"/>
            <a:ext cx="1213800" cy="387000"/>
          </a:xfrm>
          <a:prstGeom prst="rect">
            <a:avLst/>
          </a:prstGeom>
          <a:solidFill>
            <a:schemeClr val="accent4"/>
          </a:solid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200"/>
              <a:buFont typeface="Arial"/>
              <a:buNone/>
            </a:pPr>
            <a:r>
              <a:rPr b="1" lang="en" sz="800">
                <a:latin typeface="Poppins"/>
                <a:ea typeface="Poppins"/>
                <a:cs typeface="Poppins"/>
                <a:sym typeface="Poppins"/>
              </a:rPr>
              <a:t>[Name]</a:t>
            </a:r>
            <a:endParaRPr b="1" sz="800">
              <a:latin typeface="Poppins"/>
              <a:ea typeface="Poppins"/>
              <a:cs typeface="Poppins"/>
              <a:sym typeface="Poppins"/>
            </a:endParaRPr>
          </a:p>
          <a:p>
            <a:pPr indent="0" lvl="0" marL="0" rtl="0" algn="ctr">
              <a:spcBef>
                <a:spcPts val="0"/>
              </a:spcBef>
              <a:spcAft>
                <a:spcPts val="0"/>
              </a:spcAft>
              <a:buClr>
                <a:srgbClr val="000000"/>
              </a:buClr>
              <a:buSzPts val="1200"/>
              <a:buFont typeface="Arial"/>
              <a:buNone/>
            </a:pPr>
            <a:r>
              <a:rPr lang="en" sz="800">
                <a:latin typeface="Poppins Medium"/>
                <a:ea typeface="Poppins Medium"/>
                <a:cs typeface="Poppins Medium"/>
                <a:sym typeface="Poppins Medium"/>
              </a:rPr>
              <a:t>[Title, Brand]</a:t>
            </a:r>
            <a:endParaRPr b="1" sz="800">
              <a:latin typeface="Poppins"/>
              <a:ea typeface="Poppins"/>
              <a:cs typeface="Poppins"/>
              <a:sym typeface="Poppins"/>
            </a:endParaRPr>
          </a:p>
        </p:txBody>
      </p:sp>
      <p:sp>
        <p:nvSpPr>
          <p:cNvPr id="658" name="Google Shape;658;p66"/>
          <p:cNvSpPr txBox="1"/>
          <p:nvPr/>
        </p:nvSpPr>
        <p:spPr>
          <a:xfrm>
            <a:off x="4663373" y="3619001"/>
            <a:ext cx="1213800" cy="387000"/>
          </a:xfrm>
          <a:prstGeom prst="rect">
            <a:avLst/>
          </a:prstGeom>
          <a:solidFill>
            <a:schemeClr val="accent4"/>
          </a:solid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200"/>
              <a:buFont typeface="Arial"/>
              <a:buNone/>
            </a:pPr>
            <a:r>
              <a:rPr b="1" lang="en" sz="800">
                <a:latin typeface="Poppins"/>
                <a:ea typeface="Poppins"/>
                <a:cs typeface="Poppins"/>
                <a:sym typeface="Poppins"/>
              </a:rPr>
              <a:t>[Name]</a:t>
            </a:r>
            <a:endParaRPr b="1" sz="800">
              <a:latin typeface="Poppins"/>
              <a:ea typeface="Poppins"/>
              <a:cs typeface="Poppins"/>
              <a:sym typeface="Poppins"/>
            </a:endParaRPr>
          </a:p>
          <a:p>
            <a:pPr indent="0" lvl="0" marL="0" rtl="0" algn="ctr">
              <a:spcBef>
                <a:spcPts val="0"/>
              </a:spcBef>
              <a:spcAft>
                <a:spcPts val="0"/>
              </a:spcAft>
              <a:buClr>
                <a:srgbClr val="000000"/>
              </a:buClr>
              <a:buSzPts val="1200"/>
              <a:buFont typeface="Arial"/>
              <a:buNone/>
            </a:pPr>
            <a:r>
              <a:rPr lang="en" sz="800">
                <a:latin typeface="Poppins Medium"/>
                <a:ea typeface="Poppins Medium"/>
                <a:cs typeface="Poppins Medium"/>
                <a:sym typeface="Poppins Medium"/>
              </a:rPr>
              <a:t>[Title, Brand]</a:t>
            </a:r>
            <a:endParaRPr b="1" sz="800">
              <a:latin typeface="Poppins"/>
              <a:ea typeface="Poppins"/>
              <a:cs typeface="Poppins"/>
              <a:sym typeface="Poppins"/>
            </a:endParaRPr>
          </a:p>
        </p:txBody>
      </p:sp>
      <p:sp>
        <p:nvSpPr>
          <p:cNvPr id="659" name="Google Shape;659;p66"/>
          <p:cNvSpPr txBox="1"/>
          <p:nvPr/>
        </p:nvSpPr>
        <p:spPr>
          <a:xfrm>
            <a:off x="6076799" y="3618995"/>
            <a:ext cx="2610000" cy="387000"/>
          </a:xfrm>
          <a:prstGeom prst="rect">
            <a:avLst/>
          </a:prstGeom>
          <a:solidFill>
            <a:schemeClr val="accent4"/>
          </a:solid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200"/>
              <a:buFont typeface="Arial"/>
              <a:buNone/>
            </a:pPr>
            <a:r>
              <a:rPr b="1" lang="en" sz="800">
                <a:latin typeface="Poppins"/>
                <a:ea typeface="Poppins"/>
                <a:cs typeface="Poppins"/>
                <a:sym typeface="Poppins"/>
              </a:rPr>
              <a:t>[Name]</a:t>
            </a:r>
            <a:endParaRPr b="1" sz="800">
              <a:latin typeface="Poppins"/>
              <a:ea typeface="Poppins"/>
              <a:cs typeface="Poppins"/>
              <a:sym typeface="Poppins"/>
            </a:endParaRPr>
          </a:p>
          <a:p>
            <a:pPr indent="0" lvl="0" marL="0" rtl="0" algn="ctr">
              <a:spcBef>
                <a:spcPts val="0"/>
              </a:spcBef>
              <a:spcAft>
                <a:spcPts val="0"/>
              </a:spcAft>
              <a:buClr>
                <a:srgbClr val="000000"/>
              </a:buClr>
              <a:buSzPts val="1200"/>
              <a:buFont typeface="Arial"/>
              <a:buNone/>
            </a:pPr>
            <a:r>
              <a:rPr lang="en" sz="800">
                <a:latin typeface="Poppins Medium"/>
                <a:ea typeface="Poppins Medium"/>
                <a:cs typeface="Poppins Medium"/>
                <a:sym typeface="Poppins Medium"/>
              </a:rPr>
              <a:t>[Title, Brand]</a:t>
            </a:r>
            <a:endParaRPr b="1" sz="800">
              <a:latin typeface="Poppins"/>
              <a:ea typeface="Poppins"/>
              <a:cs typeface="Poppins"/>
              <a:sym typeface="Poppins"/>
            </a:endParaRPr>
          </a:p>
        </p:txBody>
      </p:sp>
      <p:sp>
        <p:nvSpPr>
          <p:cNvPr id="660" name="Google Shape;660;p66"/>
          <p:cNvSpPr txBox="1"/>
          <p:nvPr/>
        </p:nvSpPr>
        <p:spPr>
          <a:xfrm>
            <a:off x="1853530" y="4191267"/>
            <a:ext cx="1213800" cy="387000"/>
          </a:xfrm>
          <a:prstGeom prst="rect">
            <a:avLst/>
          </a:prstGeom>
          <a:solidFill>
            <a:srgbClr val="FFFFFF"/>
          </a:solidFill>
          <a:ln cap="flat" cmpd="sng" w="9525">
            <a:solidFill>
              <a:srgbClr val="B7B7B7"/>
            </a:solidFill>
            <a:prstDash val="dash"/>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Clr>
                <a:srgbClr val="000000"/>
              </a:buClr>
              <a:buSzPts val="1200"/>
              <a:buFont typeface="Arial"/>
              <a:buNone/>
            </a:pPr>
            <a:r>
              <a:rPr b="1" lang="en" sz="800">
                <a:latin typeface="Poppins"/>
                <a:ea typeface="Poppins"/>
                <a:cs typeface="Poppins"/>
                <a:sym typeface="Poppins"/>
              </a:rPr>
              <a:t>[Name]</a:t>
            </a:r>
            <a:endParaRPr b="1" sz="800">
              <a:latin typeface="Poppins"/>
              <a:ea typeface="Poppins"/>
              <a:cs typeface="Poppins"/>
              <a:sym typeface="Poppins"/>
            </a:endParaRPr>
          </a:p>
          <a:p>
            <a:pPr indent="0" lvl="0" marL="0" rtl="0" algn="ctr">
              <a:spcBef>
                <a:spcPts val="0"/>
              </a:spcBef>
              <a:spcAft>
                <a:spcPts val="0"/>
              </a:spcAft>
              <a:buClr>
                <a:srgbClr val="000000"/>
              </a:buClr>
              <a:buSzPts val="1200"/>
              <a:buFont typeface="Arial"/>
              <a:buNone/>
            </a:pPr>
            <a:r>
              <a:rPr lang="en" sz="800">
                <a:latin typeface="Poppins Medium"/>
                <a:ea typeface="Poppins Medium"/>
                <a:cs typeface="Poppins Medium"/>
                <a:sym typeface="Poppins Medium"/>
              </a:rPr>
              <a:t>[Title, Brand]</a:t>
            </a:r>
            <a:endParaRPr b="1" sz="800">
              <a:latin typeface="Poppins"/>
              <a:ea typeface="Poppins"/>
              <a:cs typeface="Poppins"/>
              <a:sym typeface="Poppins"/>
            </a:endParaRPr>
          </a:p>
        </p:txBody>
      </p:sp>
      <p:sp>
        <p:nvSpPr>
          <p:cNvPr id="661" name="Google Shape;661;p66"/>
          <p:cNvSpPr txBox="1"/>
          <p:nvPr/>
        </p:nvSpPr>
        <p:spPr>
          <a:xfrm>
            <a:off x="3267043" y="4191267"/>
            <a:ext cx="1213800" cy="387000"/>
          </a:xfrm>
          <a:prstGeom prst="rect">
            <a:avLst/>
          </a:prstGeom>
          <a:solidFill>
            <a:schemeClr val="accent4"/>
          </a:solid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200"/>
              <a:buFont typeface="Arial"/>
              <a:buNone/>
            </a:pPr>
            <a:r>
              <a:rPr b="1" lang="en" sz="800">
                <a:latin typeface="Poppins"/>
                <a:ea typeface="Poppins"/>
                <a:cs typeface="Poppins"/>
                <a:sym typeface="Poppins"/>
              </a:rPr>
              <a:t>[Name]</a:t>
            </a:r>
            <a:endParaRPr b="1" sz="800">
              <a:latin typeface="Poppins"/>
              <a:ea typeface="Poppins"/>
              <a:cs typeface="Poppins"/>
              <a:sym typeface="Poppins"/>
            </a:endParaRPr>
          </a:p>
          <a:p>
            <a:pPr indent="0" lvl="0" marL="0" rtl="0" algn="ctr">
              <a:spcBef>
                <a:spcPts val="0"/>
              </a:spcBef>
              <a:spcAft>
                <a:spcPts val="0"/>
              </a:spcAft>
              <a:buClr>
                <a:srgbClr val="000000"/>
              </a:buClr>
              <a:buSzPts val="1200"/>
              <a:buFont typeface="Arial"/>
              <a:buNone/>
            </a:pPr>
            <a:r>
              <a:rPr lang="en" sz="800">
                <a:latin typeface="Poppins Medium"/>
                <a:ea typeface="Poppins Medium"/>
                <a:cs typeface="Poppins Medium"/>
                <a:sym typeface="Poppins Medium"/>
              </a:rPr>
              <a:t>[Title, Brand]</a:t>
            </a:r>
            <a:endParaRPr b="1" sz="800">
              <a:latin typeface="Poppins"/>
              <a:ea typeface="Poppins"/>
              <a:cs typeface="Poppins"/>
              <a:sym typeface="Poppins"/>
            </a:endParaRPr>
          </a:p>
        </p:txBody>
      </p:sp>
      <p:sp>
        <p:nvSpPr>
          <p:cNvPr id="662" name="Google Shape;662;p66"/>
          <p:cNvSpPr txBox="1"/>
          <p:nvPr/>
        </p:nvSpPr>
        <p:spPr>
          <a:xfrm>
            <a:off x="4663373" y="4191267"/>
            <a:ext cx="1213800" cy="387000"/>
          </a:xfrm>
          <a:prstGeom prst="rect">
            <a:avLst/>
          </a:prstGeom>
          <a:solidFill>
            <a:schemeClr val="accent4"/>
          </a:solid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200"/>
              <a:buFont typeface="Arial"/>
              <a:buNone/>
            </a:pPr>
            <a:r>
              <a:rPr b="1" lang="en" sz="800">
                <a:latin typeface="Poppins"/>
                <a:ea typeface="Poppins"/>
                <a:cs typeface="Poppins"/>
                <a:sym typeface="Poppins"/>
              </a:rPr>
              <a:t>[Name]</a:t>
            </a:r>
            <a:endParaRPr b="1" sz="800">
              <a:latin typeface="Poppins"/>
              <a:ea typeface="Poppins"/>
              <a:cs typeface="Poppins"/>
              <a:sym typeface="Poppins"/>
            </a:endParaRPr>
          </a:p>
          <a:p>
            <a:pPr indent="0" lvl="0" marL="0" rtl="0" algn="ctr">
              <a:spcBef>
                <a:spcPts val="0"/>
              </a:spcBef>
              <a:spcAft>
                <a:spcPts val="0"/>
              </a:spcAft>
              <a:buClr>
                <a:srgbClr val="000000"/>
              </a:buClr>
              <a:buSzPts val="1200"/>
              <a:buFont typeface="Arial"/>
              <a:buNone/>
            </a:pPr>
            <a:r>
              <a:rPr lang="en" sz="800">
                <a:latin typeface="Poppins Medium"/>
                <a:ea typeface="Poppins Medium"/>
                <a:cs typeface="Poppins Medium"/>
                <a:sym typeface="Poppins Medium"/>
              </a:rPr>
              <a:t>[Title, Brand]</a:t>
            </a:r>
            <a:endParaRPr b="1" sz="800">
              <a:latin typeface="Poppins"/>
              <a:ea typeface="Poppins"/>
              <a:cs typeface="Poppins"/>
              <a:sym typeface="Poppins"/>
            </a:endParaRPr>
          </a:p>
        </p:txBody>
      </p:sp>
      <p:sp>
        <p:nvSpPr>
          <p:cNvPr id="663" name="Google Shape;663;p66"/>
          <p:cNvSpPr txBox="1"/>
          <p:nvPr/>
        </p:nvSpPr>
        <p:spPr>
          <a:xfrm>
            <a:off x="6076799" y="4191260"/>
            <a:ext cx="2610000" cy="387000"/>
          </a:xfrm>
          <a:prstGeom prst="rect">
            <a:avLst/>
          </a:prstGeom>
          <a:solidFill>
            <a:schemeClr val="accent4"/>
          </a:solid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200"/>
              <a:buFont typeface="Arial"/>
              <a:buNone/>
            </a:pPr>
            <a:r>
              <a:rPr b="1" lang="en" sz="800">
                <a:latin typeface="Poppins"/>
                <a:ea typeface="Poppins"/>
                <a:cs typeface="Poppins"/>
                <a:sym typeface="Poppins"/>
              </a:rPr>
              <a:t>[Name]</a:t>
            </a:r>
            <a:endParaRPr b="1" sz="800">
              <a:latin typeface="Poppins"/>
              <a:ea typeface="Poppins"/>
              <a:cs typeface="Poppins"/>
              <a:sym typeface="Poppins"/>
            </a:endParaRPr>
          </a:p>
          <a:p>
            <a:pPr indent="0" lvl="0" marL="0" rtl="0" algn="ctr">
              <a:spcBef>
                <a:spcPts val="0"/>
              </a:spcBef>
              <a:spcAft>
                <a:spcPts val="0"/>
              </a:spcAft>
              <a:buClr>
                <a:srgbClr val="000000"/>
              </a:buClr>
              <a:buSzPts val="1200"/>
              <a:buFont typeface="Arial"/>
              <a:buNone/>
            </a:pPr>
            <a:r>
              <a:rPr lang="en" sz="800">
                <a:latin typeface="Poppins Medium"/>
                <a:ea typeface="Poppins Medium"/>
                <a:cs typeface="Poppins Medium"/>
                <a:sym typeface="Poppins Medium"/>
              </a:rPr>
              <a:t>[Title, Brand]</a:t>
            </a:r>
            <a:endParaRPr b="1" sz="800">
              <a:latin typeface="Poppins"/>
              <a:ea typeface="Poppins"/>
              <a:cs typeface="Poppins"/>
              <a:sym typeface="Poppins"/>
            </a:endParaRPr>
          </a:p>
        </p:txBody>
      </p:sp>
      <p:cxnSp>
        <p:nvCxnSpPr>
          <p:cNvPr id="664" name="Google Shape;664;p66"/>
          <p:cNvCxnSpPr/>
          <p:nvPr/>
        </p:nvCxnSpPr>
        <p:spPr>
          <a:xfrm>
            <a:off x="2460342" y="4005967"/>
            <a:ext cx="0" cy="185400"/>
          </a:xfrm>
          <a:prstGeom prst="straightConnector1">
            <a:avLst/>
          </a:prstGeom>
          <a:noFill/>
          <a:ln cap="flat" cmpd="sng" w="9525">
            <a:solidFill>
              <a:srgbClr val="B7B7B7"/>
            </a:solidFill>
            <a:prstDash val="dash"/>
            <a:round/>
            <a:headEnd len="med" w="med" type="none"/>
            <a:tailEnd len="med" w="med" type="none"/>
          </a:ln>
        </p:spPr>
      </p:cxnSp>
      <p:cxnSp>
        <p:nvCxnSpPr>
          <p:cNvPr id="665" name="Google Shape;665;p66"/>
          <p:cNvCxnSpPr/>
          <p:nvPr/>
        </p:nvCxnSpPr>
        <p:spPr>
          <a:xfrm>
            <a:off x="5270185" y="4005967"/>
            <a:ext cx="0" cy="185400"/>
          </a:xfrm>
          <a:prstGeom prst="straightConnector1">
            <a:avLst/>
          </a:prstGeom>
          <a:noFill/>
          <a:ln cap="flat" cmpd="sng" w="9525">
            <a:solidFill>
              <a:srgbClr val="000000"/>
            </a:solidFill>
            <a:prstDash val="solid"/>
            <a:round/>
            <a:headEnd len="med" w="med" type="none"/>
            <a:tailEnd len="med" w="med" type="none"/>
          </a:ln>
        </p:spPr>
      </p:cxnSp>
      <p:cxnSp>
        <p:nvCxnSpPr>
          <p:cNvPr id="666" name="Google Shape;666;p66"/>
          <p:cNvCxnSpPr/>
          <p:nvPr/>
        </p:nvCxnSpPr>
        <p:spPr>
          <a:xfrm>
            <a:off x="3873855" y="4005967"/>
            <a:ext cx="0" cy="185400"/>
          </a:xfrm>
          <a:prstGeom prst="straightConnector1">
            <a:avLst/>
          </a:prstGeom>
          <a:noFill/>
          <a:ln cap="flat" cmpd="sng" w="9525">
            <a:solidFill>
              <a:srgbClr val="000000"/>
            </a:solidFill>
            <a:prstDash val="solid"/>
            <a:round/>
            <a:headEnd len="med" w="med" type="none"/>
            <a:tailEnd len="med" w="med" type="none"/>
          </a:ln>
        </p:spPr>
      </p:cxnSp>
      <p:cxnSp>
        <p:nvCxnSpPr>
          <p:cNvPr id="667" name="Google Shape;667;p66"/>
          <p:cNvCxnSpPr/>
          <p:nvPr/>
        </p:nvCxnSpPr>
        <p:spPr>
          <a:xfrm>
            <a:off x="7381787" y="4005967"/>
            <a:ext cx="0" cy="185400"/>
          </a:xfrm>
          <a:prstGeom prst="straightConnector1">
            <a:avLst/>
          </a:prstGeom>
          <a:noFill/>
          <a:ln cap="flat" cmpd="sng" w="9525">
            <a:solidFill>
              <a:srgbClr val="000000"/>
            </a:solidFill>
            <a:prstDash val="solid"/>
            <a:round/>
            <a:headEnd len="med" w="med" type="none"/>
            <a:tailEnd len="med" w="med" type="none"/>
          </a:ln>
        </p:spPr>
      </p:cxnSp>
      <p:cxnSp>
        <p:nvCxnSpPr>
          <p:cNvPr id="668" name="Google Shape;668;p66"/>
          <p:cNvCxnSpPr/>
          <p:nvPr/>
        </p:nvCxnSpPr>
        <p:spPr>
          <a:xfrm>
            <a:off x="2460342" y="3433591"/>
            <a:ext cx="0" cy="185400"/>
          </a:xfrm>
          <a:prstGeom prst="straightConnector1">
            <a:avLst/>
          </a:prstGeom>
          <a:noFill/>
          <a:ln cap="flat" cmpd="sng" w="9525">
            <a:solidFill>
              <a:srgbClr val="000000"/>
            </a:solidFill>
            <a:prstDash val="solid"/>
            <a:round/>
            <a:headEnd len="med" w="med" type="none"/>
            <a:tailEnd len="med" w="med" type="none"/>
          </a:ln>
        </p:spPr>
      </p:cxnSp>
      <p:cxnSp>
        <p:nvCxnSpPr>
          <p:cNvPr id="669" name="Google Shape;669;p66"/>
          <p:cNvCxnSpPr/>
          <p:nvPr/>
        </p:nvCxnSpPr>
        <p:spPr>
          <a:xfrm>
            <a:off x="5270185" y="3433591"/>
            <a:ext cx="0" cy="185400"/>
          </a:xfrm>
          <a:prstGeom prst="straightConnector1">
            <a:avLst/>
          </a:prstGeom>
          <a:noFill/>
          <a:ln cap="flat" cmpd="sng" w="9525">
            <a:solidFill>
              <a:srgbClr val="000000"/>
            </a:solidFill>
            <a:prstDash val="solid"/>
            <a:round/>
            <a:headEnd len="med" w="med" type="none"/>
            <a:tailEnd len="med" w="med" type="none"/>
          </a:ln>
        </p:spPr>
      </p:cxnSp>
      <p:cxnSp>
        <p:nvCxnSpPr>
          <p:cNvPr id="670" name="Google Shape;670;p66"/>
          <p:cNvCxnSpPr/>
          <p:nvPr/>
        </p:nvCxnSpPr>
        <p:spPr>
          <a:xfrm>
            <a:off x="3873855" y="3433591"/>
            <a:ext cx="0" cy="185400"/>
          </a:xfrm>
          <a:prstGeom prst="straightConnector1">
            <a:avLst/>
          </a:prstGeom>
          <a:noFill/>
          <a:ln cap="flat" cmpd="sng" w="9525">
            <a:solidFill>
              <a:srgbClr val="000000"/>
            </a:solidFill>
            <a:prstDash val="solid"/>
            <a:round/>
            <a:headEnd len="med" w="med" type="none"/>
            <a:tailEnd len="med" w="med" type="none"/>
          </a:ln>
        </p:spPr>
      </p:cxnSp>
      <p:cxnSp>
        <p:nvCxnSpPr>
          <p:cNvPr id="671" name="Google Shape;671;p66"/>
          <p:cNvCxnSpPr/>
          <p:nvPr/>
        </p:nvCxnSpPr>
        <p:spPr>
          <a:xfrm>
            <a:off x="7381787" y="3433591"/>
            <a:ext cx="0" cy="185400"/>
          </a:xfrm>
          <a:prstGeom prst="straightConnector1">
            <a:avLst/>
          </a:prstGeom>
          <a:noFill/>
          <a:ln cap="flat" cmpd="sng" w="9525">
            <a:solidFill>
              <a:srgbClr val="000000"/>
            </a:solidFill>
            <a:prstDash val="solid"/>
            <a:round/>
            <a:headEnd len="med" w="med" type="none"/>
            <a:tailEnd len="med" w="med" type="none"/>
          </a:ln>
        </p:spPr>
      </p:cxnSp>
      <p:cxnSp>
        <p:nvCxnSpPr>
          <p:cNvPr id="672" name="Google Shape;672;p66"/>
          <p:cNvCxnSpPr/>
          <p:nvPr/>
        </p:nvCxnSpPr>
        <p:spPr>
          <a:xfrm>
            <a:off x="1064012" y="3433591"/>
            <a:ext cx="0" cy="185400"/>
          </a:xfrm>
          <a:prstGeom prst="straightConnector1">
            <a:avLst/>
          </a:prstGeom>
          <a:noFill/>
          <a:ln cap="flat" cmpd="sng" w="9525">
            <a:solidFill>
              <a:srgbClr val="000000"/>
            </a:solidFill>
            <a:prstDash val="solid"/>
            <a:round/>
            <a:headEnd len="med" w="med" type="none"/>
            <a:tailEnd len="med" w="med" type="none"/>
          </a:ln>
        </p:spPr>
      </p:cxnSp>
      <p:cxnSp>
        <p:nvCxnSpPr>
          <p:cNvPr id="673" name="Google Shape;673;p66"/>
          <p:cNvCxnSpPr/>
          <p:nvPr/>
        </p:nvCxnSpPr>
        <p:spPr>
          <a:xfrm>
            <a:off x="2460342" y="2700512"/>
            <a:ext cx="0" cy="185400"/>
          </a:xfrm>
          <a:prstGeom prst="straightConnector1">
            <a:avLst/>
          </a:prstGeom>
          <a:noFill/>
          <a:ln cap="flat" cmpd="sng" w="9525">
            <a:solidFill>
              <a:srgbClr val="000000"/>
            </a:solidFill>
            <a:prstDash val="solid"/>
            <a:round/>
            <a:headEnd len="med" w="med" type="none"/>
            <a:tailEnd len="med" w="med" type="none"/>
          </a:ln>
        </p:spPr>
      </p:cxnSp>
      <p:cxnSp>
        <p:nvCxnSpPr>
          <p:cNvPr id="674" name="Google Shape;674;p66"/>
          <p:cNvCxnSpPr/>
          <p:nvPr/>
        </p:nvCxnSpPr>
        <p:spPr>
          <a:xfrm>
            <a:off x="4571915" y="2700512"/>
            <a:ext cx="0" cy="185400"/>
          </a:xfrm>
          <a:prstGeom prst="straightConnector1">
            <a:avLst/>
          </a:prstGeom>
          <a:noFill/>
          <a:ln cap="flat" cmpd="sng" w="9525">
            <a:solidFill>
              <a:srgbClr val="000000"/>
            </a:solidFill>
            <a:prstDash val="solid"/>
            <a:round/>
            <a:headEnd len="med" w="med" type="none"/>
            <a:tailEnd len="med" w="med" type="none"/>
          </a:ln>
        </p:spPr>
      </p:cxnSp>
      <p:cxnSp>
        <p:nvCxnSpPr>
          <p:cNvPr id="675" name="Google Shape;675;p66"/>
          <p:cNvCxnSpPr/>
          <p:nvPr/>
        </p:nvCxnSpPr>
        <p:spPr>
          <a:xfrm>
            <a:off x="7381787" y="2700512"/>
            <a:ext cx="0" cy="185400"/>
          </a:xfrm>
          <a:prstGeom prst="straightConnector1">
            <a:avLst/>
          </a:prstGeom>
          <a:noFill/>
          <a:ln cap="flat" cmpd="sng" w="9525">
            <a:solidFill>
              <a:srgbClr val="000000"/>
            </a:solidFill>
            <a:prstDash val="solid"/>
            <a:round/>
            <a:headEnd len="med" w="med" type="none"/>
            <a:tailEnd len="med" w="med" type="none"/>
          </a:ln>
        </p:spPr>
      </p:cxnSp>
      <p:cxnSp>
        <p:nvCxnSpPr>
          <p:cNvPr id="676" name="Google Shape;676;p66"/>
          <p:cNvCxnSpPr/>
          <p:nvPr/>
        </p:nvCxnSpPr>
        <p:spPr>
          <a:xfrm>
            <a:off x="1064012" y="2700512"/>
            <a:ext cx="0" cy="185400"/>
          </a:xfrm>
          <a:prstGeom prst="straightConnector1">
            <a:avLst/>
          </a:prstGeom>
          <a:noFill/>
          <a:ln cap="flat" cmpd="sng" w="9525">
            <a:solidFill>
              <a:srgbClr val="000000"/>
            </a:solidFill>
            <a:prstDash val="solid"/>
            <a:round/>
            <a:headEnd len="med" w="med" type="none"/>
            <a:tailEnd len="med" w="med" type="none"/>
          </a:ln>
        </p:spPr>
      </p:cxnSp>
      <p:cxnSp>
        <p:nvCxnSpPr>
          <p:cNvPr id="677" name="Google Shape;677;p66"/>
          <p:cNvCxnSpPr>
            <a:stCxn id="654" idx="2"/>
            <a:endCxn id="648" idx="0"/>
          </p:cNvCxnSpPr>
          <p:nvPr/>
        </p:nvCxnSpPr>
        <p:spPr>
          <a:xfrm>
            <a:off x="4572031" y="1849792"/>
            <a:ext cx="0" cy="354300"/>
          </a:xfrm>
          <a:prstGeom prst="straightConnector1">
            <a:avLst/>
          </a:prstGeom>
          <a:noFill/>
          <a:ln cap="flat" cmpd="sng" w="9525">
            <a:solidFill>
              <a:srgbClr val="000000"/>
            </a:solidFill>
            <a:prstDash val="solid"/>
            <a:round/>
            <a:headEnd len="med" w="med" type="none"/>
            <a:tailEnd len="med" w="med" type="none"/>
          </a:ln>
        </p:spPr>
      </p:cxnSp>
      <p:sp>
        <p:nvSpPr>
          <p:cNvPr id="678" name="Google Shape;678;p66"/>
          <p:cNvSpPr txBox="1"/>
          <p:nvPr>
            <p:ph type="title"/>
          </p:nvPr>
        </p:nvSpPr>
        <p:spPr>
          <a:xfrm>
            <a:off x="374550" y="493778"/>
            <a:ext cx="8394900" cy="2964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Large Org Chart – Leadership Image</a:t>
            </a:r>
            <a:endParaRPr/>
          </a:p>
        </p:txBody>
      </p:sp>
      <p:sp>
        <p:nvSpPr>
          <p:cNvPr id="679" name="Google Shape;679;p66"/>
          <p:cNvSpPr txBox="1"/>
          <p:nvPr>
            <p:ph idx="1" type="subTitle"/>
          </p:nvPr>
        </p:nvSpPr>
        <p:spPr>
          <a:xfrm>
            <a:off x="374550" y="915150"/>
            <a:ext cx="8394900" cy="169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Click to highlight the circle, then drag and drop in a new image to replace it.</a:t>
            </a:r>
            <a:endParaRPr/>
          </a:p>
        </p:txBody>
      </p:sp>
      <p:sp>
        <p:nvSpPr>
          <p:cNvPr id="680" name="Google Shape;680;p66"/>
          <p:cNvSpPr/>
          <p:nvPr>
            <p:ph idx="2" type="pic"/>
          </p:nvPr>
        </p:nvSpPr>
        <p:spPr>
          <a:xfrm>
            <a:off x="2938725" y="1268850"/>
            <a:ext cx="667200" cy="667200"/>
          </a:xfrm>
          <a:prstGeom prst="ellipse">
            <a:avLst/>
          </a:prstGeom>
          <a:noFill/>
          <a:ln cap="flat" cmpd="sng" w="38100">
            <a:solidFill>
              <a:schemeClr val="accent2"/>
            </a:solidFill>
            <a:prstDash val="solid"/>
            <a:round/>
            <a:headEnd len="sm" w="sm" type="none"/>
            <a:tailEnd len="sm" w="sm" type="none"/>
          </a:ln>
        </p:spPr>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67"/>
          <p:cNvSpPr/>
          <p:nvPr/>
        </p:nvSpPr>
        <p:spPr>
          <a:xfrm>
            <a:off x="1790312" y="1958795"/>
            <a:ext cx="5603102" cy="149977"/>
          </a:xfrm>
          <a:custGeom>
            <a:rect b="b" l="l" r="r" t="t"/>
            <a:pathLst>
              <a:path extrusionOk="0" h="10329" w="240296">
                <a:moveTo>
                  <a:pt x="0" y="9721"/>
                </a:moveTo>
                <a:lnTo>
                  <a:pt x="0" y="0"/>
                </a:lnTo>
                <a:lnTo>
                  <a:pt x="240296" y="0"/>
                </a:lnTo>
                <a:lnTo>
                  <a:pt x="240296" y="10329"/>
                </a:lnTo>
              </a:path>
            </a:pathLst>
          </a:custGeom>
          <a:noFill/>
          <a:ln cap="flat" cmpd="sng" w="9525">
            <a:solidFill>
              <a:srgbClr val="000000"/>
            </a:solidFill>
            <a:prstDash val="solid"/>
            <a:round/>
            <a:headEnd len="med" w="med" type="none"/>
            <a:tailEnd len="med" w="med" type="none"/>
          </a:ln>
        </p:spPr>
      </p:sp>
      <p:sp>
        <p:nvSpPr>
          <p:cNvPr id="686" name="Google Shape;686;p67"/>
          <p:cNvSpPr txBox="1"/>
          <p:nvPr/>
        </p:nvSpPr>
        <p:spPr>
          <a:xfrm>
            <a:off x="457200" y="2084618"/>
            <a:ext cx="2610000" cy="494700"/>
          </a:xfrm>
          <a:prstGeom prst="rect">
            <a:avLst/>
          </a:prstGeom>
          <a:solidFill>
            <a:schemeClr val="accent1"/>
          </a:solid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200"/>
              <a:buFont typeface="Arial"/>
              <a:buNone/>
            </a:pPr>
            <a:r>
              <a:rPr b="1" lang="en" sz="900">
                <a:solidFill>
                  <a:srgbClr val="FFFFFF"/>
                </a:solidFill>
                <a:latin typeface="Poppins"/>
                <a:ea typeface="Poppins"/>
                <a:cs typeface="Poppins"/>
                <a:sym typeface="Poppins"/>
              </a:rPr>
              <a:t>[Name]</a:t>
            </a:r>
            <a:endParaRPr b="1" sz="900">
              <a:solidFill>
                <a:srgbClr val="FFFFFF"/>
              </a:solidFill>
              <a:latin typeface="Poppins"/>
              <a:ea typeface="Poppins"/>
              <a:cs typeface="Poppins"/>
              <a:sym typeface="Poppins"/>
            </a:endParaRPr>
          </a:p>
          <a:p>
            <a:pPr indent="0" lvl="0" marL="0" rtl="0" algn="ctr">
              <a:spcBef>
                <a:spcPts val="0"/>
              </a:spcBef>
              <a:spcAft>
                <a:spcPts val="0"/>
              </a:spcAft>
              <a:buClr>
                <a:srgbClr val="000000"/>
              </a:buClr>
              <a:buSzPts val="1200"/>
              <a:buFont typeface="Arial"/>
              <a:buNone/>
            </a:pPr>
            <a:r>
              <a:rPr lang="en" sz="900">
                <a:solidFill>
                  <a:srgbClr val="FFFFFF"/>
                </a:solidFill>
                <a:latin typeface="Poppins Medium"/>
                <a:ea typeface="Poppins Medium"/>
                <a:cs typeface="Poppins Medium"/>
                <a:sym typeface="Poppins Medium"/>
              </a:rPr>
              <a:t>[Title, Brand]</a:t>
            </a:r>
            <a:endParaRPr b="1" sz="900">
              <a:solidFill>
                <a:srgbClr val="FFFFFF"/>
              </a:solidFill>
              <a:latin typeface="Poppins"/>
              <a:ea typeface="Poppins"/>
              <a:cs typeface="Poppins"/>
              <a:sym typeface="Poppins"/>
            </a:endParaRPr>
          </a:p>
        </p:txBody>
      </p:sp>
      <p:sp>
        <p:nvSpPr>
          <p:cNvPr id="687" name="Google Shape;687;p67"/>
          <p:cNvSpPr txBox="1"/>
          <p:nvPr/>
        </p:nvSpPr>
        <p:spPr>
          <a:xfrm>
            <a:off x="3266938" y="2084618"/>
            <a:ext cx="2610000" cy="494700"/>
          </a:xfrm>
          <a:prstGeom prst="rect">
            <a:avLst/>
          </a:prstGeom>
          <a:solidFill>
            <a:schemeClr val="accent1"/>
          </a:solid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200"/>
              <a:buFont typeface="Arial"/>
              <a:buNone/>
            </a:pPr>
            <a:r>
              <a:rPr b="1" lang="en" sz="900">
                <a:solidFill>
                  <a:srgbClr val="FFFFFF"/>
                </a:solidFill>
                <a:latin typeface="Poppins"/>
                <a:ea typeface="Poppins"/>
                <a:cs typeface="Poppins"/>
                <a:sym typeface="Poppins"/>
              </a:rPr>
              <a:t>[Name]</a:t>
            </a:r>
            <a:endParaRPr b="1" sz="900">
              <a:solidFill>
                <a:srgbClr val="FFFFFF"/>
              </a:solidFill>
              <a:latin typeface="Poppins"/>
              <a:ea typeface="Poppins"/>
              <a:cs typeface="Poppins"/>
              <a:sym typeface="Poppins"/>
            </a:endParaRPr>
          </a:p>
          <a:p>
            <a:pPr indent="0" lvl="0" marL="0" rtl="0" algn="ctr">
              <a:spcBef>
                <a:spcPts val="0"/>
              </a:spcBef>
              <a:spcAft>
                <a:spcPts val="0"/>
              </a:spcAft>
              <a:buClr>
                <a:srgbClr val="000000"/>
              </a:buClr>
              <a:buSzPts val="1200"/>
              <a:buFont typeface="Arial"/>
              <a:buNone/>
            </a:pPr>
            <a:r>
              <a:rPr lang="en" sz="900">
                <a:solidFill>
                  <a:srgbClr val="FFFFFF"/>
                </a:solidFill>
                <a:latin typeface="Poppins Medium"/>
                <a:ea typeface="Poppins Medium"/>
                <a:cs typeface="Poppins Medium"/>
                <a:sym typeface="Poppins Medium"/>
              </a:rPr>
              <a:t>[Title, Brand]</a:t>
            </a:r>
            <a:endParaRPr sz="900">
              <a:solidFill>
                <a:srgbClr val="FFFFFF"/>
              </a:solidFill>
              <a:latin typeface="Poppins Medium"/>
              <a:ea typeface="Poppins Medium"/>
              <a:cs typeface="Poppins Medium"/>
              <a:sym typeface="Poppins Medium"/>
            </a:endParaRPr>
          </a:p>
        </p:txBody>
      </p:sp>
      <p:sp>
        <p:nvSpPr>
          <p:cNvPr id="688" name="Google Shape;688;p67"/>
          <p:cNvSpPr txBox="1"/>
          <p:nvPr/>
        </p:nvSpPr>
        <p:spPr>
          <a:xfrm>
            <a:off x="3267031" y="2766420"/>
            <a:ext cx="2610000" cy="547500"/>
          </a:xfrm>
          <a:prstGeom prst="rect">
            <a:avLst/>
          </a:prstGeom>
          <a:solidFill>
            <a:schemeClr val="accent4"/>
          </a:solid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200"/>
              <a:buFont typeface="Arial"/>
              <a:buNone/>
            </a:pPr>
            <a:r>
              <a:rPr b="1" lang="en" sz="900">
                <a:latin typeface="Poppins"/>
                <a:ea typeface="Poppins"/>
                <a:cs typeface="Poppins"/>
                <a:sym typeface="Poppins"/>
              </a:rPr>
              <a:t>[Name]</a:t>
            </a:r>
            <a:endParaRPr b="1" sz="900">
              <a:latin typeface="Poppins"/>
              <a:ea typeface="Poppins"/>
              <a:cs typeface="Poppins"/>
              <a:sym typeface="Poppins"/>
            </a:endParaRPr>
          </a:p>
          <a:p>
            <a:pPr indent="0" lvl="0" marL="0" rtl="0" algn="ctr">
              <a:spcBef>
                <a:spcPts val="0"/>
              </a:spcBef>
              <a:spcAft>
                <a:spcPts val="0"/>
              </a:spcAft>
              <a:buClr>
                <a:srgbClr val="000000"/>
              </a:buClr>
              <a:buSzPts val="1200"/>
              <a:buFont typeface="Arial"/>
              <a:buNone/>
            </a:pPr>
            <a:r>
              <a:rPr lang="en" sz="900">
                <a:latin typeface="Poppins Medium"/>
                <a:ea typeface="Poppins Medium"/>
                <a:cs typeface="Poppins Medium"/>
                <a:sym typeface="Poppins Medium"/>
              </a:rPr>
              <a:t>[Title, Brand]</a:t>
            </a:r>
            <a:endParaRPr b="1" sz="900">
              <a:latin typeface="Poppins"/>
              <a:ea typeface="Poppins"/>
              <a:cs typeface="Poppins"/>
              <a:sym typeface="Poppins"/>
            </a:endParaRPr>
          </a:p>
        </p:txBody>
      </p:sp>
      <p:sp>
        <p:nvSpPr>
          <p:cNvPr id="689" name="Google Shape;689;p67"/>
          <p:cNvSpPr txBox="1"/>
          <p:nvPr/>
        </p:nvSpPr>
        <p:spPr>
          <a:xfrm>
            <a:off x="6076799" y="2084618"/>
            <a:ext cx="2610000" cy="494700"/>
          </a:xfrm>
          <a:prstGeom prst="rect">
            <a:avLst/>
          </a:prstGeom>
          <a:solidFill>
            <a:schemeClr val="accent1"/>
          </a:solid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200"/>
              <a:buFont typeface="Arial"/>
              <a:buNone/>
            </a:pPr>
            <a:r>
              <a:rPr b="1" lang="en" sz="900">
                <a:solidFill>
                  <a:srgbClr val="FFFFFF"/>
                </a:solidFill>
                <a:latin typeface="Poppins"/>
                <a:ea typeface="Poppins"/>
                <a:cs typeface="Poppins"/>
                <a:sym typeface="Poppins"/>
              </a:rPr>
              <a:t>[Name]</a:t>
            </a:r>
            <a:endParaRPr b="1" sz="900">
              <a:solidFill>
                <a:srgbClr val="FFFFFF"/>
              </a:solidFill>
              <a:latin typeface="Poppins"/>
              <a:ea typeface="Poppins"/>
              <a:cs typeface="Poppins"/>
              <a:sym typeface="Poppins"/>
            </a:endParaRPr>
          </a:p>
          <a:p>
            <a:pPr indent="0" lvl="0" marL="0" rtl="0" algn="ctr">
              <a:spcBef>
                <a:spcPts val="0"/>
              </a:spcBef>
              <a:spcAft>
                <a:spcPts val="0"/>
              </a:spcAft>
              <a:buClr>
                <a:srgbClr val="000000"/>
              </a:buClr>
              <a:buSzPts val="1200"/>
              <a:buFont typeface="Arial"/>
              <a:buNone/>
            </a:pPr>
            <a:r>
              <a:rPr lang="en" sz="900">
                <a:solidFill>
                  <a:srgbClr val="FFFFFF"/>
                </a:solidFill>
                <a:latin typeface="Poppins Medium"/>
                <a:ea typeface="Poppins Medium"/>
                <a:cs typeface="Poppins Medium"/>
                <a:sym typeface="Poppins Medium"/>
              </a:rPr>
              <a:t>[Title, Brand]</a:t>
            </a:r>
            <a:endParaRPr b="1" sz="900">
              <a:solidFill>
                <a:srgbClr val="FFFFFF"/>
              </a:solidFill>
              <a:latin typeface="Poppins"/>
              <a:ea typeface="Poppins"/>
              <a:cs typeface="Poppins"/>
              <a:sym typeface="Poppins"/>
            </a:endParaRPr>
          </a:p>
        </p:txBody>
      </p:sp>
      <p:sp>
        <p:nvSpPr>
          <p:cNvPr id="690" name="Google Shape;690;p67"/>
          <p:cNvSpPr txBox="1"/>
          <p:nvPr/>
        </p:nvSpPr>
        <p:spPr>
          <a:xfrm>
            <a:off x="6076799" y="2766420"/>
            <a:ext cx="2610000" cy="547500"/>
          </a:xfrm>
          <a:prstGeom prst="rect">
            <a:avLst/>
          </a:prstGeom>
          <a:solidFill>
            <a:schemeClr val="accent4"/>
          </a:solid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200"/>
              <a:buFont typeface="Arial"/>
              <a:buNone/>
            </a:pPr>
            <a:r>
              <a:rPr b="1" lang="en" sz="900">
                <a:latin typeface="Poppins"/>
                <a:ea typeface="Poppins"/>
                <a:cs typeface="Poppins"/>
                <a:sym typeface="Poppins"/>
              </a:rPr>
              <a:t>[Name]</a:t>
            </a:r>
            <a:endParaRPr b="1" sz="900">
              <a:latin typeface="Poppins"/>
              <a:ea typeface="Poppins"/>
              <a:cs typeface="Poppins"/>
              <a:sym typeface="Poppins"/>
            </a:endParaRPr>
          </a:p>
          <a:p>
            <a:pPr indent="0" lvl="0" marL="0" rtl="0" algn="ctr">
              <a:spcBef>
                <a:spcPts val="0"/>
              </a:spcBef>
              <a:spcAft>
                <a:spcPts val="0"/>
              </a:spcAft>
              <a:buClr>
                <a:srgbClr val="000000"/>
              </a:buClr>
              <a:buSzPts val="1200"/>
              <a:buFont typeface="Arial"/>
              <a:buNone/>
            </a:pPr>
            <a:r>
              <a:rPr lang="en" sz="900">
                <a:latin typeface="Poppins Medium"/>
                <a:ea typeface="Poppins Medium"/>
                <a:cs typeface="Poppins Medium"/>
                <a:sym typeface="Poppins Medium"/>
              </a:rPr>
              <a:t>[Title, Brand]</a:t>
            </a:r>
            <a:endParaRPr b="1" sz="900">
              <a:latin typeface="Poppins"/>
              <a:ea typeface="Poppins"/>
              <a:cs typeface="Poppins"/>
              <a:sym typeface="Poppins"/>
            </a:endParaRPr>
          </a:p>
        </p:txBody>
      </p:sp>
      <p:sp>
        <p:nvSpPr>
          <p:cNvPr id="691" name="Google Shape;691;p67"/>
          <p:cNvSpPr txBox="1"/>
          <p:nvPr/>
        </p:nvSpPr>
        <p:spPr>
          <a:xfrm>
            <a:off x="457200" y="2766378"/>
            <a:ext cx="1213800" cy="547500"/>
          </a:xfrm>
          <a:prstGeom prst="rect">
            <a:avLst/>
          </a:prstGeom>
          <a:solidFill>
            <a:schemeClr val="accent4"/>
          </a:solid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200"/>
              <a:buFont typeface="Arial"/>
              <a:buNone/>
            </a:pPr>
            <a:r>
              <a:rPr b="1" lang="en" sz="900">
                <a:latin typeface="Poppins"/>
                <a:ea typeface="Poppins"/>
                <a:cs typeface="Poppins"/>
                <a:sym typeface="Poppins"/>
              </a:rPr>
              <a:t>[Name]</a:t>
            </a:r>
            <a:endParaRPr b="1" sz="900">
              <a:latin typeface="Poppins"/>
              <a:ea typeface="Poppins"/>
              <a:cs typeface="Poppins"/>
              <a:sym typeface="Poppins"/>
            </a:endParaRPr>
          </a:p>
          <a:p>
            <a:pPr indent="0" lvl="0" marL="0" rtl="0" algn="ctr">
              <a:spcBef>
                <a:spcPts val="0"/>
              </a:spcBef>
              <a:spcAft>
                <a:spcPts val="0"/>
              </a:spcAft>
              <a:buClr>
                <a:srgbClr val="000000"/>
              </a:buClr>
              <a:buSzPts val="1200"/>
              <a:buFont typeface="Arial"/>
              <a:buNone/>
            </a:pPr>
            <a:r>
              <a:rPr lang="en" sz="900">
                <a:latin typeface="Poppins Medium"/>
                <a:ea typeface="Poppins Medium"/>
                <a:cs typeface="Poppins Medium"/>
                <a:sym typeface="Poppins Medium"/>
              </a:rPr>
              <a:t>[Title, Brand]</a:t>
            </a:r>
            <a:endParaRPr b="1" sz="900">
              <a:latin typeface="Poppins"/>
              <a:ea typeface="Poppins"/>
              <a:cs typeface="Poppins"/>
              <a:sym typeface="Poppins"/>
            </a:endParaRPr>
          </a:p>
        </p:txBody>
      </p:sp>
      <p:sp>
        <p:nvSpPr>
          <p:cNvPr id="692" name="Google Shape;692;p67"/>
          <p:cNvSpPr txBox="1"/>
          <p:nvPr/>
        </p:nvSpPr>
        <p:spPr>
          <a:xfrm>
            <a:off x="1853530" y="2766378"/>
            <a:ext cx="1213800" cy="547500"/>
          </a:xfrm>
          <a:prstGeom prst="rect">
            <a:avLst/>
          </a:prstGeom>
          <a:solidFill>
            <a:schemeClr val="accent4"/>
          </a:solid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200"/>
              <a:buFont typeface="Arial"/>
              <a:buNone/>
            </a:pPr>
            <a:r>
              <a:rPr b="1" lang="en" sz="900">
                <a:latin typeface="Poppins"/>
                <a:ea typeface="Poppins"/>
                <a:cs typeface="Poppins"/>
                <a:sym typeface="Poppins"/>
              </a:rPr>
              <a:t>[Name]</a:t>
            </a:r>
            <a:endParaRPr b="1" sz="900">
              <a:latin typeface="Poppins"/>
              <a:ea typeface="Poppins"/>
              <a:cs typeface="Poppins"/>
              <a:sym typeface="Poppins"/>
            </a:endParaRPr>
          </a:p>
          <a:p>
            <a:pPr indent="0" lvl="0" marL="0" rtl="0" algn="ctr">
              <a:spcBef>
                <a:spcPts val="0"/>
              </a:spcBef>
              <a:spcAft>
                <a:spcPts val="0"/>
              </a:spcAft>
              <a:buClr>
                <a:srgbClr val="000000"/>
              </a:buClr>
              <a:buSzPts val="1200"/>
              <a:buFont typeface="Arial"/>
              <a:buNone/>
            </a:pPr>
            <a:r>
              <a:rPr lang="en" sz="900">
                <a:latin typeface="Poppins Medium"/>
                <a:ea typeface="Poppins Medium"/>
                <a:cs typeface="Poppins Medium"/>
                <a:sym typeface="Poppins Medium"/>
              </a:rPr>
              <a:t>[Title, Brand]</a:t>
            </a:r>
            <a:endParaRPr b="1" sz="900">
              <a:latin typeface="Poppins"/>
              <a:ea typeface="Poppins"/>
              <a:cs typeface="Poppins"/>
              <a:sym typeface="Poppins"/>
            </a:endParaRPr>
          </a:p>
        </p:txBody>
      </p:sp>
      <p:sp>
        <p:nvSpPr>
          <p:cNvPr id="693" name="Google Shape;693;p67"/>
          <p:cNvSpPr txBox="1"/>
          <p:nvPr/>
        </p:nvSpPr>
        <p:spPr>
          <a:xfrm>
            <a:off x="3267031" y="1355092"/>
            <a:ext cx="2610000" cy="494700"/>
          </a:xfrm>
          <a:prstGeom prst="rect">
            <a:avLst/>
          </a:prstGeom>
          <a:solidFill>
            <a:schemeClr val="accent2"/>
          </a:solid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200"/>
              <a:buFont typeface="Arial"/>
              <a:buNone/>
            </a:pPr>
            <a:r>
              <a:rPr b="1" lang="en" sz="1000">
                <a:solidFill>
                  <a:srgbClr val="FFFFFF"/>
                </a:solidFill>
                <a:latin typeface="Poppins"/>
                <a:ea typeface="Poppins"/>
                <a:cs typeface="Poppins"/>
                <a:sym typeface="Poppins"/>
              </a:rPr>
              <a:t>[Director Name]</a:t>
            </a:r>
            <a:endParaRPr b="1" sz="1000">
              <a:solidFill>
                <a:srgbClr val="FFFFFF"/>
              </a:solidFill>
              <a:latin typeface="Poppins"/>
              <a:ea typeface="Poppins"/>
              <a:cs typeface="Poppins"/>
              <a:sym typeface="Poppins"/>
            </a:endParaRPr>
          </a:p>
          <a:p>
            <a:pPr indent="0" lvl="0" marL="0" rtl="0" algn="ctr">
              <a:spcBef>
                <a:spcPts val="0"/>
              </a:spcBef>
              <a:spcAft>
                <a:spcPts val="0"/>
              </a:spcAft>
              <a:buClr>
                <a:srgbClr val="000000"/>
              </a:buClr>
              <a:buSzPts val="1200"/>
              <a:buFont typeface="Arial"/>
              <a:buNone/>
            </a:pPr>
            <a:r>
              <a:rPr lang="en" sz="1000">
                <a:solidFill>
                  <a:srgbClr val="FFFFFF"/>
                </a:solidFill>
                <a:latin typeface="Poppins Medium"/>
                <a:ea typeface="Poppins Medium"/>
                <a:cs typeface="Poppins Medium"/>
                <a:sym typeface="Poppins Medium"/>
              </a:rPr>
              <a:t>[Title, Brand]</a:t>
            </a:r>
            <a:endParaRPr sz="1000">
              <a:solidFill>
                <a:srgbClr val="FFFFFF"/>
              </a:solidFill>
              <a:latin typeface="Poppins Medium"/>
              <a:ea typeface="Poppins Medium"/>
              <a:cs typeface="Poppins Medium"/>
              <a:sym typeface="Poppins Medium"/>
            </a:endParaRPr>
          </a:p>
        </p:txBody>
      </p:sp>
      <p:sp>
        <p:nvSpPr>
          <p:cNvPr id="694" name="Google Shape;694;p67"/>
          <p:cNvSpPr txBox="1"/>
          <p:nvPr/>
        </p:nvSpPr>
        <p:spPr>
          <a:xfrm>
            <a:off x="457200" y="3499451"/>
            <a:ext cx="1213800" cy="387000"/>
          </a:xfrm>
          <a:prstGeom prst="rect">
            <a:avLst/>
          </a:prstGeom>
          <a:solidFill>
            <a:schemeClr val="accent5"/>
          </a:solid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200"/>
              <a:buFont typeface="Arial"/>
              <a:buNone/>
            </a:pPr>
            <a:r>
              <a:rPr b="1" lang="en" sz="800">
                <a:latin typeface="Poppins"/>
                <a:ea typeface="Poppins"/>
                <a:cs typeface="Poppins"/>
                <a:sym typeface="Poppins"/>
              </a:rPr>
              <a:t>[Name]</a:t>
            </a:r>
            <a:endParaRPr b="1" sz="800">
              <a:latin typeface="Poppins"/>
              <a:ea typeface="Poppins"/>
              <a:cs typeface="Poppins"/>
              <a:sym typeface="Poppins"/>
            </a:endParaRPr>
          </a:p>
          <a:p>
            <a:pPr indent="0" lvl="0" marL="0" rtl="0" algn="ctr">
              <a:spcBef>
                <a:spcPts val="0"/>
              </a:spcBef>
              <a:spcAft>
                <a:spcPts val="0"/>
              </a:spcAft>
              <a:buClr>
                <a:srgbClr val="000000"/>
              </a:buClr>
              <a:buSzPts val="1200"/>
              <a:buFont typeface="Arial"/>
              <a:buNone/>
            </a:pPr>
            <a:r>
              <a:rPr lang="en" sz="800">
                <a:latin typeface="Poppins Medium"/>
                <a:ea typeface="Poppins Medium"/>
                <a:cs typeface="Poppins Medium"/>
                <a:sym typeface="Poppins Medium"/>
              </a:rPr>
              <a:t>[Title, Brand]</a:t>
            </a:r>
            <a:endParaRPr b="1" sz="800">
              <a:latin typeface="Poppins"/>
              <a:ea typeface="Poppins"/>
              <a:cs typeface="Poppins"/>
              <a:sym typeface="Poppins"/>
            </a:endParaRPr>
          </a:p>
        </p:txBody>
      </p:sp>
      <p:sp>
        <p:nvSpPr>
          <p:cNvPr id="695" name="Google Shape;695;p67"/>
          <p:cNvSpPr txBox="1"/>
          <p:nvPr/>
        </p:nvSpPr>
        <p:spPr>
          <a:xfrm>
            <a:off x="1853530" y="3499451"/>
            <a:ext cx="1213800" cy="387000"/>
          </a:xfrm>
          <a:prstGeom prst="rect">
            <a:avLst/>
          </a:prstGeom>
          <a:solidFill>
            <a:schemeClr val="accent5"/>
          </a:solid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200"/>
              <a:buFont typeface="Arial"/>
              <a:buNone/>
            </a:pPr>
            <a:r>
              <a:rPr b="1" lang="en" sz="800">
                <a:latin typeface="Poppins"/>
                <a:ea typeface="Poppins"/>
                <a:cs typeface="Poppins"/>
                <a:sym typeface="Poppins"/>
              </a:rPr>
              <a:t>[Name]</a:t>
            </a:r>
            <a:endParaRPr b="1" sz="800">
              <a:latin typeface="Poppins"/>
              <a:ea typeface="Poppins"/>
              <a:cs typeface="Poppins"/>
              <a:sym typeface="Poppins"/>
            </a:endParaRPr>
          </a:p>
          <a:p>
            <a:pPr indent="0" lvl="0" marL="0" rtl="0" algn="ctr">
              <a:spcBef>
                <a:spcPts val="0"/>
              </a:spcBef>
              <a:spcAft>
                <a:spcPts val="0"/>
              </a:spcAft>
              <a:buClr>
                <a:srgbClr val="000000"/>
              </a:buClr>
              <a:buSzPts val="1200"/>
              <a:buFont typeface="Arial"/>
              <a:buNone/>
            </a:pPr>
            <a:r>
              <a:rPr lang="en" sz="800">
                <a:latin typeface="Poppins Medium"/>
                <a:ea typeface="Poppins Medium"/>
                <a:cs typeface="Poppins Medium"/>
                <a:sym typeface="Poppins Medium"/>
              </a:rPr>
              <a:t>[Title, Brand]</a:t>
            </a:r>
            <a:endParaRPr b="1" sz="800">
              <a:latin typeface="Poppins"/>
              <a:ea typeface="Poppins"/>
              <a:cs typeface="Poppins"/>
              <a:sym typeface="Poppins"/>
            </a:endParaRPr>
          </a:p>
        </p:txBody>
      </p:sp>
      <p:sp>
        <p:nvSpPr>
          <p:cNvPr id="696" name="Google Shape;696;p67"/>
          <p:cNvSpPr txBox="1"/>
          <p:nvPr/>
        </p:nvSpPr>
        <p:spPr>
          <a:xfrm>
            <a:off x="3267043" y="3499451"/>
            <a:ext cx="1213800" cy="387000"/>
          </a:xfrm>
          <a:prstGeom prst="rect">
            <a:avLst/>
          </a:prstGeom>
          <a:solidFill>
            <a:schemeClr val="accent5"/>
          </a:solid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200"/>
              <a:buFont typeface="Arial"/>
              <a:buNone/>
            </a:pPr>
            <a:r>
              <a:rPr b="1" lang="en" sz="800">
                <a:latin typeface="Poppins"/>
                <a:ea typeface="Poppins"/>
                <a:cs typeface="Poppins"/>
                <a:sym typeface="Poppins"/>
              </a:rPr>
              <a:t>[Name]</a:t>
            </a:r>
            <a:endParaRPr b="1" sz="800">
              <a:latin typeface="Poppins"/>
              <a:ea typeface="Poppins"/>
              <a:cs typeface="Poppins"/>
              <a:sym typeface="Poppins"/>
            </a:endParaRPr>
          </a:p>
          <a:p>
            <a:pPr indent="0" lvl="0" marL="0" rtl="0" algn="ctr">
              <a:spcBef>
                <a:spcPts val="0"/>
              </a:spcBef>
              <a:spcAft>
                <a:spcPts val="0"/>
              </a:spcAft>
              <a:buClr>
                <a:srgbClr val="000000"/>
              </a:buClr>
              <a:buSzPts val="1200"/>
              <a:buFont typeface="Arial"/>
              <a:buNone/>
            </a:pPr>
            <a:r>
              <a:rPr lang="en" sz="800">
                <a:latin typeface="Poppins Medium"/>
                <a:ea typeface="Poppins Medium"/>
                <a:cs typeface="Poppins Medium"/>
                <a:sym typeface="Poppins Medium"/>
              </a:rPr>
              <a:t>[Title, Brand]</a:t>
            </a:r>
            <a:endParaRPr b="1" sz="800">
              <a:latin typeface="Poppins"/>
              <a:ea typeface="Poppins"/>
              <a:cs typeface="Poppins"/>
              <a:sym typeface="Poppins"/>
            </a:endParaRPr>
          </a:p>
        </p:txBody>
      </p:sp>
      <p:sp>
        <p:nvSpPr>
          <p:cNvPr id="697" name="Google Shape;697;p67"/>
          <p:cNvSpPr txBox="1"/>
          <p:nvPr/>
        </p:nvSpPr>
        <p:spPr>
          <a:xfrm>
            <a:off x="4663373" y="3499451"/>
            <a:ext cx="1213800" cy="387000"/>
          </a:xfrm>
          <a:prstGeom prst="rect">
            <a:avLst/>
          </a:prstGeom>
          <a:solidFill>
            <a:schemeClr val="accent5"/>
          </a:solid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200"/>
              <a:buFont typeface="Arial"/>
              <a:buNone/>
            </a:pPr>
            <a:r>
              <a:rPr b="1" lang="en" sz="800">
                <a:latin typeface="Poppins"/>
                <a:ea typeface="Poppins"/>
                <a:cs typeface="Poppins"/>
                <a:sym typeface="Poppins"/>
              </a:rPr>
              <a:t>[Name]</a:t>
            </a:r>
            <a:endParaRPr b="1" sz="800">
              <a:latin typeface="Poppins"/>
              <a:ea typeface="Poppins"/>
              <a:cs typeface="Poppins"/>
              <a:sym typeface="Poppins"/>
            </a:endParaRPr>
          </a:p>
          <a:p>
            <a:pPr indent="0" lvl="0" marL="0" rtl="0" algn="ctr">
              <a:spcBef>
                <a:spcPts val="0"/>
              </a:spcBef>
              <a:spcAft>
                <a:spcPts val="0"/>
              </a:spcAft>
              <a:buClr>
                <a:srgbClr val="000000"/>
              </a:buClr>
              <a:buSzPts val="1200"/>
              <a:buFont typeface="Arial"/>
              <a:buNone/>
            </a:pPr>
            <a:r>
              <a:rPr lang="en" sz="800">
                <a:latin typeface="Poppins Medium"/>
                <a:ea typeface="Poppins Medium"/>
                <a:cs typeface="Poppins Medium"/>
                <a:sym typeface="Poppins Medium"/>
              </a:rPr>
              <a:t>[Title, Brand]</a:t>
            </a:r>
            <a:endParaRPr b="1" sz="800">
              <a:latin typeface="Poppins"/>
              <a:ea typeface="Poppins"/>
              <a:cs typeface="Poppins"/>
              <a:sym typeface="Poppins"/>
            </a:endParaRPr>
          </a:p>
        </p:txBody>
      </p:sp>
      <p:sp>
        <p:nvSpPr>
          <p:cNvPr id="698" name="Google Shape;698;p67"/>
          <p:cNvSpPr txBox="1"/>
          <p:nvPr/>
        </p:nvSpPr>
        <p:spPr>
          <a:xfrm>
            <a:off x="6076799" y="3499445"/>
            <a:ext cx="2610000" cy="387000"/>
          </a:xfrm>
          <a:prstGeom prst="rect">
            <a:avLst/>
          </a:prstGeom>
          <a:solidFill>
            <a:schemeClr val="accent5"/>
          </a:solid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200"/>
              <a:buFont typeface="Arial"/>
              <a:buNone/>
            </a:pPr>
            <a:r>
              <a:rPr b="1" lang="en" sz="800">
                <a:latin typeface="Poppins"/>
                <a:ea typeface="Poppins"/>
                <a:cs typeface="Poppins"/>
                <a:sym typeface="Poppins"/>
              </a:rPr>
              <a:t>[Name]</a:t>
            </a:r>
            <a:endParaRPr b="1" sz="800">
              <a:latin typeface="Poppins"/>
              <a:ea typeface="Poppins"/>
              <a:cs typeface="Poppins"/>
              <a:sym typeface="Poppins"/>
            </a:endParaRPr>
          </a:p>
          <a:p>
            <a:pPr indent="0" lvl="0" marL="0" rtl="0" algn="ctr">
              <a:spcBef>
                <a:spcPts val="0"/>
              </a:spcBef>
              <a:spcAft>
                <a:spcPts val="0"/>
              </a:spcAft>
              <a:buClr>
                <a:srgbClr val="000000"/>
              </a:buClr>
              <a:buSzPts val="1200"/>
              <a:buFont typeface="Arial"/>
              <a:buNone/>
            </a:pPr>
            <a:r>
              <a:rPr lang="en" sz="800">
                <a:latin typeface="Poppins Medium"/>
                <a:ea typeface="Poppins Medium"/>
                <a:cs typeface="Poppins Medium"/>
                <a:sym typeface="Poppins Medium"/>
              </a:rPr>
              <a:t>[Title, Brand]</a:t>
            </a:r>
            <a:endParaRPr b="1" sz="800">
              <a:latin typeface="Poppins"/>
              <a:ea typeface="Poppins"/>
              <a:cs typeface="Poppins"/>
              <a:sym typeface="Poppins"/>
            </a:endParaRPr>
          </a:p>
        </p:txBody>
      </p:sp>
      <p:sp>
        <p:nvSpPr>
          <p:cNvPr id="699" name="Google Shape;699;p67"/>
          <p:cNvSpPr txBox="1"/>
          <p:nvPr/>
        </p:nvSpPr>
        <p:spPr>
          <a:xfrm>
            <a:off x="1853530" y="4071717"/>
            <a:ext cx="1213800" cy="387000"/>
          </a:xfrm>
          <a:prstGeom prst="rect">
            <a:avLst/>
          </a:prstGeom>
          <a:solidFill>
            <a:srgbClr val="FFFFFF"/>
          </a:solidFill>
          <a:ln cap="flat" cmpd="sng" w="9525">
            <a:solidFill>
              <a:srgbClr val="B7B7B7"/>
            </a:solidFill>
            <a:prstDash val="dash"/>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Clr>
                <a:srgbClr val="000000"/>
              </a:buClr>
              <a:buSzPts val="1200"/>
              <a:buFont typeface="Arial"/>
              <a:buNone/>
            </a:pPr>
            <a:r>
              <a:rPr b="1" lang="en" sz="800">
                <a:latin typeface="Poppins"/>
                <a:ea typeface="Poppins"/>
                <a:cs typeface="Poppins"/>
                <a:sym typeface="Poppins"/>
              </a:rPr>
              <a:t>[Name]</a:t>
            </a:r>
            <a:endParaRPr b="1" sz="800">
              <a:latin typeface="Poppins"/>
              <a:ea typeface="Poppins"/>
              <a:cs typeface="Poppins"/>
              <a:sym typeface="Poppins"/>
            </a:endParaRPr>
          </a:p>
          <a:p>
            <a:pPr indent="0" lvl="0" marL="0" rtl="0" algn="ctr">
              <a:spcBef>
                <a:spcPts val="0"/>
              </a:spcBef>
              <a:spcAft>
                <a:spcPts val="0"/>
              </a:spcAft>
              <a:buClr>
                <a:srgbClr val="000000"/>
              </a:buClr>
              <a:buSzPts val="1200"/>
              <a:buFont typeface="Arial"/>
              <a:buNone/>
            </a:pPr>
            <a:r>
              <a:rPr lang="en" sz="800">
                <a:latin typeface="Poppins Medium"/>
                <a:ea typeface="Poppins Medium"/>
                <a:cs typeface="Poppins Medium"/>
                <a:sym typeface="Poppins Medium"/>
              </a:rPr>
              <a:t>[Title, Brand]</a:t>
            </a:r>
            <a:endParaRPr b="1" sz="800">
              <a:latin typeface="Poppins"/>
              <a:ea typeface="Poppins"/>
              <a:cs typeface="Poppins"/>
              <a:sym typeface="Poppins"/>
            </a:endParaRPr>
          </a:p>
        </p:txBody>
      </p:sp>
      <p:sp>
        <p:nvSpPr>
          <p:cNvPr id="700" name="Google Shape;700;p67"/>
          <p:cNvSpPr txBox="1"/>
          <p:nvPr/>
        </p:nvSpPr>
        <p:spPr>
          <a:xfrm>
            <a:off x="3267043" y="4071717"/>
            <a:ext cx="1213800" cy="387000"/>
          </a:xfrm>
          <a:prstGeom prst="rect">
            <a:avLst/>
          </a:prstGeom>
          <a:solidFill>
            <a:schemeClr val="accent5"/>
          </a:solid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200"/>
              <a:buFont typeface="Arial"/>
              <a:buNone/>
            </a:pPr>
            <a:r>
              <a:rPr b="1" lang="en" sz="800">
                <a:latin typeface="Poppins"/>
                <a:ea typeface="Poppins"/>
                <a:cs typeface="Poppins"/>
                <a:sym typeface="Poppins"/>
              </a:rPr>
              <a:t>[Name]</a:t>
            </a:r>
            <a:endParaRPr b="1" sz="800">
              <a:latin typeface="Poppins"/>
              <a:ea typeface="Poppins"/>
              <a:cs typeface="Poppins"/>
              <a:sym typeface="Poppins"/>
            </a:endParaRPr>
          </a:p>
          <a:p>
            <a:pPr indent="0" lvl="0" marL="0" rtl="0" algn="ctr">
              <a:spcBef>
                <a:spcPts val="0"/>
              </a:spcBef>
              <a:spcAft>
                <a:spcPts val="0"/>
              </a:spcAft>
              <a:buClr>
                <a:srgbClr val="000000"/>
              </a:buClr>
              <a:buSzPts val="1200"/>
              <a:buFont typeface="Arial"/>
              <a:buNone/>
            </a:pPr>
            <a:r>
              <a:rPr lang="en" sz="800">
                <a:latin typeface="Poppins Medium"/>
                <a:ea typeface="Poppins Medium"/>
                <a:cs typeface="Poppins Medium"/>
                <a:sym typeface="Poppins Medium"/>
              </a:rPr>
              <a:t>[Title, Brand]</a:t>
            </a:r>
            <a:endParaRPr b="1" sz="800">
              <a:latin typeface="Poppins"/>
              <a:ea typeface="Poppins"/>
              <a:cs typeface="Poppins"/>
              <a:sym typeface="Poppins"/>
            </a:endParaRPr>
          </a:p>
        </p:txBody>
      </p:sp>
      <p:sp>
        <p:nvSpPr>
          <p:cNvPr id="701" name="Google Shape;701;p67"/>
          <p:cNvSpPr txBox="1"/>
          <p:nvPr/>
        </p:nvSpPr>
        <p:spPr>
          <a:xfrm>
            <a:off x="4663373" y="4071717"/>
            <a:ext cx="1213800" cy="387000"/>
          </a:xfrm>
          <a:prstGeom prst="rect">
            <a:avLst/>
          </a:prstGeom>
          <a:solidFill>
            <a:schemeClr val="accent5"/>
          </a:solid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200"/>
              <a:buFont typeface="Arial"/>
              <a:buNone/>
            </a:pPr>
            <a:r>
              <a:rPr b="1" lang="en" sz="800">
                <a:latin typeface="Poppins"/>
                <a:ea typeface="Poppins"/>
                <a:cs typeface="Poppins"/>
                <a:sym typeface="Poppins"/>
              </a:rPr>
              <a:t>[Name]</a:t>
            </a:r>
            <a:endParaRPr b="1" sz="800">
              <a:latin typeface="Poppins"/>
              <a:ea typeface="Poppins"/>
              <a:cs typeface="Poppins"/>
              <a:sym typeface="Poppins"/>
            </a:endParaRPr>
          </a:p>
          <a:p>
            <a:pPr indent="0" lvl="0" marL="0" rtl="0" algn="ctr">
              <a:spcBef>
                <a:spcPts val="0"/>
              </a:spcBef>
              <a:spcAft>
                <a:spcPts val="0"/>
              </a:spcAft>
              <a:buClr>
                <a:srgbClr val="000000"/>
              </a:buClr>
              <a:buSzPts val="1200"/>
              <a:buFont typeface="Arial"/>
              <a:buNone/>
            </a:pPr>
            <a:r>
              <a:rPr lang="en" sz="800">
                <a:latin typeface="Poppins Medium"/>
                <a:ea typeface="Poppins Medium"/>
                <a:cs typeface="Poppins Medium"/>
                <a:sym typeface="Poppins Medium"/>
              </a:rPr>
              <a:t>[Title, Brand]</a:t>
            </a:r>
            <a:endParaRPr b="1" sz="800">
              <a:latin typeface="Poppins"/>
              <a:ea typeface="Poppins"/>
              <a:cs typeface="Poppins"/>
              <a:sym typeface="Poppins"/>
            </a:endParaRPr>
          </a:p>
        </p:txBody>
      </p:sp>
      <p:sp>
        <p:nvSpPr>
          <p:cNvPr id="702" name="Google Shape;702;p67"/>
          <p:cNvSpPr txBox="1"/>
          <p:nvPr/>
        </p:nvSpPr>
        <p:spPr>
          <a:xfrm>
            <a:off x="6076799" y="4071710"/>
            <a:ext cx="2610000" cy="387000"/>
          </a:xfrm>
          <a:prstGeom prst="rect">
            <a:avLst/>
          </a:prstGeom>
          <a:solidFill>
            <a:schemeClr val="accent5"/>
          </a:solid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200"/>
              <a:buFont typeface="Arial"/>
              <a:buNone/>
            </a:pPr>
            <a:r>
              <a:rPr b="1" lang="en" sz="800">
                <a:latin typeface="Poppins"/>
                <a:ea typeface="Poppins"/>
                <a:cs typeface="Poppins"/>
                <a:sym typeface="Poppins"/>
              </a:rPr>
              <a:t>[Name]</a:t>
            </a:r>
            <a:endParaRPr b="1" sz="800">
              <a:latin typeface="Poppins"/>
              <a:ea typeface="Poppins"/>
              <a:cs typeface="Poppins"/>
              <a:sym typeface="Poppins"/>
            </a:endParaRPr>
          </a:p>
          <a:p>
            <a:pPr indent="0" lvl="0" marL="0" rtl="0" algn="ctr">
              <a:spcBef>
                <a:spcPts val="0"/>
              </a:spcBef>
              <a:spcAft>
                <a:spcPts val="0"/>
              </a:spcAft>
              <a:buClr>
                <a:srgbClr val="000000"/>
              </a:buClr>
              <a:buSzPts val="1200"/>
              <a:buFont typeface="Arial"/>
              <a:buNone/>
            </a:pPr>
            <a:r>
              <a:rPr lang="en" sz="800">
                <a:latin typeface="Poppins Medium"/>
                <a:ea typeface="Poppins Medium"/>
                <a:cs typeface="Poppins Medium"/>
                <a:sym typeface="Poppins Medium"/>
              </a:rPr>
              <a:t>[Title, Brand]</a:t>
            </a:r>
            <a:endParaRPr b="1" sz="800">
              <a:latin typeface="Poppins"/>
              <a:ea typeface="Poppins"/>
              <a:cs typeface="Poppins"/>
              <a:sym typeface="Poppins"/>
            </a:endParaRPr>
          </a:p>
        </p:txBody>
      </p:sp>
      <p:cxnSp>
        <p:nvCxnSpPr>
          <p:cNvPr id="703" name="Google Shape;703;p67"/>
          <p:cNvCxnSpPr/>
          <p:nvPr/>
        </p:nvCxnSpPr>
        <p:spPr>
          <a:xfrm>
            <a:off x="2460342" y="3886417"/>
            <a:ext cx="0" cy="185400"/>
          </a:xfrm>
          <a:prstGeom prst="straightConnector1">
            <a:avLst/>
          </a:prstGeom>
          <a:noFill/>
          <a:ln cap="flat" cmpd="sng" w="9525">
            <a:solidFill>
              <a:srgbClr val="B7B7B7"/>
            </a:solidFill>
            <a:prstDash val="dash"/>
            <a:round/>
            <a:headEnd len="med" w="med" type="none"/>
            <a:tailEnd len="med" w="med" type="none"/>
          </a:ln>
        </p:spPr>
      </p:cxnSp>
      <p:cxnSp>
        <p:nvCxnSpPr>
          <p:cNvPr id="704" name="Google Shape;704;p67"/>
          <p:cNvCxnSpPr/>
          <p:nvPr/>
        </p:nvCxnSpPr>
        <p:spPr>
          <a:xfrm>
            <a:off x="5270185" y="3886417"/>
            <a:ext cx="0" cy="185400"/>
          </a:xfrm>
          <a:prstGeom prst="straightConnector1">
            <a:avLst/>
          </a:prstGeom>
          <a:noFill/>
          <a:ln cap="flat" cmpd="sng" w="9525">
            <a:solidFill>
              <a:srgbClr val="000000"/>
            </a:solidFill>
            <a:prstDash val="solid"/>
            <a:round/>
            <a:headEnd len="med" w="med" type="none"/>
            <a:tailEnd len="med" w="med" type="none"/>
          </a:ln>
        </p:spPr>
      </p:cxnSp>
      <p:cxnSp>
        <p:nvCxnSpPr>
          <p:cNvPr id="705" name="Google Shape;705;p67"/>
          <p:cNvCxnSpPr/>
          <p:nvPr/>
        </p:nvCxnSpPr>
        <p:spPr>
          <a:xfrm>
            <a:off x="3873855" y="3886417"/>
            <a:ext cx="0" cy="185400"/>
          </a:xfrm>
          <a:prstGeom prst="straightConnector1">
            <a:avLst/>
          </a:prstGeom>
          <a:noFill/>
          <a:ln cap="flat" cmpd="sng" w="9525">
            <a:solidFill>
              <a:srgbClr val="000000"/>
            </a:solidFill>
            <a:prstDash val="solid"/>
            <a:round/>
            <a:headEnd len="med" w="med" type="none"/>
            <a:tailEnd len="med" w="med" type="none"/>
          </a:ln>
        </p:spPr>
      </p:cxnSp>
      <p:cxnSp>
        <p:nvCxnSpPr>
          <p:cNvPr id="706" name="Google Shape;706;p67"/>
          <p:cNvCxnSpPr/>
          <p:nvPr/>
        </p:nvCxnSpPr>
        <p:spPr>
          <a:xfrm>
            <a:off x="7381787" y="3886417"/>
            <a:ext cx="0" cy="185400"/>
          </a:xfrm>
          <a:prstGeom prst="straightConnector1">
            <a:avLst/>
          </a:prstGeom>
          <a:noFill/>
          <a:ln cap="flat" cmpd="sng" w="9525">
            <a:solidFill>
              <a:srgbClr val="000000"/>
            </a:solidFill>
            <a:prstDash val="solid"/>
            <a:round/>
            <a:headEnd len="med" w="med" type="none"/>
            <a:tailEnd len="med" w="med" type="none"/>
          </a:ln>
        </p:spPr>
      </p:cxnSp>
      <p:cxnSp>
        <p:nvCxnSpPr>
          <p:cNvPr id="707" name="Google Shape;707;p67"/>
          <p:cNvCxnSpPr/>
          <p:nvPr/>
        </p:nvCxnSpPr>
        <p:spPr>
          <a:xfrm>
            <a:off x="2460342" y="3314041"/>
            <a:ext cx="0" cy="185400"/>
          </a:xfrm>
          <a:prstGeom prst="straightConnector1">
            <a:avLst/>
          </a:prstGeom>
          <a:noFill/>
          <a:ln cap="flat" cmpd="sng" w="9525">
            <a:solidFill>
              <a:srgbClr val="000000"/>
            </a:solidFill>
            <a:prstDash val="solid"/>
            <a:round/>
            <a:headEnd len="med" w="med" type="none"/>
            <a:tailEnd len="med" w="med" type="none"/>
          </a:ln>
        </p:spPr>
      </p:cxnSp>
      <p:cxnSp>
        <p:nvCxnSpPr>
          <p:cNvPr id="708" name="Google Shape;708;p67"/>
          <p:cNvCxnSpPr/>
          <p:nvPr/>
        </p:nvCxnSpPr>
        <p:spPr>
          <a:xfrm>
            <a:off x="5270185" y="3314041"/>
            <a:ext cx="0" cy="185400"/>
          </a:xfrm>
          <a:prstGeom prst="straightConnector1">
            <a:avLst/>
          </a:prstGeom>
          <a:noFill/>
          <a:ln cap="flat" cmpd="sng" w="9525">
            <a:solidFill>
              <a:srgbClr val="000000"/>
            </a:solidFill>
            <a:prstDash val="solid"/>
            <a:round/>
            <a:headEnd len="med" w="med" type="none"/>
            <a:tailEnd len="med" w="med" type="none"/>
          </a:ln>
        </p:spPr>
      </p:cxnSp>
      <p:cxnSp>
        <p:nvCxnSpPr>
          <p:cNvPr id="709" name="Google Shape;709;p67"/>
          <p:cNvCxnSpPr/>
          <p:nvPr/>
        </p:nvCxnSpPr>
        <p:spPr>
          <a:xfrm>
            <a:off x="3873855" y="3314041"/>
            <a:ext cx="0" cy="185400"/>
          </a:xfrm>
          <a:prstGeom prst="straightConnector1">
            <a:avLst/>
          </a:prstGeom>
          <a:noFill/>
          <a:ln cap="flat" cmpd="sng" w="9525">
            <a:solidFill>
              <a:srgbClr val="000000"/>
            </a:solidFill>
            <a:prstDash val="solid"/>
            <a:round/>
            <a:headEnd len="med" w="med" type="none"/>
            <a:tailEnd len="med" w="med" type="none"/>
          </a:ln>
        </p:spPr>
      </p:cxnSp>
      <p:cxnSp>
        <p:nvCxnSpPr>
          <p:cNvPr id="710" name="Google Shape;710;p67"/>
          <p:cNvCxnSpPr/>
          <p:nvPr/>
        </p:nvCxnSpPr>
        <p:spPr>
          <a:xfrm>
            <a:off x="7381787" y="3314041"/>
            <a:ext cx="0" cy="185400"/>
          </a:xfrm>
          <a:prstGeom prst="straightConnector1">
            <a:avLst/>
          </a:prstGeom>
          <a:noFill/>
          <a:ln cap="flat" cmpd="sng" w="9525">
            <a:solidFill>
              <a:srgbClr val="000000"/>
            </a:solidFill>
            <a:prstDash val="solid"/>
            <a:round/>
            <a:headEnd len="med" w="med" type="none"/>
            <a:tailEnd len="med" w="med" type="none"/>
          </a:ln>
        </p:spPr>
      </p:cxnSp>
      <p:cxnSp>
        <p:nvCxnSpPr>
          <p:cNvPr id="711" name="Google Shape;711;p67"/>
          <p:cNvCxnSpPr/>
          <p:nvPr/>
        </p:nvCxnSpPr>
        <p:spPr>
          <a:xfrm>
            <a:off x="1064012" y="3314041"/>
            <a:ext cx="0" cy="185400"/>
          </a:xfrm>
          <a:prstGeom prst="straightConnector1">
            <a:avLst/>
          </a:prstGeom>
          <a:noFill/>
          <a:ln cap="flat" cmpd="sng" w="9525">
            <a:solidFill>
              <a:srgbClr val="000000"/>
            </a:solidFill>
            <a:prstDash val="solid"/>
            <a:round/>
            <a:headEnd len="med" w="med" type="none"/>
            <a:tailEnd len="med" w="med" type="none"/>
          </a:ln>
        </p:spPr>
      </p:cxnSp>
      <p:cxnSp>
        <p:nvCxnSpPr>
          <p:cNvPr id="712" name="Google Shape;712;p67"/>
          <p:cNvCxnSpPr/>
          <p:nvPr/>
        </p:nvCxnSpPr>
        <p:spPr>
          <a:xfrm>
            <a:off x="2460342" y="2580962"/>
            <a:ext cx="0" cy="185400"/>
          </a:xfrm>
          <a:prstGeom prst="straightConnector1">
            <a:avLst/>
          </a:prstGeom>
          <a:noFill/>
          <a:ln cap="flat" cmpd="sng" w="9525">
            <a:solidFill>
              <a:srgbClr val="000000"/>
            </a:solidFill>
            <a:prstDash val="solid"/>
            <a:round/>
            <a:headEnd len="med" w="med" type="none"/>
            <a:tailEnd len="med" w="med" type="none"/>
          </a:ln>
        </p:spPr>
      </p:cxnSp>
      <p:cxnSp>
        <p:nvCxnSpPr>
          <p:cNvPr id="713" name="Google Shape;713;p67"/>
          <p:cNvCxnSpPr/>
          <p:nvPr/>
        </p:nvCxnSpPr>
        <p:spPr>
          <a:xfrm>
            <a:off x="4571915" y="2580962"/>
            <a:ext cx="0" cy="185400"/>
          </a:xfrm>
          <a:prstGeom prst="straightConnector1">
            <a:avLst/>
          </a:prstGeom>
          <a:noFill/>
          <a:ln cap="flat" cmpd="sng" w="9525">
            <a:solidFill>
              <a:srgbClr val="000000"/>
            </a:solidFill>
            <a:prstDash val="solid"/>
            <a:round/>
            <a:headEnd len="med" w="med" type="none"/>
            <a:tailEnd len="med" w="med" type="none"/>
          </a:ln>
        </p:spPr>
      </p:cxnSp>
      <p:cxnSp>
        <p:nvCxnSpPr>
          <p:cNvPr id="714" name="Google Shape;714;p67"/>
          <p:cNvCxnSpPr/>
          <p:nvPr/>
        </p:nvCxnSpPr>
        <p:spPr>
          <a:xfrm>
            <a:off x="7381787" y="2580962"/>
            <a:ext cx="0" cy="185400"/>
          </a:xfrm>
          <a:prstGeom prst="straightConnector1">
            <a:avLst/>
          </a:prstGeom>
          <a:noFill/>
          <a:ln cap="flat" cmpd="sng" w="9525">
            <a:solidFill>
              <a:srgbClr val="000000"/>
            </a:solidFill>
            <a:prstDash val="solid"/>
            <a:round/>
            <a:headEnd len="med" w="med" type="none"/>
            <a:tailEnd len="med" w="med" type="none"/>
          </a:ln>
        </p:spPr>
      </p:cxnSp>
      <p:cxnSp>
        <p:nvCxnSpPr>
          <p:cNvPr id="715" name="Google Shape;715;p67"/>
          <p:cNvCxnSpPr/>
          <p:nvPr/>
        </p:nvCxnSpPr>
        <p:spPr>
          <a:xfrm>
            <a:off x="1064012" y="2580962"/>
            <a:ext cx="0" cy="185400"/>
          </a:xfrm>
          <a:prstGeom prst="straightConnector1">
            <a:avLst/>
          </a:prstGeom>
          <a:noFill/>
          <a:ln cap="flat" cmpd="sng" w="9525">
            <a:solidFill>
              <a:srgbClr val="000000"/>
            </a:solidFill>
            <a:prstDash val="solid"/>
            <a:round/>
            <a:headEnd len="med" w="med" type="none"/>
            <a:tailEnd len="med" w="med" type="none"/>
          </a:ln>
        </p:spPr>
      </p:cxnSp>
      <p:cxnSp>
        <p:nvCxnSpPr>
          <p:cNvPr id="716" name="Google Shape;716;p67"/>
          <p:cNvCxnSpPr>
            <a:stCxn id="693" idx="2"/>
            <a:endCxn id="687" idx="0"/>
          </p:cNvCxnSpPr>
          <p:nvPr/>
        </p:nvCxnSpPr>
        <p:spPr>
          <a:xfrm>
            <a:off x="4572031" y="1849792"/>
            <a:ext cx="0" cy="234900"/>
          </a:xfrm>
          <a:prstGeom prst="straightConnector1">
            <a:avLst/>
          </a:prstGeom>
          <a:noFill/>
          <a:ln cap="flat" cmpd="sng" w="9525">
            <a:solidFill>
              <a:srgbClr val="000000"/>
            </a:solidFill>
            <a:prstDash val="solid"/>
            <a:round/>
            <a:headEnd len="med" w="med" type="none"/>
            <a:tailEnd len="med" w="med" type="none"/>
          </a:ln>
        </p:spPr>
      </p:cxnSp>
      <p:sp>
        <p:nvSpPr>
          <p:cNvPr id="717" name="Google Shape;717;p67"/>
          <p:cNvSpPr txBox="1"/>
          <p:nvPr>
            <p:ph type="title"/>
          </p:nvPr>
        </p:nvSpPr>
        <p:spPr>
          <a:xfrm>
            <a:off x="374550" y="493778"/>
            <a:ext cx="8394900" cy="2964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Large Org Chart – Copy only</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B189F"/>
        </a:solidFill>
      </p:bgPr>
    </p:bg>
    <p:spTree>
      <p:nvGrpSpPr>
        <p:cNvPr id="721" name="Shape 721"/>
        <p:cNvGrpSpPr/>
        <p:nvPr/>
      </p:nvGrpSpPr>
      <p:grpSpPr>
        <a:xfrm>
          <a:off x="0" y="0"/>
          <a:ext cx="0" cy="0"/>
          <a:chOff x="0" y="0"/>
          <a:chExt cx="0" cy="0"/>
        </a:xfrm>
      </p:grpSpPr>
      <p:sp>
        <p:nvSpPr>
          <p:cNvPr id="722" name="Google Shape;722;p68"/>
          <p:cNvSpPr txBox="1"/>
          <p:nvPr>
            <p:ph type="title"/>
          </p:nvPr>
        </p:nvSpPr>
        <p:spPr>
          <a:xfrm>
            <a:off x="1081050" y="2337150"/>
            <a:ext cx="6981900" cy="469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Design Toolkit</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726" name="Shape 726"/>
        <p:cNvGrpSpPr/>
        <p:nvPr/>
      </p:nvGrpSpPr>
      <p:grpSpPr>
        <a:xfrm>
          <a:off x="0" y="0"/>
          <a:ext cx="0" cy="0"/>
          <a:chOff x="0" y="0"/>
          <a:chExt cx="0" cy="0"/>
        </a:xfrm>
      </p:grpSpPr>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0" name="Shape 730"/>
        <p:cNvGrpSpPr/>
        <p:nvPr/>
      </p:nvGrpSpPr>
      <p:grpSpPr>
        <a:xfrm>
          <a:off x="0" y="0"/>
          <a:ext cx="0" cy="0"/>
          <a:chOff x="0" y="0"/>
          <a:chExt cx="0" cy="0"/>
        </a:xfrm>
      </p:grpSpPr>
      <p:sp>
        <p:nvSpPr>
          <p:cNvPr id="731" name="Google Shape;731;p70"/>
          <p:cNvSpPr/>
          <p:nvPr/>
        </p:nvSpPr>
        <p:spPr>
          <a:xfrm>
            <a:off x="-125" y="2847450"/>
            <a:ext cx="9144000" cy="2295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32" name="Google Shape;732;p70"/>
          <p:cNvPicPr preferRelativeResize="0"/>
          <p:nvPr/>
        </p:nvPicPr>
        <p:blipFill>
          <a:blip r:embed="rId3">
            <a:alphaModFix/>
          </a:blip>
          <a:stretch>
            <a:fillRect/>
          </a:stretch>
        </p:blipFill>
        <p:spPr>
          <a:xfrm>
            <a:off x="6608518" y="934515"/>
            <a:ext cx="1617336" cy="1592060"/>
          </a:xfrm>
          <a:prstGeom prst="rect">
            <a:avLst/>
          </a:prstGeom>
          <a:noFill/>
          <a:ln>
            <a:noFill/>
          </a:ln>
        </p:spPr>
      </p:pic>
      <p:pic>
        <p:nvPicPr>
          <p:cNvPr id="733" name="Google Shape;733;p70"/>
          <p:cNvPicPr preferRelativeResize="0"/>
          <p:nvPr/>
        </p:nvPicPr>
        <p:blipFill>
          <a:blip r:embed="rId4">
            <a:alphaModFix/>
          </a:blip>
          <a:stretch>
            <a:fillRect/>
          </a:stretch>
        </p:blipFill>
        <p:spPr>
          <a:xfrm>
            <a:off x="810726" y="1365201"/>
            <a:ext cx="4454876" cy="1218125"/>
          </a:xfrm>
          <a:prstGeom prst="rect">
            <a:avLst/>
          </a:prstGeom>
          <a:noFill/>
          <a:ln>
            <a:noFill/>
          </a:ln>
        </p:spPr>
      </p:pic>
      <p:pic>
        <p:nvPicPr>
          <p:cNvPr id="734" name="Google Shape;734;p70"/>
          <p:cNvPicPr preferRelativeResize="0"/>
          <p:nvPr/>
        </p:nvPicPr>
        <p:blipFill>
          <a:blip r:embed="rId5">
            <a:alphaModFix/>
          </a:blip>
          <a:stretch>
            <a:fillRect/>
          </a:stretch>
        </p:blipFill>
        <p:spPr>
          <a:xfrm>
            <a:off x="6638044" y="3265562"/>
            <a:ext cx="1558292" cy="1533949"/>
          </a:xfrm>
          <a:prstGeom prst="rect">
            <a:avLst/>
          </a:prstGeom>
          <a:noFill/>
          <a:ln>
            <a:noFill/>
          </a:ln>
        </p:spPr>
      </p:pic>
      <p:pic>
        <p:nvPicPr>
          <p:cNvPr id="735" name="Google Shape;735;p70"/>
          <p:cNvPicPr preferRelativeResize="0"/>
          <p:nvPr/>
        </p:nvPicPr>
        <p:blipFill>
          <a:blip r:embed="rId6">
            <a:alphaModFix/>
          </a:blip>
          <a:stretch>
            <a:fillRect/>
          </a:stretch>
        </p:blipFill>
        <p:spPr>
          <a:xfrm>
            <a:off x="910175" y="3728276"/>
            <a:ext cx="4454876" cy="1218125"/>
          </a:xfrm>
          <a:prstGeom prst="rect">
            <a:avLst/>
          </a:prstGeom>
          <a:noFill/>
          <a:ln>
            <a:noFill/>
          </a:ln>
        </p:spPr>
      </p:pic>
      <p:pic>
        <p:nvPicPr>
          <p:cNvPr id="736" name="Google Shape;736;p70"/>
          <p:cNvPicPr preferRelativeResize="0"/>
          <p:nvPr/>
        </p:nvPicPr>
        <p:blipFill>
          <a:blip r:embed="rId4">
            <a:alphaModFix/>
          </a:blip>
          <a:stretch>
            <a:fillRect/>
          </a:stretch>
        </p:blipFill>
        <p:spPr>
          <a:xfrm>
            <a:off x="4118051" y="960551"/>
            <a:ext cx="991877" cy="271211"/>
          </a:xfrm>
          <a:prstGeom prst="rect">
            <a:avLst/>
          </a:prstGeom>
          <a:noFill/>
          <a:ln>
            <a:noFill/>
          </a:ln>
        </p:spPr>
      </p:pic>
      <p:pic>
        <p:nvPicPr>
          <p:cNvPr id="737" name="Google Shape;737;p70"/>
          <p:cNvPicPr preferRelativeResize="0"/>
          <p:nvPr/>
        </p:nvPicPr>
        <p:blipFill>
          <a:blip r:embed="rId6">
            <a:alphaModFix/>
          </a:blip>
          <a:stretch>
            <a:fillRect/>
          </a:stretch>
        </p:blipFill>
        <p:spPr>
          <a:xfrm>
            <a:off x="4118051" y="3222240"/>
            <a:ext cx="991877" cy="271211"/>
          </a:xfrm>
          <a:prstGeom prst="rect">
            <a:avLst/>
          </a:prstGeom>
          <a:noFill/>
          <a:ln>
            <a:noFill/>
          </a:ln>
        </p:spPr>
      </p:pic>
      <p:pic>
        <p:nvPicPr>
          <p:cNvPr id="738" name="Google Shape;738;p70"/>
          <p:cNvPicPr preferRelativeResize="0"/>
          <p:nvPr/>
        </p:nvPicPr>
        <p:blipFill>
          <a:blip r:embed="rId4">
            <a:alphaModFix/>
          </a:blip>
          <a:stretch>
            <a:fillRect/>
          </a:stretch>
        </p:blipFill>
        <p:spPr>
          <a:xfrm>
            <a:off x="3257800" y="960550"/>
            <a:ext cx="682675" cy="186670"/>
          </a:xfrm>
          <a:prstGeom prst="rect">
            <a:avLst/>
          </a:prstGeom>
          <a:noFill/>
          <a:ln>
            <a:noFill/>
          </a:ln>
        </p:spPr>
      </p:pic>
      <p:pic>
        <p:nvPicPr>
          <p:cNvPr id="739" name="Google Shape;739;p70"/>
          <p:cNvPicPr preferRelativeResize="0"/>
          <p:nvPr/>
        </p:nvPicPr>
        <p:blipFill>
          <a:blip r:embed="rId6">
            <a:alphaModFix/>
          </a:blip>
          <a:stretch>
            <a:fillRect/>
          </a:stretch>
        </p:blipFill>
        <p:spPr>
          <a:xfrm>
            <a:off x="3257800" y="3264517"/>
            <a:ext cx="682675" cy="186670"/>
          </a:xfrm>
          <a:prstGeom prst="rect">
            <a:avLst/>
          </a:prstGeom>
          <a:noFill/>
          <a:ln>
            <a:noFill/>
          </a:ln>
        </p:spPr>
      </p:pic>
      <p:pic>
        <p:nvPicPr>
          <p:cNvPr id="740" name="Google Shape;740;p70"/>
          <p:cNvPicPr preferRelativeResize="0"/>
          <p:nvPr/>
        </p:nvPicPr>
        <p:blipFill>
          <a:blip r:embed="rId4">
            <a:alphaModFix/>
          </a:blip>
          <a:stretch>
            <a:fillRect/>
          </a:stretch>
        </p:blipFill>
        <p:spPr>
          <a:xfrm>
            <a:off x="2426300" y="960550"/>
            <a:ext cx="514048" cy="140561"/>
          </a:xfrm>
          <a:prstGeom prst="rect">
            <a:avLst/>
          </a:prstGeom>
          <a:noFill/>
          <a:ln>
            <a:noFill/>
          </a:ln>
        </p:spPr>
      </p:pic>
      <p:pic>
        <p:nvPicPr>
          <p:cNvPr id="741" name="Google Shape;741;p70"/>
          <p:cNvPicPr preferRelativeResize="0"/>
          <p:nvPr/>
        </p:nvPicPr>
        <p:blipFill>
          <a:blip r:embed="rId6">
            <a:alphaModFix/>
          </a:blip>
          <a:stretch>
            <a:fillRect/>
          </a:stretch>
        </p:blipFill>
        <p:spPr>
          <a:xfrm>
            <a:off x="2426300" y="3287563"/>
            <a:ext cx="514048" cy="140561"/>
          </a:xfrm>
          <a:prstGeom prst="rect">
            <a:avLst/>
          </a:prstGeom>
          <a:noFill/>
          <a:ln>
            <a:noFill/>
          </a:ln>
        </p:spPr>
      </p:pic>
      <p:sp>
        <p:nvSpPr>
          <p:cNvPr id="742" name="Google Shape;742;p70"/>
          <p:cNvSpPr txBox="1"/>
          <p:nvPr/>
        </p:nvSpPr>
        <p:spPr>
          <a:xfrm>
            <a:off x="350475" y="342900"/>
            <a:ext cx="4577100" cy="2772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b="1" lang="en" sz="1800">
                <a:solidFill>
                  <a:schemeClr val="accent1"/>
                </a:solidFill>
                <a:latin typeface="Poppins"/>
                <a:ea typeface="Poppins"/>
                <a:cs typeface="Poppins"/>
                <a:sym typeface="Poppins"/>
              </a:rPr>
              <a:t>2023 Brand Logos</a:t>
            </a:r>
            <a:endParaRPr b="1" sz="1800">
              <a:solidFill>
                <a:schemeClr val="accent3"/>
              </a:solidFill>
              <a:latin typeface="Poppins"/>
              <a:ea typeface="Poppins"/>
              <a:cs typeface="Poppins"/>
              <a:sym typeface="Poppins"/>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
        <p:nvSpPr>
          <p:cNvPr id="747" name="Google Shape;747;p71"/>
          <p:cNvSpPr/>
          <p:nvPr/>
        </p:nvSpPr>
        <p:spPr>
          <a:xfrm>
            <a:off x="-150" y="4535325"/>
            <a:ext cx="9144000" cy="608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sp>
        <p:nvSpPr>
          <p:cNvPr id="748" name="Google Shape;748;p71"/>
          <p:cNvSpPr txBox="1"/>
          <p:nvPr/>
        </p:nvSpPr>
        <p:spPr>
          <a:xfrm>
            <a:off x="1051200" y="4666275"/>
            <a:ext cx="7041300" cy="346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50">
                <a:solidFill>
                  <a:schemeClr val="dk1"/>
                </a:solidFill>
                <a:latin typeface="Poppins Medium"/>
                <a:ea typeface="Poppins Medium"/>
                <a:cs typeface="Poppins Medium"/>
                <a:sym typeface="Poppins Medium"/>
              </a:rPr>
              <a:t>For additional accent illustrations, check out </a:t>
            </a:r>
            <a:r>
              <a:rPr b="1" lang="en" sz="1050" u="sng">
                <a:solidFill>
                  <a:schemeClr val="accent1"/>
                </a:solidFill>
                <a:latin typeface="Poppins"/>
                <a:ea typeface="Poppins"/>
                <a:cs typeface="Poppins"/>
                <a:sym typeface="Poppins"/>
                <a:hlinkClick r:id="rId3">
                  <a:extLst>
                    <a:ext uri="{A12FA001-AC4F-418D-AE19-62706E023703}">
                      <ahyp:hlinkClr val="tx"/>
                    </a:ext>
                  </a:extLst>
                </a:hlinkClick>
              </a:rPr>
              <a:t>our extended library</a:t>
            </a:r>
            <a:r>
              <a:rPr lang="en" sz="1050">
                <a:solidFill>
                  <a:schemeClr val="accent1"/>
                </a:solidFill>
                <a:latin typeface="Poppins Medium"/>
                <a:ea typeface="Poppins Medium"/>
                <a:cs typeface="Poppins Medium"/>
                <a:sym typeface="Poppins Medium"/>
              </a:rPr>
              <a:t>.</a:t>
            </a:r>
            <a:endParaRPr sz="1050">
              <a:solidFill>
                <a:schemeClr val="accent1"/>
              </a:solidFill>
              <a:latin typeface="Poppins Medium"/>
              <a:ea typeface="Poppins Medium"/>
              <a:cs typeface="Poppins Medium"/>
              <a:sym typeface="Poppins Medium"/>
            </a:endParaRPr>
          </a:p>
        </p:txBody>
      </p:sp>
      <p:pic>
        <p:nvPicPr>
          <p:cNvPr id="749" name="Google Shape;749;p71"/>
          <p:cNvPicPr preferRelativeResize="0"/>
          <p:nvPr/>
        </p:nvPicPr>
        <p:blipFill>
          <a:blip r:embed="rId4">
            <a:alphaModFix/>
          </a:blip>
          <a:stretch>
            <a:fillRect/>
          </a:stretch>
        </p:blipFill>
        <p:spPr>
          <a:xfrm>
            <a:off x="8242483" y="984088"/>
            <a:ext cx="663826" cy="663810"/>
          </a:xfrm>
          <a:prstGeom prst="rect">
            <a:avLst/>
          </a:prstGeom>
          <a:noFill/>
          <a:ln>
            <a:noFill/>
          </a:ln>
        </p:spPr>
      </p:pic>
      <p:pic>
        <p:nvPicPr>
          <p:cNvPr id="750" name="Google Shape;750;p71"/>
          <p:cNvPicPr preferRelativeResize="0"/>
          <p:nvPr/>
        </p:nvPicPr>
        <p:blipFill>
          <a:blip r:embed="rId5">
            <a:alphaModFix/>
          </a:blip>
          <a:stretch>
            <a:fillRect/>
          </a:stretch>
        </p:blipFill>
        <p:spPr>
          <a:xfrm>
            <a:off x="1042169" y="992488"/>
            <a:ext cx="663826" cy="663810"/>
          </a:xfrm>
          <a:prstGeom prst="rect">
            <a:avLst/>
          </a:prstGeom>
          <a:noFill/>
          <a:ln>
            <a:noFill/>
          </a:ln>
        </p:spPr>
      </p:pic>
      <p:pic>
        <p:nvPicPr>
          <p:cNvPr id="751" name="Google Shape;751;p71"/>
          <p:cNvPicPr preferRelativeResize="0"/>
          <p:nvPr/>
        </p:nvPicPr>
        <p:blipFill>
          <a:blip r:embed="rId6">
            <a:alphaModFix/>
          </a:blip>
          <a:stretch>
            <a:fillRect/>
          </a:stretch>
        </p:blipFill>
        <p:spPr>
          <a:xfrm>
            <a:off x="356340" y="1723020"/>
            <a:ext cx="663826" cy="663810"/>
          </a:xfrm>
          <a:prstGeom prst="rect">
            <a:avLst/>
          </a:prstGeom>
          <a:noFill/>
          <a:ln>
            <a:noFill/>
          </a:ln>
        </p:spPr>
      </p:pic>
      <p:pic>
        <p:nvPicPr>
          <p:cNvPr id="752" name="Google Shape;752;p71"/>
          <p:cNvPicPr preferRelativeResize="0"/>
          <p:nvPr/>
        </p:nvPicPr>
        <p:blipFill>
          <a:blip r:embed="rId7">
            <a:alphaModFix/>
          </a:blip>
          <a:stretch>
            <a:fillRect/>
          </a:stretch>
        </p:blipFill>
        <p:spPr>
          <a:xfrm>
            <a:off x="3846768" y="992467"/>
            <a:ext cx="675612" cy="663795"/>
          </a:xfrm>
          <a:prstGeom prst="rect">
            <a:avLst/>
          </a:prstGeom>
          <a:noFill/>
          <a:ln>
            <a:noFill/>
          </a:ln>
        </p:spPr>
      </p:pic>
      <p:pic>
        <p:nvPicPr>
          <p:cNvPr id="753" name="Google Shape;753;p71"/>
          <p:cNvPicPr preferRelativeResize="0"/>
          <p:nvPr/>
        </p:nvPicPr>
        <p:blipFill>
          <a:blip r:embed="rId8">
            <a:alphaModFix/>
          </a:blip>
          <a:stretch>
            <a:fillRect/>
          </a:stretch>
        </p:blipFill>
        <p:spPr>
          <a:xfrm>
            <a:off x="4602420" y="2442716"/>
            <a:ext cx="675612" cy="663795"/>
          </a:xfrm>
          <a:prstGeom prst="rect">
            <a:avLst/>
          </a:prstGeom>
          <a:noFill/>
          <a:ln>
            <a:noFill/>
          </a:ln>
        </p:spPr>
      </p:pic>
      <p:pic>
        <p:nvPicPr>
          <p:cNvPr id="754" name="Google Shape;754;p71"/>
          <p:cNvPicPr preferRelativeResize="0"/>
          <p:nvPr/>
        </p:nvPicPr>
        <p:blipFill>
          <a:blip r:embed="rId9">
            <a:alphaModFix/>
          </a:blip>
          <a:stretch>
            <a:fillRect/>
          </a:stretch>
        </p:blipFill>
        <p:spPr>
          <a:xfrm>
            <a:off x="6828524" y="2453540"/>
            <a:ext cx="663826" cy="663810"/>
          </a:xfrm>
          <a:prstGeom prst="rect">
            <a:avLst/>
          </a:prstGeom>
          <a:noFill/>
          <a:ln>
            <a:noFill/>
          </a:ln>
        </p:spPr>
      </p:pic>
      <p:pic>
        <p:nvPicPr>
          <p:cNvPr id="755" name="Google Shape;755;p71"/>
          <p:cNvPicPr preferRelativeResize="0"/>
          <p:nvPr/>
        </p:nvPicPr>
        <p:blipFill>
          <a:blip r:embed="rId10">
            <a:alphaModFix/>
          </a:blip>
          <a:stretch>
            <a:fillRect/>
          </a:stretch>
        </p:blipFill>
        <p:spPr>
          <a:xfrm>
            <a:off x="7523922" y="2459938"/>
            <a:ext cx="675612" cy="663795"/>
          </a:xfrm>
          <a:prstGeom prst="rect">
            <a:avLst/>
          </a:prstGeom>
          <a:noFill/>
          <a:ln>
            <a:noFill/>
          </a:ln>
        </p:spPr>
      </p:pic>
      <p:pic>
        <p:nvPicPr>
          <p:cNvPr id="756" name="Google Shape;756;p71"/>
          <p:cNvPicPr preferRelativeResize="0"/>
          <p:nvPr/>
        </p:nvPicPr>
        <p:blipFill>
          <a:blip r:embed="rId11">
            <a:alphaModFix/>
          </a:blip>
          <a:stretch>
            <a:fillRect/>
          </a:stretch>
        </p:blipFill>
        <p:spPr>
          <a:xfrm>
            <a:off x="5283239" y="992467"/>
            <a:ext cx="675612" cy="663795"/>
          </a:xfrm>
          <a:prstGeom prst="rect">
            <a:avLst/>
          </a:prstGeom>
          <a:noFill/>
          <a:ln>
            <a:noFill/>
          </a:ln>
        </p:spPr>
      </p:pic>
      <p:pic>
        <p:nvPicPr>
          <p:cNvPr id="757" name="Google Shape;757;p71"/>
          <p:cNvPicPr preferRelativeResize="0"/>
          <p:nvPr/>
        </p:nvPicPr>
        <p:blipFill>
          <a:blip r:embed="rId12">
            <a:alphaModFix/>
          </a:blip>
          <a:stretch>
            <a:fillRect/>
          </a:stretch>
        </p:blipFill>
        <p:spPr>
          <a:xfrm>
            <a:off x="2488566" y="3212668"/>
            <a:ext cx="675612" cy="663795"/>
          </a:xfrm>
          <a:prstGeom prst="rect">
            <a:avLst/>
          </a:prstGeom>
          <a:noFill/>
          <a:ln>
            <a:noFill/>
          </a:ln>
        </p:spPr>
      </p:pic>
      <p:pic>
        <p:nvPicPr>
          <p:cNvPr id="758" name="Google Shape;758;p71"/>
          <p:cNvPicPr preferRelativeResize="0"/>
          <p:nvPr/>
        </p:nvPicPr>
        <p:blipFill>
          <a:blip r:embed="rId13">
            <a:alphaModFix/>
          </a:blip>
          <a:stretch>
            <a:fillRect/>
          </a:stretch>
        </p:blipFill>
        <p:spPr>
          <a:xfrm>
            <a:off x="6693731" y="3196840"/>
            <a:ext cx="663826" cy="663810"/>
          </a:xfrm>
          <a:prstGeom prst="rect">
            <a:avLst/>
          </a:prstGeom>
          <a:noFill/>
          <a:ln>
            <a:noFill/>
          </a:ln>
        </p:spPr>
      </p:pic>
      <p:pic>
        <p:nvPicPr>
          <p:cNvPr id="759" name="Google Shape;759;p71"/>
          <p:cNvPicPr preferRelativeResize="0"/>
          <p:nvPr/>
        </p:nvPicPr>
        <p:blipFill>
          <a:blip r:embed="rId14">
            <a:alphaModFix/>
          </a:blip>
          <a:stretch>
            <a:fillRect/>
          </a:stretch>
        </p:blipFill>
        <p:spPr>
          <a:xfrm>
            <a:off x="3198748" y="992478"/>
            <a:ext cx="663826" cy="663810"/>
          </a:xfrm>
          <a:prstGeom prst="rect">
            <a:avLst/>
          </a:prstGeom>
          <a:noFill/>
          <a:ln>
            <a:noFill/>
          </a:ln>
        </p:spPr>
      </p:pic>
      <p:pic>
        <p:nvPicPr>
          <p:cNvPr id="760" name="Google Shape;760;p71"/>
          <p:cNvPicPr preferRelativeResize="0"/>
          <p:nvPr/>
        </p:nvPicPr>
        <p:blipFill>
          <a:blip r:embed="rId15">
            <a:alphaModFix/>
          </a:blip>
          <a:stretch>
            <a:fillRect/>
          </a:stretch>
        </p:blipFill>
        <p:spPr>
          <a:xfrm>
            <a:off x="323310" y="995660"/>
            <a:ext cx="663822" cy="663819"/>
          </a:xfrm>
          <a:prstGeom prst="rect">
            <a:avLst/>
          </a:prstGeom>
          <a:noFill/>
          <a:ln>
            <a:noFill/>
          </a:ln>
        </p:spPr>
      </p:pic>
      <p:pic>
        <p:nvPicPr>
          <p:cNvPr id="761" name="Google Shape;761;p71"/>
          <p:cNvPicPr preferRelativeResize="0"/>
          <p:nvPr/>
        </p:nvPicPr>
        <p:blipFill>
          <a:blip r:embed="rId16">
            <a:alphaModFix/>
          </a:blip>
          <a:stretch>
            <a:fillRect/>
          </a:stretch>
        </p:blipFill>
        <p:spPr>
          <a:xfrm>
            <a:off x="2481878" y="994455"/>
            <a:ext cx="659818" cy="659832"/>
          </a:xfrm>
          <a:prstGeom prst="rect">
            <a:avLst/>
          </a:prstGeom>
          <a:noFill/>
          <a:ln>
            <a:noFill/>
          </a:ln>
        </p:spPr>
      </p:pic>
      <p:pic>
        <p:nvPicPr>
          <p:cNvPr id="762" name="Google Shape;762;p71"/>
          <p:cNvPicPr preferRelativeResize="0"/>
          <p:nvPr/>
        </p:nvPicPr>
        <p:blipFill>
          <a:blip r:embed="rId17">
            <a:alphaModFix/>
          </a:blip>
          <a:stretch>
            <a:fillRect/>
          </a:stretch>
        </p:blipFill>
        <p:spPr>
          <a:xfrm>
            <a:off x="1072910" y="1724997"/>
            <a:ext cx="659818" cy="659832"/>
          </a:xfrm>
          <a:prstGeom prst="rect">
            <a:avLst/>
          </a:prstGeom>
          <a:noFill/>
          <a:ln>
            <a:noFill/>
          </a:ln>
        </p:spPr>
      </p:pic>
      <p:pic>
        <p:nvPicPr>
          <p:cNvPr id="763" name="Google Shape;763;p71"/>
          <p:cNvPicPr preferRelativeResize="0"/>
          <p:nvPr/>
        </p:nvPicPr>
        <p:blipFill>
          <a:blip r:embed="rId18">
            <a:alphaModFix/>
          </a:blip>
          <a:stretch>
            <a:fillRect/>
          </a:stretch>
        </p:blipFill>
        <p:spPr>
          <a:xfrm>
            <a:off x="3210603" y="1725009"/>
            <a:ext cx="659818" cy="659832"/>
          </a:xfrm>
          <a:prstGeom prst="rect">
            <a:avLst/>
          </a:prstGeom>
          <a:noFill/>
          <a:ln>
            <a:noFill/>
          </a:ln>
        </p:spPr>
      </p:pic>
      <p:pic>
        <p:nvPicPr>
          <p:cNvPr id="764" name="Google Shape;764;p71"/>
          <p:cNvPicPr preferRelativeResize="0"/>
          <p:nvPr/>
        </p:nvPicPr>
        <p:blipFill>
          <a:blip r:embed="rId19">
            <a:alphaModFix/>
          </a:blip>
          <a:stretch>
            <a:fillRect/>
          </a:stretch>
        </p:blipFill>
        <p:spPr>
          <a:xfrm>
            <a:off x="7594794" y="1724997"/>
            <a:ext cx="659818" cy="659832"/>
          </a:xfrm>
          <a:prstGeom prst="rect">
            <a:avLst/>
          </a:prstGeom>
          <a:noFill/>
          <a:ln>
            <a:noFill/>
          </a:ln>
        </p:spPr>
      </p:pic>
      <p:pic>
        <p:nvPicPr>
          <p:cNvPr id="765" name="Google Shape;765;p71"/>
          <p:cNvPicPr preferRelativeResize="0"/>
          <p:nvPr/>
        </p:nvPicPr>
        <p:blipFill>
          <a:blip r:embed="rId20">
            <a:alphaModFix/>
          </a:blip>
          <a:stretch>
            <a:fillRect/>
          </a:stretch>
        </p:blipFill>
        <p:spPr>
          <a:xfrm>
            <a:off x="1050535" y="3214647"/>
            <a:ext cx="659818" cy="659832"/>
          </a:xfrm>
          <a:prstGeom prst="rect">
            <a:avLst/>
          </a:prstGeom>
          <a:noFill/>
          <a:ln>
            <a:noFill/>
          </a:ln>
        </p:spPr>
      </p:pic>
      <p:pic>
        <p:nvPicPr>
          <p:cNvPr id="766" name="Google Shape;766;p71"/>
          <p:cNvPicPr preferRelativeResize="0"/>
          <p:nvPr/>
        </p:nvPicPr>
        <p:blipFill>
          <a:blip r:embed="rId21">
            <a:alphaModFix/>
          </a:blip>
          <a:stretch>
            <a:fillRect/>
          </a:stretch>
        </p:blipFill>
        <p:spPr>
          <a:xfrm>
            <a:off x="2498036" y="1725002"/>
            <a:ext cx="659818" cy="659832"/>
          </a:xfrm>
          <a:prstGeom prst="rect">
            <a:avLst/>
          </a:prstGeom>
          <a:noFill/>
          <a:ln>
            <a:noFill/>
          </a:ln>
        </p:spPr>
      </p:pic>
      <p:pic>
        <p:nvPicPr>
          <p:cNvPr id="767" name="Google Shape;767;p71"/>
          <p:cNvPicPr preferRelativeResize="0"/>
          <p:nvPr/>
        </p:nvPicPr>
        <p:blipFill>
          <a:blip r:embed="rId22">
            <a:alphaModFix/>
          </a:blip>
          <a:stretch>
            <a:fillRect/>
          </a:stretch>
        </p:blipFill>
        <p:spPr>
          <a:xfrm>
            <a:off x="6830527" y="1724990"/>
            <a:ext cx="659818" cy="659832"/>
          </a:xfrm>
          <a:prstGeom prst="rect">
            <a:avLst/>
          </a:prstGeom>
          <a:noFill/>
          <a:ln>
            <a:noFill/>
          </a:ln>
        </p:spPr>
      </p:pic>
      <p:pic>
        <p:nvPicPr>
          <p:cNvPr id="768" name="Google Shape;768;p71"/>
          <p:cNvPicPr preferRelativeResize="0"/>
          <p:nvPr/>
        </p:nvPicPr>
        <p:blipFill>
          <a:blip r:embed="rId23">
            <a:alphaModFix/>
          </a:blip>
          <a:stretch>
            <a:fillRect/>
          </a:stretch>
        </p:blipFill>
        <p:spPr>
          <a:xfrm>
            <a:off x="3886212" y="1724990"/>
            <a:ext cx="659818" cy="659832"/>
          </a:xfrm>
          <a:prstGeom prst="rect">
            <a:avLst/>
          </a:prstGeom>
          <a:noFill/>
          <a:ln>
            <a:noFill/>
          </a:ln>
        </p:spPr>
      </p:pic>
      <p:pic>
        <p:nvPicPr>
          <p:cNvPr id="769" name="Google Shape;769;p71"/>
          <p:cNvPicPr preferRelativeResize="0"/>
          <p:nvPr/>
        </p:nvPicPr>
        <p:blipFill>
          <a:blip r:embed="rId24">
            <a:alphaModFix/>
          </a:blip>
          <a:stretch>
            <a:fillRect/>
          </a:stretch>
        </p:blipFill>
        <p:spPr>
          <a:xfrm>
            <a:off x="4607562" y="997649"/>
            <a:ext cx="659818" cy="659832"/>
          </a:xfrm>
          <a:prstGeom prst="rect">
            <a:avLst/>
          </a:prstGeom>
          <a:noFill/>
          <a:ln>
            <a:noFill/>
          </a:ln>
        </p:spPr>
      </p:pic>
      <p:pic>
        <p:nvPicPr>
          <p:cNvPr id="770" name="Google Shape;770;p71"/>
          <p:cNvPicPr preferRelativeResize="0"/>
          <p:nvPr/>
        </p:nvPicPr>
        <p:blipFill>
          <a:blip r:embed="rId25">
            <a:alphaModFix/>
          </a:blip>
          <a:stretch>
            <a:fillRect/>
          </a:stretch>
        </p:blipFill>
        <p:spPr>
          <a:xfrm>
            <a:off x="5334410" y="2444694"/>
            <a:ext cx="659818" cy="659832"/>
          </a:xfrm>
          <a:prstGeom prst="rect">
            <a:avLst/>
          </a:prstGeom>
          <a:noFill/>
          <a:ln>
            <a:noFill/>
          </a:ln>
        </p:spPr>
      </p:pic>
      <p:pic>
        <p:nvPicPr>
          <p:cNvPr id="771" name="Google Shape;771;p71"/>
          <p:cNvPicPr preferRelativeResize="0"/>
          <p:nvPr/>
        </p:nvPicPr>
        <p:blipFill>
          <a:blip r:embed="rId26">
            <a:alphaModFix/>
          </a:blip>
          <a:stretch>
            <a:fillRect/>
          </a:stretch>
        </p:blipFill>
        <p:spPr>
          <a:xfrm>
            <a:off x="6066245" y="1725002"/>
            <a:ext cx="659818" cy="659832"/>
          </a:xfrm>
          <a:prstGeom prst="rect">
            <a:avLst/>
          </a:prstGeom>
          <a:noFill/>
          <a:ln>
            <a:noFill/>
          </a:ln>
        </p:spPr>
      </p:pic>
      <p:pic>
        <p:nvPicPr>
          <p:cNvPr id="772" name="Google Shape;772;p71"/>
          <p:cNvPicPr preferRelativeResize="0"/>
          <p:nvPr/>
        </p:nvPicPr>
        <p:blipFill>
          <a:blip r:embed="rId27">
            <a:alphaModFix/>
          </a:blip>
          <a:stretch>
            <a:fillRect/>
          </a:stretch>
        </p:blipFill>
        <p:spPr>
          <a:xfrm>
            <a:off x="8256622" y="1724990"/>
            <a:ext cx="659818" cy="659832"/>
          </a:xfrm>
          <a:prstGeom prst="rect">
            <a:avLst/>
          </a:prstGeom>
          <a:noFill/>
          <a:ln>
            <a:noFill/>
          </a:ln>
        </p:spPr>
      </p:pic>
      <p:pic>
        <p:nvPicPr>
          <p:cNvPr id="773" name="Google Shape;773;p71"/>
          <p:cNvPicPr preferRelativeResize="0"/>
          <p:nvPr/>
        </p:nvPicPr>
        <p:blipFill>
          <a:blip r:embed="rId28">
            <a:alphaModFix/>
          </a:blip>
          <a:stretch>
            <a:fillRect/>
          </a:stretch>
        </p:blipFill>
        <p:spPr>
          <a:xfrm>
            <a:off x="344610" y="2487336"/>
            <a:ext cx="659803" cy="659777"/>
          </a:xfrm>
          <a:prstGeom prst="rect">
            <a:avLst/>
          </a:prstGeom>
          <a:noFill/>
          <a:ln>
            <a:noFill/>
          </a:ln>
        </p:spPr>
      </p:pic>
      <p:pic>
        <p:nvPicPr>
          <p:cNvPr id="774" name="Google Shape;774;p71"/>
          <p:cNvPicPr preferRelativeResize="0"/>
          <p:nvPr/>
        </p:nvPicPr>
        <p:blipFill>
          <a:blip r:embed="rId29">
            <a:alphaModFix/>
          </a:blip>
          <a:stretch>
            <a:fillRect/>
          </a:stretch>
        </p:blipFill>
        <p:spPr>
          <a:xfrm>
            <a:off x="6038874" y="3164419"/>
            <a:ext cx="676556" cy="676554"/>
          </a:xfrm>
          <a:prstGeom prst="rect">
            <a:avLst/>
          </a:prstGeom>
          <a:noFill/>
          <a:ln>
            <a:noFill/>
          </a:ln>
        </p:spPr>
      </p:pic>
      <p:pic>
        <p:nvPicPr>
          <p:cNvPr id="775" name="Google Shape;775;p71"/>
          <p:cNvPicPr preferRelativeResize="0"/>
          <p:nvPr/>
        </p:nvPicPr>
        <p:blipFill>
          <a:blip r:embed="rId30">
            <a:alphaModFix/>
          </a:blip>
          <a:stretch>
            <a:fillRect/>
          </a:stretch>
        </p:blipFill>
        <p:spPr>
          <a:xfrm>
            <a:off x="2465150" y="2460478"/>
            <a:ext cx="676556" cy="676554"/>
          </a:xfrm>
          <a:prstGeom prst="rect">
            <a:avLst/>
          </a:prstGeom>
          <a:noFill/>
          <a:ln>
            <a:noFill/>
          </a:ln>
        </p:spPr>
      </p:pic>
      <p:pic>
        <p:nvPicPr>
          <p:cNvPr id="776" name="Google Shape;776;p71"/>
          <p:cNvPicPr preferRelativeResize="0"/>
          <p:nvPr/>
        </p:nvPicPr>
        <p:blipFill>
          <a:blip r:embed="rId31">
            <a:alphaModFix/>
          </a:blip>
          <a:stretch>
            <a:fillRect/>
          </a:stretch>
        </p:blipFill>
        <p:spPr>
          <a:xfrm>
            <a:off x="1029357" y="2461464"/>
            <a:ext cx="676556" cy="676554"/>
          </a:xfrm>
          <a:prstGeom prst="rect">
            <a:avLst/>
          </a:prstGeom>
          <a:noFill/>
          <a:ln>
            <a:noFill/>
          </a:ln>
        </p:spPr>
      </p:pic>
      <p:pic>
        <p:nvPicPr>
          <p:cNvPr id="777" name="Google Shape;777;p71"/>
          <p:cNvPicPr preferRelativeResize="0"/>
          <p:nvPr/>
        </p:nvPicPr>
        <p:blipFill>
          <a:blip r:embed="rId32">
            <a:alphaModFix/>
          </a:blip>
          <a:stretch>
            <a:fillRect/>
          </a:stretch>
        </p:blipFill>
        <p:spPr>
          <a:xfrm>
            <a:off x="6044153" y="979725"/>
            <a:ext cx="676556" cy="676554"/>
          </a:xfrm>
          <a:prstGeom prst="rect">
            <a:avLst/>
          </a:prstGeom>
          <a:noFill/>
          <a:ln>
            <a:noFill/>
          </a:ln>
        </p:spPr>
      </p:pic>
      <p:pic>
        <p:nvPicPr>
          <p:cNvPr id="778" name="Google Shape;778;p71"/>
          <p:cNvPicPr preferRelativeResize="0"/>
          <p:nvPr/>
        </p:nvPicPr>
        <p:blipFill>
          <a:blip r:embed="rId33">
            <a:alphaModFix/>
          </a:blip>
          <a:stretch>
            <a:fillRect/>
          </a:stretch>
        </p:blipFill>
        <p:spPr>
          <a:xfrm>
            <a:off x="3172887" y="3199926"/>
            <a:ext cx="676556" cy="676554"/>
          </a:xfrm>
          <a:prstGeom prst="rect">
            <a:avLst/>
          </a:prstGeom>
          <a:noFill/>
          <a:ln>
            <a:noFill/>
          </a:ln>
        </p:spPr>
      </p:pic>
      <p:pic>
        <p:nvPicPr>
          <p:cNvPr id="779" name="Google Shape;779;p71"/>
          <p:cNvPicPr preferRelativeResize="0"/>
          <p:nvPr/>
        </p:nvPicPr>
        <p:blipFill>
          <a:blip r:embed="rId34">
            <a:alphaModFix/>
          </a:blip>
          <a:stretch>
            <a:fillRect/>
          </a:stretch>
        </p:blipFill>
        <p:spPr>
          <a:xfrm>
            <a:off x="5328464" y="1708260"/>
            <a:ext cx="676556" cy="676554"/>
          </a:xfrm>
          <a:prstGeom prst="rect">
            <a:avLst/>
          </a:prstGeom>
          <a:noFill/>
          <a:ln>
            <a:noFill/>
          </a:ln>
        </p:spPr>
      </p:pic>
      <p:pic>
        <p:nvPicPr>
          <p:cNvPr id="780" name="Google Shape;780;p71"/>
          <p:cNvPicPr preferRelativeResize="0"/>
          <p:nvPr/>
        </p:nvPicPr>
        <p:blipFill>
          <a:blip r:embed="rId35">
            <a:alphaModFix/>
          </a:blip>
          <a:stretch>
            <a:fillRect/>
          </a:stretch>
        </p:blipFill>
        <p:spPr>
          <a:xfrm>
            <a:off x="6044851" y="2453555"/>
            <a:ext cx="676556" cy="676554"/>
          </a:xfrm>
          <a:prstGeom prst="rect">
            <a:avLst/>
          </a:prstGeom>
          <a:noFill/>
          <a:ln>
            <a:noFill/>
          </a:ln>
        </p:spPr>
      </p:pic>
      <p:pic>
        <p:nvPicPr>
          <p:cNvPr id="781" name="Google Shape;781;p71"/>
          <p:cNvPicPr preferRelativeResize="0"/>
          <p:nvPr/>
        </p:nvPicPr>
        <p:blipFill>
          <a:blip r:embed="rId36">
            <a:alphaModFix/>
          </a:blip>
          <a:stretch>
            <a:fillRect/>
          </a:stretch>
        </p:blipFill>
        <p:spPr>
          <a:xfrm>
            <a:off x="1755657" y="979725"/>
            <a:ext cx="676556" cy="676554"/>
          </a:xfrm>
          <a:prstGeom prst="rect">
            <a:avLst/>
          </a:prstGeom>
          <a:noFill/>
          <a:ln>
            <a:noFill/>
          </a:ln>
        </p:spPr>
      </p:pic>
      <p:pic>
        <p:nvPicPr>
          <p:cNvPr id="782" name="Google Shape;782;p71"/>
          <p:cNvPicPr preferRelativeResize="0"/>
          <p:nvPr/>
        </p:nvPicPr>
        <p:blipFill>
          <a:blip r:embed="rId37">
            <a:alphaModFix/>
          </a:blip>
          <a:stretch>
            <a:fillRect/>
          </a:stretch>
        </p:blipFill>
        <p:spPr>
          <a:xfrm>
            <a:off x="4607244" y="1708260"/>
            <a:ext cx="676556" cy="676554"/>
          </a:xfrm>
          <a:prstGeom prst="rect">
            <a:avLst/>
          </a:prstGeom>
          <a:noFill/>
          <a:ln>
            <a:noFill/>
          </a:ln>
        </p:spPr>
      </p:pic>
      <p:pic>
        <p:nvPicPr>
          <p:cNvPr id="783" name="Google Shape;783;p71"/>
          <p:cNvPicPr preferRelativeResize="0"/>
          <p:nvPr/>
        </p:nvPicPr>
        <p:blipFill>
          <a:blip r:embed="rId38">
            <a:alphaModFix/>
          </a:blip>
          <a:stretch>
            <a:fillRect/>
          </a:stretch>
        </p:blipFill>
        <p:spPr>
          <a:xfrm>
            <a:off x="3930407" y="2453555"/>
            <a:ext cx="676556" cy="676554"/>
          </a:xfrm>
          <a:prstGeom prst="rect">
            <a:avLst/>
          </a:prstGeom>
          <a:noFill/>
          <a:ln>
            <a:noFill/>
          </a:ln>
        </p:spPr>
      </p:pic>
      <p:pic>
        <p:nvPicPr>
          <p:cNvPr id="784" name="Google Shape;784;p71"/>
          <p:cNvPicPr preferRelativeResize="0"/>
          <p:nvPr/>
        </p:nvPicPr>
        <p:blipFill>
          <a:blip r:embed="rId39">
            <a:alphaModFix/>
          </a:blip>
          <a:stretch>
            <a:fillRect/>
          </a:stretch>
        </p:blipFill>
        <p:spPr>
          <a:xfrm>
            <a:off x="3197768" y="2453555"/>
            <a:ext cx="676556" cy="676554"/>
          </a:xfrm>
          <a:prstGeom prst="rect">
            <a:avLst/>
          </a:prstGeom>
          <a:noFill/>
          <a:ln>
            <a:noFill/>
          </a:ln>
        </p:spPr>
      </p:pic>
      <p:pic>
        <p:nvPicPr>
          <p:cNvPr id="785" name="Google Shape;785;p71"/>
          <p:cNvPicPr preferRelativeResize="0"/>
          <p:nvPr/>
        </p:nvPicPr>
        <p:blipFill>
          <a:blip r:embed="rId40">
            <a:alphaModFix/>
          </a:blip>
          <a:stretch>
            <a:fillRect/>
          </a:stretch>
        </p:blipFill>
        <p:spPr>
          <a:xfrm>
            <a:off x="1742494" y="3200391"/>
            <a:ext cx="675619" cy="675615"/>
          </a:xfrm>
          <a:prstGeom prst="rect">
            <a:avLst/>
          </a:prstGeom>
          <a:noFill/>
          <a:ln>
            <a:noFill/>
          </a:ln>
        </p:spPr>
      </p:pic>
      <p:pic>
        <p:nvPicPr>
          <p:cNvPr id="786" name="Google Shape;786;p71"/>
          <p:cNvPicPr preferRelativeResize="0"/>
          <p:nvPr/>
        </p:nvPicPr>
        <p:blipFill>
          <a:blip r:embed="rId41">
            <a:alphaModFix/>
          </a:blip>
          <a:stretch>
            <a:fillRect/>
          </a:stretch>
        </p:blipFill>
        <p:spPr>
          <a:xfrm>
            <a:off x="1777565" y="1704588"/>
            <a:ext cx="675619" cy="675615"/>
          </a:xfrm>
          <a:prstGeom prst="rect">
            <a:avLst/>
          </a:prstGeom>
          <a:noFill/>
          <a:ln>
            <a:noFill/>
          </a:ln>
        </p:spPr>
      </p:pic>
      <p:pic>
        <p:nvPicPr>
          <p:cNvPr id="787" name="Google Shape;787;p71"/>
          <p:cNvPicPr preferRelativeResize="0"/>
          <p:nvPr/>
        </p:nvPicPr>
        <p:blipFill>
          <a:blip r:embed="rId42">
            <a:alphaModFix/>
          </a:blip>
          <a:stretch>
            <a:fillRect/>
          </a:stretch>
        </p:blipFill>
        <p:spPr>
          <a:xfrm>
            <a:off x="6805993" y="980664"/>
            <a:ext cx="675619" cy="675615"/>
          </a:xfrm>
          <a:prstGeom prst="rect">
            <a:avLst/>
          </a:prstGeom>
          <a:noFill/>
          <a:ln>
            <a:noFill/>
          </a:ln>
        </p:spPr>
      </p:pic>
      <p:pic>
        <p:nvPicPr>
          <p:cNvPr id="788" name="Google Shape;788;p71"/>
          <p:cNvPicPr preferRelativeResize="0"/>
          <p:nvPr/>
        </p:nvPicPr>
        <p:blipFill>
          <a:blip r:embed="rId43">
            <a:alphaModFix/>
          </a:blip>
          <a:stretch>
            <a:fillRect/>
          </a:stretch>
        </p:blipFill>
        <p:spPr>
          <a:xfrm>
            <a:off x="9315363" y="1659487"/>
            <a:ext cx="1396025" cy="1396025"/>
          </a:xfrm>
          <a:prstGeom prst="rect">
            <a:avLst/>
          </a:prstGeom>
          <a:noFill/>
          <a:ln>
            <a:noFill/>
          </a:ln>
        </p:spPr>
      </p:pic>
      <p:pic>
        <p:nvPicPr>
          <p:cNvPr id="789" name="Google Shape;789;p71"/>
          <p:cNvPicPr preferRelativeResize="0"/>
          <p:nvPr/>
        </p:nvPicPr>
        <p:blipFill>
          <a:blip r:embed="rId44">
            <a:alphaModFix/>
          </a:blip>
          <a:stretch>
            <a:fillRect/>
          </a:stretch>
        </p:blipFill>
        <p:spPr>
          <a:xfrm>
            <a:off x="3858144" y="3198843"/>
            <a:ext cx="676564" cy="676561"/>
          </a:xfrm>
          <a:prstGeom prst="rect">
            <a:avLst/>
          </a:prstGeom>
          <a:noFill/>
          <a:ln>
            <a:noFill/>
          </a:ln>
        </p:spPr>
      </p:pic>
      <p:pic>
        <p:nvPicPr>
          <p:cNvPr id="790" name="Google Shape;790;p71"/>
          <p:cNvPicPr preferRelativeResize="0"/>
          <p:nvPr/>
        </p:nvPicPr>
        <p:blipFill>
          <a:blip r:embed="rId45">
            <a:alphaModFix/>
          </a:blip>
          <a:stretch>
            <a:fillRect/>
          </a:stretch>
        </p:blipFill>
        <p:spPr>
          <a:xfrm>
            <a:off x="4585038" y="3206278"/>
            <a:ext cx="676564" cy="676561"/>
          </a:xfrm>
          <a:prstGeom prst="rect">
            <a:avLst/>
          </a:prstGeom>
          <a:noFill/>
          <a:ln>
            <a:noFill/>
          </a:ln>
        </p:spPr>
      </p:pic>
      <p:pic>
        <p:nvPicPr>
          <p:cNvPr id="791" name="Google Shape;791;p71"/>
          <p:cNvPicPr preferRelativeResize="0"/>
          <p:nvPr/>
        </p:nvPicPr>
        <p:blipFill>
          <a:blip r:embed="rId46">
            <a:alphaModFix/>
          </a:blip>
          <a:stretch>
            <a:fillRect/>
          </a:stretch>
        </p:blipFill>
        <p:spPr>
          <a:xfrm>
            <a:off x="5206601" y="3935860"/>
            <a:ext cx="474379" cy="474366"/>
          </a:xfrm>
          <a:prstGeom prst="rect">
            <a:avLst/>
          </a:prstGeom>
          <a:noFill/>
          <a:ln>
            <a:noFill/>
          </a:ln>
        </p:spPr>
      </p:pic>
      <p:pic>
        <p:nvPicPr>
          <p:cNvPr id="792" name="Google Shape;792;p71"/>
          <p:cNvPicPr preferRelativeResize="0"/>
          <p:nvPr/>
        </p:nvPicPr>
        <p:blipFill>
          <a:blip r:embed="rId47">
            <a:alphaModFix/>
          </a:blip>
          <a:stretch>
            <a:fillRect/>
          </a:stretch>
        </p:blipFill>
        <p:spPr>
          <a:xfrm>
            <a:off x="3476858" y="3935860"/>
            <a:ext cx="474379" cy="474366"/>
          </a:xfrm>
          <a:prstGeom prst="rect">
            <a:avLst/>
          </a:prstGeom>
          <a:noFill/>
          <a:ln>
            <a:noFill/>
          </a:ln>
        </p:spPr>
      </p:pic>
      <p:pic>
        <p:nvPicPr>
          <p:cNvPr id="793" name="Google Shape;793;p71"/>
          <p:cNvPicPr preferRelativeResize="0"/>
          <p:nvPr/>
        </p:nvPicPr>
        <p:blipFill>
          <a:blip r:embed="rId48">
            <a:alphaModFix/>
          </a:blip>
          <a:stretch>
            <a:fillRect/>
          </a:stretch>
        </p:blipFill>
        <p:spPr>
          <a:xfrm>
            <a:off x="4000911" y="3935860"/>
            <a:ext cx="474379" cy="474366"/>
          </a:xfrm>
          <a:prstGeom prst="rect">
            <a:avLst/>
          </a:prstGeom>
          <a:noFill/>
          <a:ln>
            <a:noFill/>
          </a:ln>
        </p:spPr>
      </p:pic>
      <p:pic>
        <p:nvPicPr>
          <p:cNvPr id="794" name="Google Shape;794;p71"/>
          <p:cNvPicPr preferRelativeResize="0"/>
          <p:nvPr/>
        </p:nvPicPr>
        <p:blipFill>
          <a:blip r:embed="rId49">
            <a:alphaModFix/>
          </a:blip>
          <a:stretch>
            <a:fillRect/>
          </a:stretch>
        </p:blipFill>
        <p:spPr>
          <a:xfrm>
            <a:off x="4603770" y="3971910"/>
            <a:ext cx="474379" cy="474366"/>
          </a:xfrm>
          <a:prstGeom prst="rect">
            <a:avLst/>
          </a:prstGeom>
          <a:noFill/>
          <a:ln>
            <a:noFill/>
          </a:ln>
        </p:spPr>
      </p:pic>
      <p:pic>
        <p:nvPicPr>
          <p:cNvPr id="795" name="Google Shape;795;p71"/>
          <p:cNvPicPr preferRelativeResize="0"/>
          <p:nvPr/>
        </p:nvPicPr>
        <p:blipFill>
          <a:blip r:embed="rId50">
            <a:alphaModFix/>
          </a:blip>
          <a:stretch>
            <a:fillRect/>
          </a:stretch>
        </p:blipFill>
        <p:spPr>
          <a:xfrm>
            <a:off x="5311963" y="3169206"/>
            <a:ext cx="676564" cy="680118"/>
          </a:xfrm>
          <a:prstGeom prst="rect">
            <a:avLst/>
          </a:prstGeom>
          <a:noFill/>
          <a:ln>
            <a:noFill/>
          </a:ln>
        </p:spPr>
      </p:pic>
      <p:pic>
        <p:nvPicPr>
          <p:cNvPr id="796" name="Google Shape;796;p71"/>
          <p:cNvPicPr preferRelativeResize="0"/>
          <p:nvPr/>
        </p:nvPicPr>
        <p:blipFill>
          <a:blip r:embed="rId51">
            <a:alphaModFix/>
          </a:blip>
          <a:stretch>
            <a:fillRect/>
          </a:stretch>
        </p:blipFill>
        <p:spPr>
          <a:xfrm>
            <a:off x="1730847" y="2428519"/>
            <a:ext cx="740487" cy="740461"/>
          </a:xfrm>
          <a:prstGeom prst="rect">
            <a:avLst/>
          </a:prstGeom>
          <a:noFill/>
          <a:ln>
            <a:noFill/>
          </a:ln>
        </p:spPr>
      </p:pic>
      <p:pic>
        <p:nvPicPr>
          <p:cNvPr id="797" name="Google Shape;797;p71"/>
          <p:cNvPicPr preferRelativeResize="0"/>
          <p:nvPr/>
        </p:nvPicPr>
        <p:blipFill>
          <a:blip r:embed="rId52">
            <a:alphaModFix/>
          </a:blip>
          <a:stretch>
            <a:fillRect/>
          </a:stretch>
        </p:blipFill>
        <p:spPr>
          <a:xfrm>
            <a:off x="8231113" y="2461934"/>
            <a:ext cx="659803" cy="659800"/>
          </a:xfrm>
          <a:prstGeom prst="rect">
            <a:avLst/>
          </a:prstGeom>
          <a:noFill/>
          <a:ln>
            <a:noFill/>
          </a:ln>
        </p:spPr>
      </p:pic>
      <p:pic>
        <p:nvPicPr>
          <p:cNvPr id="798" name="Google Shape;798;p71"/>
          <p:cNvPicPr preferRelativeResize="0"/>
          <p:nvPr/>
        </p:nvPicPr>
        <p:blipFill>
          <a:blip r:embed="rId53">
            <a:alphaModFix/>
          </a:blip>
          <a:stretch>
            <a:fillRect/>
          </a:stretch>
        </p:blipFill>
        <p:spPr>
          <a:xfrm>
            <a:off x="7492695" y="3190754"/>
            <a:ext cx="659803" cy="663229"/>
          </a:xfrm>
          <a:prstGeom prst="rect">
            <a:avLst/>
          </a:prstGeom>
          <a:noFill/>
          <a:ln>
            <a:noFill/>
          </a:ln>
        </p:spPr>
      </p:pic>
      <p:sp>
        <p:nvSpPr>
          <p:cNvPr id="799" name="Google Shape;799;p71"/>
          <p:cNvSpPr txBox="1"/>
          <p:nvPr>
            <p:ph idx="4294967295" type="subTitle"/>
          </p:nvPr>
        </p:nvSpPr>
        <p:spPr>
          <a:xfrm>
            <a:off x="350475" y="342900"/>
            <a:ext cx="2834400" cy="1077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rPr lang="en">
                <a:solidFill>
                  <a:schemeClr val="lt1"/>
                </a:solidFill>
              </a:rPr>
              <a:t>DESIGN LIBRARY</a:t>
            </a:r>
            <a:endParaRPr/>
          </a:p>
        </p:txBody>
      </p:sp>
      <p:sp>
        <p:nvSpPr>
          <p:cNvPr id="800" name="Google Shape;800;p71"/>
          <p:cNvSpPr txBox="1"/>
          <p:nvPr/>
        </p:nvSpPr>
        <p:spPr>
          <a:xfrm>
            <a:off x="350475" y="342900"/>
            <a:ext cx="4577100" cy="2772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b="1" lang="en" sz="1800">
                <a:solidFill>
                  <a:schemeClr val="accent3"/>
                </a:solidFill>
                <a:latin typeface="Poppins"/>
                <a:ea typeface="Poppins"/>
                <a:cs typeface="Poppins"/>
                <a:sym typeface="Poppins"/>
              </a:rPr>
              <a:t>Accent Illustrations</a:t>
            </a:r>
            <a:endParaRPr b="1" sz="1800">
              <a:solidFill>
                <a:schemeClr val="accent3"/>
              </a:solidFill>
              <a:latin typeface="Poppins"/>
              <a:ea typeface="Poppins"/>
              <a:cs typeface="Poppins"/>
              <a:sym typeface="Poppins"/>
            </a:endParaRPr>
          </a:p>
        </p:txBody>
      </p:sp>
      <p:sp>
        <p:nvSpPr>
          <p:cNvPr id="801" name="Google Shape;801;p71"/>
          <p:cNvSpPr txBox="1"/>
          <p:nvPr>
            <p:ph idx="4294967295" type="subTitle"/>
          </p:nvPr>
        </p:nvSpPr>
        <p:spPr>
          <a:xfrm>
            <a:off x="350463" y="664010"/>
            <a:ext cx="7874400" cy="169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1100">
                <a:solidFill>
                  <a:schemeClr val="dk1"/>
                </a:solidFill>
              </a:rPr>
              <a:t>Copy and paste as needed.</a:t>
            </a:r>
            <a:endParaRPr sz="1100">
              <a:solidFill>
                <a:schemeClr val="dk1"/>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5" name="Shape 805"/>
        <p:cNvGrpSpPr/>
        <p:nvPr/>
      </p:nvGrpSpPr>
      <p:grpSpPr>
        <a:xfrm>
          <a:off x="0" y="0"/>
          <a:ext cx="0" cy="0"/>
          <a:chOff x="0" y="0"/>
          <a:chExt cx="0" cy="0"/>
        </a:xfrm>
      </p:grpSpPr>
      <p:cxnSp>
        <p:nvCxnSpPr>
          <p:cNvPr id="806" name="Google Shape;806;p72"/>
          <p:cNvCxnSpPr/>
          <p:nvPr/>
        </p:nvCxnSpPr>
        <p:spPr>
          <a:xfrm>
            <a:off x="3189867" y="877125"/>
            <a:ext cx="0" cy="3817500"/>
          </a:xfrm>
          <a:prstGeom prst="straightConnector1">
            <a:avLst/>
          </a:prstGeom>
          <a:noFill/>
          <a:ln cap="flat" cmpd="sng" w="9525">
            <a:solidFill>
              <a:srgbClr val="D9D9D9"/>
            </a:solidFill>
            <a:prstDash val="solid"/>
            <a:round/>
            <a:headEnd len="med" w="med" type="none"/>
            <a:tailEnd len="med" w="med" type="none"/>
          </a:ln>
        </p:spPr>
      </p:cxnSp>
      <p:cxnSp>
        <p:nvCxnSpPr>
          <p:cNvPr id="807" name="Google Shape;807;p72"/>
          <p:cNvCxnSpPr/>
          <p:nvPr/>
        </p:nvCxnSpPr>
        <p:spPr>
          <a:xfrm>
            <a:off x="5968333" y="877125"/>
            <a:ext cx="0" cy="3817500"/>
          </a:xfrm>
          <a:prstGeom prst="straightConnector1">
            <a:avLst/>
          </a:prstGeom>
          <a:noFill/>
          <a:ln cap="flat" cmpd="sng" w="9525">
            <a:solidFill>
              <a:srgbClr val="D9D9D9"/>
            </a:solidFill>
            <a:prstDash val="solid"/>
            <a:round/>
            <a:headEnd len="med" w="med" type="none"/>
            <a:tailEnd len="med" w="med" type="none"/>
          </a:ln>
        </p:spPr>
      </p:cxnSp>
      <p:cxnSp>
        <p:nvCxnSpPr>
          <p:cNvPr id="808" name="Google Shape;808;p72"/>
          <p:cNvCxnSpPr/>
          <p:nvPr/>
        </p:nvCxnSpPr>
        <p:spPr>
          <a:xfrm rot="10800000">
            <a:off x="408425" y="2729725"/>
            <a:ext cx="8334300" cy="6300"/>
          </a:xfrm>
          <a:prstGeom prst="straightConnector1">
            <a:avLst/>
          </a:prstGeom>
          <a:noFill/>
          <a:ln cap="flat" cmpd="sng" w="9525">
            <a:solidFill>
              <a:srgbClr val="D9D9D9"/>
            </a:solidFill>
            <a:prstDash val="solid"/>
            <a:round/>
            <a:headEnd len="med" w="med" type="none"/>
            <a:tailEnd len="med" w="med" type="none"/>
          </a:ln>
        </p:spPr>
      </p:cxnSp>
      <p:sp>
        <p:nvSpPr>
          <p:cNvPr id="809" name="Google Shape;809;p72"/>
          <p:cNvSpPr txBox="1"/>
          <p:nvPr/>
        </p:nvSpPr>
        <p:spPr>
          <a:xfrm>
            <a:off x="350475" y="342900"/>
            <a:ext cx="4577100" cy="2772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b="1" lang="en" sz="1800">
                <a:solidFill>
                  <a:schemeClr val="accent3"/>
                </a:solidFill>
                <a:latin typeface="Poppins"/>
                <a:ea typeface="Poppins"/>
                <a:cs typeface="Poppins"/>
                <a:sym typeface="Poppins"/>
              </a:rPr>
              <a:t>Map Graphics</a:t>
            </a:r>
            <a:endParaRPr b="1" sz="1800">
              <a:solidFill>
                <a:schemeClr val="accent3"/>
              </a:solidFill>
              <a:latin typeface="Poppins"/>
              <a:ea typeface="Poppins"/>
              <a:cs typeface="Poppins"/>
              <a:sym typeface="Poppins"/>
            </a:endParaRPr>
          </a:p>
        </p:txBody>
      </p:sp>
      <p:sp>
        <p:nvSpPr>
          <p:cNvPr id="810" name="Google Shape;810;p72"/>
          <p:cNvSpPr txBox="1"/>
          <p:nvPr>
            <p:ph idx="4294967295" type="subTitle"/>
          </p:nvPr>
        </p:nvSpPr>
        <p:spPr>
          <a:xfrm>
            <a:off x="350463" y="664010"/>
            <a:ext cx="7874400" cy="169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1100">
                <a:solidFill>
                  <a:schemeClr val="dk1"/>
                </a:solidFill>
              </a:rPr>
              <a:t>Copy and paste as needed.</a:t>
            </a:r>
            <a:endParaRPr sz="1100">
              <a:solidFill>
                <a:schemeClr val="dk1"/>
              </a:solidFill>
            </a:endParaRPr>
          </a:p>
        </p:txBody>
      </p:sp>
      <p:pic>
        <p:nvPicPr>
          <p:cNvPr id="811" name="Google Shape;811;p72"/>
          <p:cNvPicPr preferRelativeResize="0"/>
          <p:nvPr/>
        </p:nvPicPr>
        <p:blipFill rotWithShape="1">
          <a:blip r:embed="rId3">
            <a:alphaModFix/>
          </a:blip>
          <a:srcRect b="70" l="0" r="0" t="70"/>
          <a:stretch/>
        </p:blipFill>
        <p:spPr>
          <a:xfrm>
            <a:off x="6050364" y="3079616"/>
            <a:ext cx="2615184" cy="1307593"/>
          </a:xfrm>
          <a:prstGeom prst="rect">
            <a:avLst/>
          </a:prstGeom>
          <a:noFill/>
          <a:ln>
            <a:noFill/>
          </a:ln>
        </p:spPr>
      </p:pic>
      <p:pic>
        <p:nvPicPr>
          <p:cNvPr id="812" name="Google Shape;812;p72"/>
          <p:cNvPicPr preferRelativeResize="0"/>
          <p:nvPr/>
        </p:nvPicPr>
        <p:blipFill>
          <a:blip r:embed="rId4">
            <a:alphaModFix/>
          </a:blip>
          <a:stretch>
            <a:fillRect/>
          </a:stretch>
        </p:blipFill>
        <p:spPr>
          <a:xfrm>
            <a:off x="3537675" y="2771600"/>
            <a:ext cx="1880100" cy="1923652"/>
          </a:xfrm>
          <a:prstGeom prst="rect">
            <a:avLst/>
          </a:prstGeom>
          <a:noFill/>
          <a:ln>
            <a:noFill/>
          </a:ln>
        </p:spPr>
      </p:pic>
      <p:pic>
        <p:nvPicPr>
          <p:cNvPr id="813" name="Google Shape;813;p72"/>
          <p:cNvPicPr preferRelativeResize="0"/>
          <p:nvPr/>
        </p:nvPicPr>
        <p:blipFill>
          <a:blip r:embed="rId5">
            <a:alphaModFix/>
          </a:blip>
          <a:stretch>
            <a:fillRect/>
          </a:stretch>
        </p:blipFill>
        <p:spPr>
          <a:xfrm>
            <a:off x="799075" y="1013900"/>
            <a:ext cx="2042998" cy="1461425"/>
          </a:xfrm>
          <a:prstGeom prst="rect">
            <a:avLst/>
          </a:prstGeom>
          <a:noFill/>
          <a:ln>
            <a:noFill/>
          </a:ln>
        </p:spPr>
      </p:pic>
      <p:pic>
        <p:nvPicPr>
          <p:cNvPr id="814" name="Google Shape;814;p72"/>
          <p:cNvPicPr preferRelativeResize="0"/>
          <p:nvPr/>
        </p:nvPicPr>
        <p:blipFill>
          <a:blip r:embed="rId6">
            <a:alphaModFix/>
          </a:blip>
          <a:stretch>
            <a:fillRect/>
          </a:stretch>
        </p:blipFill>
        <p:spPr>
          <a:xfrm>
            <a:off x="3537675" y="978152"/>
            <a:ext cx="2043023" cy="1461451"/>
          </a:xfrm>
          <a:prstGeom prst="rect">
            <a:avLst/>
          </a:prstGeom>
          <a:noFill/>
          <a:ln>
            <a:noFill/>
          </a:ln>
        </p:spPr>
      </p:pic>
      <p:pic>
        <p:nvPicPr>
          <p:cNvPr id="815" name="Google Shape;815;p72"/>
          <p:cNvPicPr preferRelativeResize="0"/>
          <p:nvPr/>
        </p:nvPicPr>
        <p:blipFill>
          <a:blip r:embed="rId7">
            <a:alphaModFix/>
          </a:blip>
          <a:stretch>
            <a:fillRect/>
          </a:stretch>
        </p:blipFill>
        <p:spPr>
          <a:xfrm>
            <a:off x="6126888" y="1212087"/>
            <a:ext cx="2615173" cy="1307574"/>
          </a:xfrm>
          <a:prstGeom prst="rect">
            <a:avLst/>
          </a:prstGeom>
          <a:noFill/>
          <a:ln>
            <a:noFill/>
          </a:ln>
        </p:spPr>
      </p:pic>
      <p:pic>
        <p:nvPicPr>
          <p:cNvPr id="816" name="Google Shape;816;p72"/>
          <p:cNvPicPr preferRelativeResize="0"/>
          <p:nvPr/>
        </p:nvPicPr>
        <p:blipFill rotWithShape="1">
          <a:blip r:embed="rId8">
            <a:alphaModFix/>
          </a:blip>
          <a:srcRect b="0" l="60" r="60" t="0"/>
          <a:stretch/>
        </p:blipFill>
        <p:spPr>
          <a:xfrm>
            <a:off x="872725" y="2772225"/>
            <a:ext cx="1880099" cy="1922386"/>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0" name="Shape 820"/>
        <p:cNvGrpSpPr/>
        <p:nvPr/>
      </p:nvGrpSpPr>
      <p:grpSpPr>
        <a:xfrm>
          <a:off x="0" y="0"/>
          <a:ext cx="0" cy="0"/>
          <a:chOff x="0" y="0"/>
          <a:chExt cx="0" cy="0"/>
        </a:xfrm>
      </p:grpSpPr>
      <p:sp>
        <p:nvSpPr>
          <p:cNvPr id="821" name="Google Shape;821;p73"/>
          <p:cNvSpPr/>
          <p:nvPr/>
        </p:nvSpPr>
        <p:spPr>
          <a:xfrm>
            <a:off x="1408049" y="1550093"/>
            <a:ext cx="1410000" cy="2683500"/>
          </a:xfrm>
          <a:prstGeom prst="roundRect">
            <a:avLst>
              <a:gd fmla="val 16667" name="adj"/>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22" name="Google Shape;822;p73"/>
          <p:cNvPicPr preferRelativeResize="0"/>
          <p:nvPr/>
        </p:nvPicPr>
        <p:blipFill>
          <a:blip r:embed="rId3">
            <a:alphaModFix/>
          </a:blip>
          <a:stretch>
            <a:fillRect/>
          </a:stretch>
        </p:blipFill>
        <p:spPr>
          <a:xfrm>
            <a:off x="3618346" y="1051376"/>
            <a:ext cx="4349563" cy="3314174"/>
          </a:xfrm>
          <a:prstGeom prst="rect">
            <a:avLst/>
          </a:prstGeom>
          <a:noFill/>
          <a:ln>
            <a:noFill/>
          </a:ln>
        </p:spPr>
      </p:pic>
      <p:pic>
        <p:nvPicPr>
          <p:cNvPr id="823" name="Google Shape;823;p73"/>
          <p:cNvPicPr preferRelativeResize="0"/>
          <p:nvPr/>
        </p:nvPicPr>
        <p:blipFill>
          <a:blip r:embed="rId4">
            <a:alphaModFix/>
          </a:blip>
          <a:stretch>
            <a:fillRect/>
          </a:stretch>
        </p:blipFill>
        <p:spPr>
          <a:xfrm>
            <a:off x="1101415" y="1550103"/>
            <a:ext cx="2023267" cy="2833054"/>
          </a:xfrm>
          <a:prstGeom prst="rect">
            <a:avLst/>
          </a:prstGeom>
          <a:noFill/>
          <a:ln>
            <a:noFill/>
          </a:ln>
        </p:spPr>
      </p:pic>
      <p:sp>
        <p:nvSpPr>
          <p:cNvPr id="824" name="Google Shape;824;p73"/>
          <p:cNvSpPr txBox="1"/>
          <p:nvPr>
            <p:ph idx="4294967295" type="subTitle"/>
          </p:nvPr>
        </p:nvSpPr>
        <p:spPr>
          <a:xfrm>
            <a:off x="350475" y="342900"/>
            <a:ext cx="2834400" cy="1077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rPr lang="en">
                <a:solidFill>
                  <a:schemeClr val="lt1"/>
                </a:solidFill>
              </a:rPr>
              <a:t>DESIGN LIBRARY</a:t>
            </a:r>
            <a:endParaRPr/>
          </a:p>
        </p:txBody>
      </p:sp>
      <p:sp>
        <p:nvSpPr>
          <p:cNvPr id="825" name="Google Shape;825;p73"/>
          <p:cNvSpPr txBox="1"/>
          <p:nvPr/>
        </p:nvSpPr>
        <p:spPr>
          <a:xfrm>
            <a:off x="350475" y="342900"/>
            <a:ext cx="4577100" cy="2772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b="1" lang="en" sz="1800">
                <a:solidFill>
                  <a:schemeClr val="accent3"/>
                </a:solidFill>
                <a:latin typeface="Poppins"/>
                <a:ea typeface="Poppins"/>
                <a:cs typeface="Poppins"/>
                <a:sym typeface="Poppins"/>
              </a:rPr>
              <a:t>Electronics for Mockups</a:t>
            </a:r>
            <a:endParaRPr b="1" sz="1800">
              <a:solidFill>
                <a:schemeClr val="accent3"/>
              </a:solidFill>
              <a:latin typeface="Poppins"/>
              <a:ea typeface="Poppins"/>
              <a:cs typeface="Poppins"/>
              <a:sym typeface="Poppins"/>
            </a:endParaRPr>
          </a:p>
        </p:txBody>
      </p:sp>
      <p:sp>
        <p:nvSpPr>
          <p:cNvPr id="826" name="Google Shape;826;p73"/>
          <p:cNvSpPr txBox="1"/>
          <p:nvPr>
            <p:ph idx="4294967295" type="subTitle"/>
          </p:nvPr>
        </p:nvSpPr>
        <p:spPr>
          <a:xfrm>
            <a:off x="350463" y="664010"/>
            <a:ext cx="7874400" cy="169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1100">
                <a:solidFill>
                  <a:schemeClr val="dk1"/>
                </a:solidFill>
              </a:rPr>
              <a:t>Copy and paste as needed.</a:t>
            </a:r>
            <a:endParaRPr sz="1100">
              <a:solidFill>
                <a:schemeClr val="dk1"/>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0" name="Shape 830"/>
        <p:cNvGrpSpPr/>
        <p:nvPr/>
      </p:nvGrpSpPr>
      <p:grpSpPr>
        <a:xfrm>
          <a:off x="0" y="0"/>
          <a:ext cx="0" cy="0"/>
          <a:chOff x="0" y="0"/>
          <a:chExt cx="0" cy="0"/>
        </a:xfrm>
      </p:grpSpPr>
      <p:sp>
        <p:nvSpPr>
          <p:cNvPr id="831" name="Google Shape;831;p74"/>
          <p:cNvSpPr txBox="1"/>
          <p:nvPr/>
        </p:nvSpPr>
        <p:spPr>
          <a:xfrm>
            <a:off x="0" y="1565575"/>
            <a:ext cx="4600200" cy="164400"/>
          </a:xfrm>
          <a:prstGeom prst="rect">
            <a:avLst/>
          </a:prstGeom>
          <a:noFill/>
          <a:ln>
            <a:noFill/>
          </a:ln>
        </p:spPr>
        <p:txBody>
          <a:bodyPr anchorCtr="0" anchor="t" bIns="0" lIns="0" spcFirstLastPara="1" rIns="0" wrap="square" tIns="12700">
            <a:noAutofit/>
          </a:bodyPr>
          <a:lstStyle/>
          <a:p>
            <a:pPr indent="0" lvl="0" marL="12700" marR="0" rtl="0" algn="ctr">
              <a:spcBef>
                <a:spcPts val="0"/>
              </a:spcBef>
              <a:spcAft>
                <a:spcPts val="0"/>
              </a:spcAft>
              <a:buNone/>
            </a:pPr>
            <a:r>
              <a:rPr lang="en" sz="1100">
                <a:solidFill>
                  <a:schemeClr val="dk1"/>
                </a:solidFill>
                <a:latin typeface="Poppins"/>
                <a:ea typeface="Poppins"/>
                <a:cs typeface="Poppins"/>
                <a:sym typeface="Poppins"/>
              </a:rPr>
              <a:t>Two-Column Table</a:t>
            </a:r>
            <a:endParaRPr sz="1100">
              <a:solidFill>
                <a:schemeClr val="dk1"/>
              </a:solidFill>
              <a:latin typeface="Poppins"/>
              <a:ea typeface="Poppins"/>
              <a:cs typeface="Poppins"/>
              <a:sym typeface="Poppins"/>
            </a:endParaRPr>
          </a:p>
        </p:txBody>
      </p:sp>
      <p:sp>
        <p:nvSpPr>
          <p:cNvPr id="832" name="Google Shape;832;p74"/>
          <p:cNvSpPr/>
          <p:nvPr/>
        </p:nvSpPr>
        <p:spPr>
          <a:xfrm>
            <a:off x="4600175" y="1565575"/>
            <a:ext cx="43800" cy="3074384"/>
          </a:xfrm>
          <a:custGeom>
            <a:rect b="b" l="l" r="r" t="t"/>
            <a:pathLst>
              <a:path extrusionOk="0" h="4640580" w="120000">
                <a:moveTo>
                  <a:pt x="0" y="4640262"/>
                </a:moveTo>
                <a:lnTo>
                  <a:pt x="0" y="0"/>
                </a:lnTo>
              </a:path>
            </a:pathLst>
          </a:custGeom>
          <a:noFill/>
          <a:ln cap="flat" cmpd="sng" w="9525">
            <a:solidFill>
              <a:srgbClr val="D9D9D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rgbClr val="000000"/>
              </a:solidFill>
              <a:latin typeface="Poppins"/>
              <a:ea typeface="Poppins"/>
              <a:cs typeface="Poppins"/>
              <a:sym typeface="Poppins"/>
            </a:endParaRPr>
          </a:p>
        </p:txBody>
      </p:sp>
      <p:graphicFrame>
        <p:nvGraphicFramePr>
          <p:cNvPr id="833" name="Google Shape;833;p74"/>
          <p:cNvGraphicFramePr/>
          <p:nvPr/>
        </p:nvGraphicFramePr>
        <p:xfrm>
          <a:off x="525248" y="1947631"/>
          <a:ext cx="3000000" cy="3000000"/>
        </p:xfrm>
        <a:graphic>
          <a:graphicData uri="http://schemas.openxmlformats.org/drawingml/2006/table">
            <a:tbl>
              <a:tblPr>
                <a:noFill/>
                <a:tableStyleId>{DBA10E20-8E3F-4920-B6DC-949691AC5500}</a:tableStyleId>
              </a:tblPr>
              <a:tblGrid>
                <a:gridCol w="1079875"/>
                <a:gridCol w="2337775"/>
              </a:tblGrid>
              <a:tr h="435250">
                <a:tc>
                  <a:txBody>
                    <a:bodyPr/>
                    <a:lstStyle/>
                    <a:p>
                      <a:pPr indent="0" lvl="0" marL="0" marR="0" rtl="0" algn="ctr">
                        <a:spcBef>
                          <a:spcPts val="0"/>
                        </a:spcBef>
                        <a:spcAft>
                          <a:spcPts val="0"/>
                        </a:spcAft>
                        <a:buNone/>
                      </a:pPr>
                      <a:r>
                        <a:rPr b="1" i="0" lang="en" sz="1200" u="none" cap="none" strike="noStrike">
                          <a:solidFill>
                            <a:srgbClr val="FFFFFF"/>
                          </a:solidFill>
                          <a:latin typeface="Poppins"/>
                          <a:ea typeface="Poppins"/>
                          <a:cs typeface="Poppins"/>
                          <a:sym typeface="Poppins"/>
                        </a:rPr>
                        <a:t>Level</a:t>
                      </a:r>
                      <a:endParaRPr b="1" sz="2800" u="none" cap="none" strike="noStrike">
                        <a:latin typeface="Poppins"/>
                        <a:ea typeface="Poppins"/>
                        <a:cs typeface="Poppins"/>
                        <a:sym typeface="Poppins"/>
                      </a:endParaRPr>
                    </a:p>
                  </a:txBody>
                  <a:tcPr marT="47625" marB="47625" marR="95250" marL="95250" anchor="ctr">
                    <a:lnL cap="flat" cmpd="sng" w="12675">
                      <a:solidFill>
                        <a:schemeClr val="accent1"/>
                      </a:solidFill>
                      <a:prstDash val="solid"/>
                      <a:round/>
                      <a:headEnd len="sm" w="sm" type="none"/>
                      <a:tailEnd len="sm" w="sm" type="none"/>
                    </a:lnL>
                    <a:lnR cap="flat" cmpd="sng" w="12675">
                      <a:solidFill>
                        <a:schemeClr val="accent1"/>
                      </a:solidFill>
                      <a:prstDash val="solid"/>
                      <a:round/>
                      <a:headEnd len="sm" w="sm" type="none"/>
                      <a:tailEnd len="sm" w="sm" type="none"/>
                    </a:lnR>
                    <a:lnT cap="flat" cmpd="sng" w="12675">
                      <a:solidFill>
                        <a:schemeClr val="accent1"/>
                      </a:solidFill>
                      <a:prstDash val="solid"/>
                      <a:round/>
                      <a:headEnd len="sm" w="sm" type="none"/>
                      <a:tailEnd len="sm" w="sm" type="none"/>
                    </a:lnT>
                    <a:lnB cap="flat" cmpd="sng" w="38100">
                      <a:solidFill>
                        <a:schemeClr val="accent1"/>
                      </a:solidFill>
                      <a:prstDash val="solid"/>
                      <a:round/>
                      <a:headEnd len="sm" w="sm" type="none"/>
                      <a:tailEnd len="sm" w="sm" type="none"/>
                    </a:lnB>
                    <a:solidFill>
                      <a:schemeClr val="accent1"/>
                    </a:solidFill>
                  </a:tcPr>
                </a:tc>
                <a:tc>
                  <a:txBody>
                    <a:bodyPr/>
                    <a:lstStyle/>
                    <a:p>
                      <a:pPr indent="0" lvl="0" marL="0" marR="0" rtl="0" algn="ctr">
                        <a:spcBef>
                          <a:spcPts val="0"/>
                        </a:spcBef>
                        <a:spcAft>
                          <a:spcPts val="0"/>
                        </a:spcAft>
                        <a:buNone/>
                      </a:pPr>
                      <a:r>
                        <a:rPr b="1" i="0" lang="en" sz="1200" u="none" cap="none" strike="noStrike">
                          <a:solidFill>
                            <a:srgbClr val="FFFFFF"/>
                          </a:solidFill>
                          <a:latin typeface="Poppins"/>
                          <a:ea typeface="Poppins"/>
                          <a:cs typeface="Poppins"/>
                          <a:sym typeface="Poppins"/>
                        </a:rPr>
                        <a:t>Paid Time Off </a:t>
                      </a:r>
                      <a:r>
                        <a:rPr b="1" lang="en" sz="1200">
                          <a:solidFill>
                            <a:srgbClr val="FFFFFF"/>
                          </a:solidFill>
                          <a:latin typeface="Poppins"/>
                          <a:ea typeface="Poppins"/>
                          <a:cs typeface="Poppins"/>
                          <a:sym typeface="Poppins"/>
                        </a:rPr>
                        <a:t>p</a:t>
                      </a:r>
                      <a:r>
                        <a:rPr b="1" i="0" lang="en" sz="1200" u="none" cap="none" strike="noStrike">
                          <a:solidFill>
                            <a:srgbClr val="FFFFFF"/>
                          </a:solidFill>
                          <a:latin typeface="Poppins"/>
                          <a:ea typeface="Poppins"/>
                          <a:cs typeface="Poppins"/>
                          <a:sym typeface="Poppins"/>
                        </a:rPr>
                        <a:t>er Year</a:t>
                      </a:r>
                      <a:endParaRPr b="1" sz="2800" u="none" cap="none" strike="noStrike">
                        <a:latin typeface="Poppins"/>
                        <a:ea typeface="Poppins"/>
                        <a:cs typeface="Poppins"/>
                        <a:sym typeface="Poppins"/>
                      </a:endParaRPr>
                    </a:p>
                  </a:txBody>
                  <a:tcPr marT="47625" marB="47625" marR="95250" marL="95250" anchor="ctr">
                    <a:lnL cap="flat" cmpd="sng" w="12675">
                      <a:solidFill>
                        <a:schemeClr val="accent1"/>
                      </a:solidFill>
                      <a:prstDash val="solid"/>
                      <a:round/>
                      <a:headEnd len="sm" w="sm" type="none"/>
                      <a:tailEnd len="sm" w="sm" type="none"/>
                    </a:lnL>
                    <a:lnR cap="flat" cmpd="sng" w="12675">
                      <a:solidFill>
                        <a:schemeClr val="accent1"/>
                      </a:solidFill>
                      <a:prstDash val="solid"/>
                      <a:round/>
                      <a:headEnd len="sm" w="sm" type="none"/>
                      <a:tailEnd len="sm" w="sm" type="none"/>
                    </a:lnR>
                    <a:lnT cap="flat" cmpd="sng" w="12675">
                      <a:solidFill>
                        <a:schemeClr val="accent1"/>
                      </a:solidFill>
                      <a:prstDash val="solid"/>
                      <a:round/>
                      <a:headEnd len="sm" w="sm" type="none"/>
                      <a:tailEnd len="sm" w="sm" type="none"/>
                    </a:lnT>
                    <a:lnB cap="flat" cmpd="sng" w="38100">
                      <a:solidFill>
                        <a:schemeClr val="accent1"/>
                      </a:solidFill>
                      <a:prstDash val="solid"/>
                      <a:round/>
                      <a:headEnd len="sm" w="sm" type="none"/>
                      <a:tailEnd len="sm" w="sm" type="none"/>
                    </a:lnB>
                    <a:solidFill>
                      <a:schemeClr val="accent1"/>
                    </a:solidFill>
                  </a:tcPr>
                </a:tc>
              </a:tr>
              <a:tr h="435250">
                <a:tc>
                  <a:txBody>
                    <a:bodyPr/>
                    <a:lstStyle/>
                    <a:p>
                      <a:pPr indent="0" lvl="0" marL="0" marR="0" rtl="0" algn="ctr">
                        <a:spcBef>
                          <a:spcPts val="0"/>
                        </a:spcBef>
                        <a:spcAft>
                          <a:spcPts val="0"/>
                        </a:spcAft>
                        <a:buNone/>
                      </a:pPr>
                      <a:r>
                        <a:rPr b="1" i="0" lang="en" sz="1200" u="none" cap="none" strike="noStrike">
                          <a:solidFill>
                            <a:schemeClr val="dk1"/>
                          </a:solidFill>
                          <a:latin typeface="Poppins"/>
                          <a:ea typeface="Poppins"/>
                          <a:cs typeface="Poppins"/>
                          <a:sym typeface="Poppins"/>
                        </a:rPr>
                        <a:t>1</a:t>
                      </a:r>
                      <a:endParaRPr b="1" sz="2800" u="none" cap="none" strike="noStrike">
                        <a:solidFill>
                          <a:schemeClr val="dk1"/>
                        </a:solidFill>
                        <a:latin typeface="Poppins"/>
                        <a:ea typeface="Poppins"/>
                        <a:cs typeface="Poppins"/>
                        <a:sym typeface="Poppins"/>
                      </a:endParaRPr>
                    </a:p>
                  </a:txBody>
                  <a:tcPr marT="47625" marB="47625" marR="95250" marL="95250" anchor="ctr">
                    <a:lnL cap="flat" cmpd="sng" w="12675">
                      <a:solidFill>
                        <a:srgbClr val="D9D9D9"/>
                      </a:solidFill>
                      <a:prstDash val="solid"/>
                      <a:round/>
                      <a:headEnd len="sm" w="sm" type="none"/>
                      <a:tailEnd len="sm" w="sm" type="none"/>
                    </a:lnL>
                    <a:lnR cap="flat" cmpd="sng" w="12675">
                      <a:solidFill>
                        <a:srgbClr val="D9D9D9"/>
                      </a:solidFill>
                      <a:prstDash val="solid"/>
                      <a:round/>
                      <a:headEnd len="sm" w="sm" type="none"/>
                      <a:tailEnd len="sm" w="sm" type="none"/>
                    </a:lnR>
                    <a:lnT cap="flat" cmpd="sng" w="38100">
                      <a:solidFill>
                        <a:schemeClr val="accent1"/>
                      </a:solidFill>
                      <a:prstDash val="solid"/>
                      <a:round/>
                      <a:headEnd len="sm" w="sm" type="none"/>
                      <a:tailEnd len="sm" w="sm" type="none"/>
                    </a:lnT>
                    <a:lnB cap="flat" cmpd="sng" w="12675">
                      <a:solidFill>
                        <a:srgbClr val="D9D9D9"/>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i="0" lang="en" sz="1200" u="none" cap="none" strike="noStrike">
                          <a:solidFill>
                            <a:schemeClr val="dk1"/>
                          </a:solidFill>
                          <a:latin typeface="Poppins Light"/>
                          <a:ea typeface="Poppins Light"/>
                          <a:cs typeface="Poppins Light"/>
                          <a:sym typeface="Poppins Light"/>
                        </a:rPr>
                        <a:t>3.2 weeks*</a:t>
                      </a:r>
                      <a:endParaRPr sz="2800" u="none" cap="none" strike="noStrike">
                        <a:solidFill>
                          <a:schemeClr val="dk1"/>
                        </a:solidFill>
                        <a:latin typeface="Poppins Light"/>
                        <a:ea typeface="Poppins Light"/>
                        <a:cs typeface="Poppins Light"/>
                        <a:sym typeface="Poppins Light"/>
                      </a:endParaRPr>
                    </a:p>
                  </a:txBody>
                  <a:tcPr marT="47625" marB="47625" marR="95250" marL="95250" anchor="ctr">
                    <a:lnL cap="flat" cmpd="sng" w="12675">
                      <a:solidFill>
                        <a:srgbClr val="D9D9D9"/>
                      </a:solidFill>
                      <a:prstDash val="solid"/>
                      <a:round/>
                      <a:headEnd len="sm" w="sm" type="none"/>
                      <a:tailEnd len="sm" w="sm" type="none"/>
                    </a:lnL>
                    <a:lnR cap="flat" cmpd="sng" w="12675">
                      <a:solidFill>
                        <a:srgbClr val="D9D9D9"/>
                      </a:solidFill>
                      <a:prstDash val="solid"/>
                      <a:round/>
                      <a:headEnd len="sm" w="sm" type="none"/>
                      <a:tailEnd len="sm" w="sm" type="none"/>
                    </a:lnR>
                    <a:lnT cap="flat" cmpd="sng" w="38100">
                      <a:solidFill>
                        <a:schemeClr val="accent1"/>
                      </a:solidFill>
                      <a:prstDash val="solid"/>
                      <a:round/>
                      <a:headEnd len="sm" w="sm" type="none"/>
                      <a:tailEnd len="sm" w="sm" type="none"/>
                    </a:lnT>
                    <a:lnB cap="flat" cmpd="sng" w="12675">
                      <a:solidFill>
                        <a:srgbClr val="D9D9D9"/>
                      </a:solidFill>
                      <a:prstDash val="solid"/>
                      <a:round/>
                      <a:headEnd len="sm" w="sm" type="none"/>
                      <a:tailEnd len="sm" w="sm" type="none"/>
                    </a:lnB>
                    <a:solidFill>
                      <a:schemeClr val="lt1"/>
                    </a:solidFill>
                  </a:tcPr>
                </a:tc>
              </a:tr>
              <a:tr h="435250">
                <a:tc>
                  <a:txBody>
                    <a:bodyPr/>
                    <a:lstStyle/>
                    <a:p>
                      <a:pPr indent="0" lvl="0" marL="0" marR="0" rtl="0" algn="ctr">
                        <a:spcBef>
                          <a:spcPts val="0"/>
                        </a:spcBef>
                        <a:spcAft>
                          <a:spcPts val="0"/>
                        </a:spcAft>
                        <a:buNone/>
                      </a:pPr>
                      <a:r>
                        <a:rPr b="1" i="0" lang="en" sz="1200" u="none" cap="none" strike="noStrike">
                          <a:solidFill>
                            <a:schemeClr val="dk1"/>
                          </a:solidFill>
                          <a:latin typeface="Poppins"/>
                          <a:ea typeface="Poppins"/>
                          <a:cs typeface="Poppins"/>
                          <a:sym typeface="Poppins"/>
                        </a:rPr>
                        <a:t> 2</a:t>
                      </a:r>
                      <a:endParaRPr b="1" sz="2800" u="none" cap="none" strike="noStrike">
                        <a:solidFill>
                          <a:schemeClr val="dk1"/>
                        </a:solidFill>
                        <a:latin typeface="Poppins"/>
                        <a:ea typeface="Poppins"/>
                        <a:cs typeface="Poppins"/>
                        <a:sym typeface="Poppins"/>
                      </a:endParaRPr>
                    </a:p>
                  </a:txBody>
                  <a:tcPr marT="47625" marB="47625" marR="95250" marL="95250" anchor="ctr">
                    <a:lnL cap="flat" cmpd="sng" w="12675">
                      <a:solidFill>
                        <a:srgbClr val="D9D9D9"/>
                      </a:solidFill>
                      <a:prstDash val="solid"/>
                      <a:round/>
                      <a:headEnd len="sm" w="sm" type="none"/>
                      <a:tailEnd len="sm" w="sm" type="none"/>
                    </a:lnL>
                    <a:lnR cap="flat" cmpd="sng" w="12675">
                      <a:solidFill>
                        <a:srgbClr val="D9D9D9"/>
                      </a:solidFill>
                      <a:prstDash val="solid"/>
                      <a:round/>
                      <a:headEnd len="sm" w="sm" type="none"/>
                      <a:tailEnd len="sm" w="sm" type="none"/>
                    </a:lnR>
                    <a:lnT cap="flat" cmpd="sng" w="12675">
                      <a:solidFill>
                        <a:srgbClr val="D9D9D9"/>
                      </a:solidFill>
                      <a:prstDash val="solid"/>
                      <a:round/>
                      <a:headEnd len="sm" w="sm" type="none"/>
                      <a:tailEnd len="sm" w="sm" type="none"/>
                    </a:lnT>
                    <a:lnB cap="flat" cmpd="sng" w="12675">
                      <a:solidFill>
                        <a:srgbClr val="D9D9D9"/>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i="0" lang="en" sz="1200" u="none" cap="none" strike="noStrike">
                          <a:solidFill>
                            <a:schemeClr val="dk1"/>
                          </a:solidFill>
                          <a:latin typeface="Poppins Light"/>
                          <a:ea typeface="Poppins Light"/>
                          <a:cs typeface="Poppins Light"/>
                          <a:sym typeface="Poppins Light"/>
                        </a:rPr>
                        <a:t>3.2 weeks*</a:t>
                      </a:r>
                      <a:endParaRPr sz="2800" u="none" cap="none" strike="noStrike">
                        <a:solidFill>
                          <a:schemeClr val="dk1"/>
                        </a:solidFill>
                        <a:latin typeface="Poppins Light"/>
                        <a:ea typeface="Poppins Light"/>
                        <a:cs typeface="Poppins Light"/>
                        <a:sym typeface="Poppins Light"/>
                      </a:endParaRPr>
                    </a:p>
                  </a:txBody>
                  <a:tcPr marT="47625" marB="47625" marR="95250" marL="95250" anchor="ctr">
                    <a:lnL cap="flat" cmpd="sng" w="12675">
                      <a:solidFill>
                        <a:srgbClr val="D9D9D9"/>
                      </a:solidFill>
                      <a:prstDash val="solid"/>
                      <a:round/>
                      <a:headEnd len="sm" w="sm" type="none"/>
                      <a:tailEnd len="sm" w="sm" type="none"/>
                    </a:lnL>
                    <a:lnR cap="flat" cmpd="sng" w="12675">
                      <a:solidFill>
                        <a:srgbClr val="D9D9D9"/>
                      </a:solidFill>
                      <a:prstDash val="solid"/>
                      <a:round/>
                      <a:headEnd len="sm" w="sm" type="none"/>
                      <a:tailEnd len="sm" w="sm" type="none"/>
                    </a:lnR>
                    <a:lnT cap="flat" cmpd="sng" w="12675">
                      <a:solidFill>
                        <a:srgbClr val="D9D9D9"/>
                      </a:solidFill>
                      <a:prstDash val="solid"/>
                      <a:round/>
                      <a:headEnd len="sm" w="sm" type="none"/>
                      <a:tailEnd len="sm" w="sm" type="none"/>
                    </a:lnT>
                    <a:lnB cap="flat" cmpd="sng" w="12675">
                      <a:solidFill>
                        <a:srgbClr val="D9D9D9"/>
                      </a:solidFill>
                      <a:prstDash val="solid"/>
                      <a:round/>
                      <a:headEnd len="sm" w="sm" type="none"/>
                      <a:tailEnd len="sm" w="sm" type="none"/>
                    </a:lnB>
                    <a:solidFill>
                      <a:schemeClr val="lt1"/>
                    </a:solidFill>
                  </a:tcPr>
                </a:tc>
              </a:tr>
              <a:tr h="435250">
                <a:tc>
                  <a:txBody>
                    <a:bodyPr/>
                    <a:lstStyle/>
                    <a:p>
                      <a:pPr indent="0" lvl="0" marL="0" marR="0" rtl="0" algn="ctr">
                        <a:spcBef>
                          <a:spcPts val="0"/>
                        </a:spcBef>
                        <a:spcAft>
                          <a:spcPts val="0"/>
                        </a:spcAft>
                        <a:buNone/>
                      </a:pPr>
                      <a:r>
                        <a:rPr b="1" i="0" lang="en" sz="1200" u="none" cap="none" strike="noStrike">
                          <a:solidFill>
                            <a:schemeClr val="dk1"/>
                          </a:solidFill>
                          <a:latin typeface="Poppins"/>
                          <a:ea typeface="Poppins"/>
                          <a:cs typeface="Poppins"/>
                          <a:sym typeface="Poppins"/>
                        </a:rPr>
                        <a:t>3</a:t>
                      </a:r>
                      <a:endParaRPr b="1" sz="2800" u="none" cap="none" strike="noStrike">
                        <a:solidFill>
                          <a:schemeClr val="dk1"/>
                        </a:solidFill>
                        <a:latin typeface="Poppins"/>
                        <a:ea typeface="Poppins"/>
                        <a:cs typeface="Poppins"/>
                        <a:sym typeface="Poppins"/>
                      </a:endParaRPr>
                    </a:p>
                  </a:txBody>
                  <a:tcPr marT="47625" marB="47625" marR="95250" marL="95250" anchor="ctr">
                    <a:lnL cap="flat" cmpd="sng" w="12675">
                      <a:solidFill>
                        <a:srgbClr val="D9D9D9"/>
                      </a:solidFill>
                      <a:prstDash val="solid"/>
                      <a:round/>
                      <a:headEnd len="sm" w="sm" type="none"/>
                      <a:tailEnd len="sm" w="sm" type="none"/>
                    </a:lnL>
                    <a:lnR cap="flat" cmpd="sng" w="12675">
                      <a:solidFill>
                        <a:srgbClr val="D9D9D9"/>
                      </a:solidFill>
                      <a:prstDash val="solid"/>
                      <a:round/>
                      <a:headEnd len="sm" w="sm" type="none"/>
                      <a:tailEnd len="sm" w="sm" type="none"/>
                    </a:lnR>
                    <a:lnT cap="flat" cmpd="sng" w="12675">
                      <a:solidFill>
                        <a:srgbClr val="D9D9D9"/>
                      </a:solidFill>
                      <a:prstDash val="solid"/>
                      <a:round/>
                      <a:headEnd len="sm" w="sm" type="none"/>
                      <a:tailEnd len="sm" w="sm" type="none"/>
                    </a:lnT>
                    <a:lnB cap="flat" cmpd="sng" w="12675">
                      <a:solidFill>
                        <a:srgbClr val="D9D9D9"/>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i="0" lang="en" sz="1200" u="none" cap="none" strike="noStrike">
                          <a:solidFill>
                            <a:schemeClr val="dk1"/>
                          </a:solidFill>
                          <a:latin typeface="Poppins Light"/>
                          <a:ea typeface="Poppins Light"/>
                          <a:cs typeface="Poppins Light"/>
                          <a:sym typeface="Poppins Light"/>
                        </a:rPr>
                        <a:t>4.2 weeks*</a:t>
                      </a:r>
                      <a:endParaRPr sz="2800" u="none" cap="none" strike="noStrike">
                        <a:solidFill>
                          <a:schemeClr val="dk1"/>
                        </a:solidFill>
                        <a:latin typeface="Poppins Light"/>
                        <a:ea typeface="Poppins Light"/>
                        <a:cs typeface="Poppins Light"/>
                        <a:sym typeface="Poppins Light"/>
                      </a:endParaRPr>
                    </a:p>
                  </a:txBody>
                  <a:tcPr marT="47625" marB="47625" marR="95250" marL="95250" anchor="ctr">
                    <a:lnL cap="flat" cmpd="sng" w="12675">
                      <a:solidFill>
                        <a:srgbClr val="D9D9D9"/>
                      </a:solidFill>
                      <a:prstDash val="solid"/>
                      <a:round/>
                      <a:headEnd len="sm" w="sm" type="none"/>
                      <a:tailEnd len="sm" w="sm" type="none"/>
                    </a:lnL>
                    <a:lnR cap="flat" cmpd="sng" w="12675">
                      <a:solidFill>
                        <a:srgbClr val="D9D9D9"/>
                      </a:solidFill>
                      <a:prstDash val="solid"/>
                      <a:round/>
                      <a:headEnd len="sm" w="sm" type="none"/>
                      <a:tailEnd len="sm" w="sm" type="none"/>
                    </a:lnR>
                    <a:lnT cap="flat" cmpd="sng" w="12675">
                      <a:solidFill>
                        <a:srgbClr val="D9D9D9"/>
                      </a:solidFill>
                      <a:prstDash val="solid"/>
                      <a:round/>
                      <a:headEnd len="sm" w="sm" type="none"/>
                      <a:tailEnd len="sm" w="sm" type="none"/>
                    </a:lnT>
                    <a:lnB cap="flat" cmpd="sng" w="12675">
                      <a:solidFill>
                        <a:srgbClr val="D9D9D9"/>
                      </a:solidFill>
                      <a:prstDash val="solid"/>
                      <a:round/>
                      <a:headEnd len="sm" w="sm" type="none"/>
                      <a:tailEnd len="sm" w="sm" type="none"/>
                    </a:lnB>
                    <a:solidFill>
                      <a:schemeClr val="lt1"/>
                    </a:solidFill>
                  </a:tcPr>
                </a:tc>
              </a:tr>
              <a:tr h="435250">
                <a:tc>
                  <a:txBody>
                    <a:bodyPr/>
                    <a:lstStyle/>
                    <a:p>
                      <a:pPr indent="0" lvl="0" marL="0" marR="0" rtl="0" algn="ctr">
                        <a:spcBef>
                          <a:spcPts val="0"/>
                        </a:spcBef>
                        <a:spcAft>
                          <a:spcPts val="0"/>
                        </a:spcAft>
                        <a:buNone/>
                      </a:pPr>
                      <a:r>
                        <a:rPr b="1" i="0" lang="en" sz="1200" u="none" cap="none" strike="noStrike">
                          <a:solidFill>
                            <a:schemeClr val="dk1"/>
                          </a:solidFill>
                          <a:latin typeface="Poppins"/>
                          <a:ea typeface="Poppins"/>
                          <a:cs typeface="Poppins"/>
                          <a:sym typeface="Poppins"/>
                        </a:rPr>
                        <a:t>4</a:t>
                      </a:r>
                      <a:endParaRPr b="1" sz="2800" u="none" cap="none" strike="noStrike">
                        <a:solidFill>
                          <a:schemeClr val="dk1"/>
                        </a:solidFill>
                        <a:latin typeface="Poppins"/>
                        <a:ea typeface="Poppins"/>
                        <a:cs typeface="Poppins"/>
                        <a:sym typeface="Poppins"/>
                      </a:endParaRPr>
                    </a:p>
                  </a:txBody>
                  <a:tcPr marT="47625" marB="47625" marR="95250" marL="95250" anchor="ctr">
                    <a:lnL cap="flat" cmpd="sng" w="12675">
                      <a:solidFill>
                        <a:srgbClr val="D9D9D9"/>
                      </a:solidFill>
                      <a:prstDash val="solid"/>
                      <a:round/>
                      <a:headEnd len="sm" w="sm" type="none"/>
                      <a:tailEnd len="sm" w="sm" type="none"/>
                    </a:lnL>
                    <a:lnR cap="flat" cmpd="sng" w="12675">
                      <a:solidFill>
                        <a:srgbClr val="D9D9D9"/>
                      </a:solidFill>
                      <a:prstDash val="solid"/>
                      <a:round/>
                      <a:headEnd len="sm" w="sm" type="none"/>
                      <a:tailEnd len="sm" w="sm" type="none"/>
                    </a:lnR>
                    <a:lnT cap="flat" cmpd="sng" w="12675">
                      <a:solidFill>
                        <a:srgbClr val="D9D9D9"/>
                      </a:solidFill>
                      <a:prstDash val="solid"/>
                      <a:round/>
                      <a:headEnd len="sm" w="sm" type="none"/>
                      <a:tailEnd len="sm" w="sm" type="none"/>
                    </a:lnT>
                    <a:lnB cap="flat" cmpd="sng" w="12675">
                      <a:solidFill>
                        <a:srgbClr val="D9D9D9"/>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i="0" lang="en" sz="1200" u="none" cap="none" strike="noStrike">
                          <a:solidFill>
                            <a:schemeClr val="dk1"/>
                          </a:solidFill>
                          <a:latin typeface="Poppins Light"/>
                          <a:ea typeface="Poppins Light"/>
                          <a:cs typeface="Poppins Light"/>
                          <a:sym typeface="Poppins Light"/>
                        </a:rPr>
                        <a:t>Unlimited PTO</a:t>
                      </a:r>
                      <a:endParaRPr sz="2800" u="none" cap="none" strike="noStrike">
                        <a:solidFill>
                          <a:schemeClr val="dk1"/>
                        </a:solidFill>
                        <a:latin typeface="Poppins Light"/>
                        <a:ea typeface="Poppins Light"/>
                        <a:cs typeface="Poppins Light"/>
                        <a:sym typeface="Poppins Light"/>
                      </a:endParaRPr>
                    </a:p>
                  </a:txBody>
                  <a:tcPr marT="47625" marB="47625" marR="95250" marL="95250" anchor="ctr">
                    <a:lnL cap="flat" cmpd="sng" w="12675">
                      <a:solidFill>
                        <a:srgbClr val="D9D9D9"/>
                      </a:solidFill>
                      <a:prstDash val="solid"/>
                      <a:round/>
                      <a:headEnd len="sm" w="sm" type="none"/>
                      <a:tailEnd len="sm" w="sm" type="none"/>
                    </a:lnL>
                    <a:lnR cap="flat" cmpd="sng" w="12675">
                      <a:solidFill>
                        <a:srgbClr val="D9D9D9"/>
                      </a:solidFill>
                      <a:prstDash val="solid"/>
                      <a:round/>
                      <a:headEnd len="sm" w="sm" type="none"/>
                      <a:tailEnd len="sm" w="sm" type="none"/>
                    </a:lnR>
                    <a:lnT cap="flat" cmpd="sng" w="12675">
                      <a:solidFill>
                        <a:srgbClr val="D9D9D9"/>
                      </a:solidFill>
                      <a:prstDash val="solid"/>
                      <a:round/>
                      <a:headEnd len="sm" w="sm" type="none"/>
                      <a:tailEnd len="sm" w="sm" type="none"/>
                    </a:lnT>
                    <a:lnB cap="flat" cmpd="sng" w="12675">
                      <a:solidFill>
                        <a:srgbClr val="D9D9D9"/>
                      </a:solidFill>
                      <a:prstDash val="solid"/>
                      <a:round/>
                      <a:headEnd len="sm" w="sm" type="none"/>
                      <a:tailEnd len="sm" w="sm" type="none"/>
                    </a:lnB>
                    <a:solidFill>
                      <a:schemeClr val="lt1"/>
                    </a:solidFill>
                  </a:tcPr>
                </a:tc>
              </a:tr>
            </a:tbl>
          </a:graphicData>
        </a:graphic>
      </p:graphicFrame>
      <p:graphicFrame>
        <p:nvGraphicFramePr>
          <p:cNvPr id="834" name="Google Shape;834;p74"/>
          <p:cNvGraphicFramePr/>
          <p:nvPr/>
        </p:nvGraphicFramePr>
        <p:xfrm>
          <a:off x="5234898" y="1947631"/>
          <a:ext cx="3000000" cy="3000000"/>
        </p:xfrm>
        <a:graphic>
          <a:graphicData uri="http://schemas.openxmlformats.org/drawingml/2006/table">
            <a:tbl>
              <a:tblPr>
                <a:noFill/>
                <a:tableStyleId>{DBA10E20-8E3F-4920-B6DC-949691AC5500}</a:tableStyleId>
              </a:tblPr>
              <a:tblGrid>
                <a:gridCol w="1079875"/>
                <a:gridCol w="2337775"/>
              </a:tblGrid>
              <a:tr h="435250">
                <a:tc>
                  <a:txBody>
                    <a:bodyPr/>
                    <a:lstStyle/>
                    <a:p>
                      <a:pPr indent="0" lvl="0" marL="0" marR="0" rtl="0" algn="ctr">
                        <a:spcBef>
                          <a:spcPts val="0"/>
                        </a:spcBef>
                        <a:spcAft>
                          <a:spcPts val="0"/>
                        </a:spcAft>
                        <a:buNone/>
                      </a:pPr>
                      <a:r>
                        <a:rPr b="1" i="0" lang="en" sz="1200" u="none" cap="none" strike="noStrike">
                          <a:solidFill>
                            <a:srgbClr val="FFFFFF"/>
                          </a:solidFill>
                          <a:latin typeface="Poppins"/>
                          <a:ea typeface="Poppins"/>
                          <a:cs typeface="Poppins"/>
                          <a:sym typeface="Poppins"/>
                        </a:rPr>
                        <a:t>Level</a:t>
                      </a:r>
                      <a:endParaRPr b="1" sz="2800" u="none" cap="none" strike="noStrike">
                        <a:latin typeface="Poppins"/>
                        <a:ea typeface="Poppins"/>
                        <a:cs typeface="Poppins"/>
                        <a:sym typeface="Poppins"/>
                      </a:endParaRPr>
                    </a:p>
                  </a:txBody>
                  <a:tcPr marT="47625" marB="47625" marR="95250" marL="95250" anchor="ctr">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2675">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chemeClr val="accent1"/>
                    </a:solidFill>
                  </a:tcPr>
                </a:tc>
                <a:tc>
                  <a:txBody>
                    <a:bodyPr/>
                    <a:lstStyle/>
                    <a:p>
                      <a:pPr indent="0" lvl="0" marL="0" marR="0" rtl="0" algn="ctr">
                        <a:spcBef>
                          <a:spcPts val="0"/>
                        </a:spcBef>
                        <a:spcAft>
                          <a:spcPts val="0"/>
                        </a:spcAft>
                        <a:buNone/>
                      </a:pPr>
                      <a:r>
                        <a:rPr b="1" i="0" lang="en" sz="1200" u="none" cap="none" strike="noStrike">
                          <a:solidFill>
                            <a:srgbClr val="FFFFFF"/>
                          </a:solidFill>
                          <a:latin typeface="Poppins"/>
                          <a:ea typeface="Poppins"/>
                          <a:cs typeface="Poppins"/>
                          <a:sym typeface="Poppins"/>
                        </a:rPr>
                        <a:t>Paid Time Off </a:t>
                      </a:r>
                      <a:r>
                        <a:rPr b="1" lang="en" sz="1200">
                          <a:solidFill>
                            <a:srgbClr val="FFFFFF"/>
                          </a:solidFill>
                          <a:latin typeface="Poppins"/>
                          <a:ea typeface="Poppins"/>
                          <a:cs typeface="Poppins"/>
                          <a:sym typeface="Poppins"/>
                        </a:rPr>
                        <a:t>p</a:t>
                      </a:r>
                      <a:r>
                        <a:rPr b="1" i="0" lang="en" sz="1200" u="none" cap="none" strike="noStrike">
                          <a:solidFill>
                            <a:srgbClr val="FFFFFF"/>
                          </a:solidFill>
                          <a:latin typeface="Poppins"/>
                          <a:ea typeface="Poppins"/>
                          <a:cs typeface="Poppins"/>
                          <a:sym typeface="Poppins"/>
                        </a:rPr>
                        <a:t>er Year</a:t>
                      </a:r>
                      <a:endParaRPr b="1" sz="2800" u="none" cap="none" strike="noStrike">
                        <a:latin typeface="Poppins"/>
                        <a:ea typeface="Poppins"/>
                        <a:cs typeface="Poppins"/>
                        <a:sym typeface="Poppins"/>
                      </a:endParaRPr>
                    </a:p>
                  </a:txBody>
                  <a:tcPr marT="47625" marB="47625" marR="95250" marL="95250" anchor="ctr">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2675">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chemeClr val="accent1"/>
                    </a:solidFill>
                  </a:tcPr>
                </a:tc>
              </a:tr>
              <a:tr h="435250">
                <a:tc>
                  <a:txBody>
                    <a:bodyPr/>
                    <a:lstStyle/>
                    <a:p>
                      <a:pPr indent="0" lvl="0" marL="0" marR="0" rtl="0" algn="ctr">
                        <a:spcBef>
                          <a:spcPts val="0"/>
                        </a:spcBef>
                        <a:spcAft>
                          <a:spcPts val="0"/>
                        </a:spcAft>
                        <a:buNone/>
                      </a:pPr>
                      <a:r>
                        <a:rPr b="1" i="0" lang="en" sz="1200" u="none" cap="none" strike="noStrike">
                          <a:solidFill>
                            <a:schemeClr val="dk1"/>
                          </a:solidFill>
                          <a:latin typeface="Poppins"/>
                          <a:ea typeface="Poppins"/>
                          <a:cs typeface="Poppins"/>
                          <a:sym typeface="Poppins"/>
                        </a:rPr>
                        <a:t>1</a:t>
                      </a:r>
                      <a:endParaRPr b="1" sz="2800" u="none" cap="none" strike="noStrike">
                        <a:solidFill>
                          <a:schemeClr val="dk1"/>
                        </a:solidFill>
                        <a:latin typeface="Poppins"/>
                        <a:ea typeface="Poppins"/>
                        <a:cs typeface="Poppins"/>
                        <a:sym typeface="Poppins"/>
                      </a:endParaRPr>
                    </a:p>
                  </a:txBody>
                  <a:tcPr marT="47625" marB="47625" marR="95250" marL="95250" anchor="ctr">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9050">
                      <a:solidFill>
                        <a:schemeClr val="accent1"/>
                      </a:solidFill>
                      <a:prstDash val="solid"/>
                      <a:round/>
                      <a:headEnd len="sm" w="sm" type="none"/>
                      <a:tailEnd len="sm" w="sm" type="none"/>
                    </a:lnB>
                    <a:solidFill>
                      <a:schemeClr val="accent6"/>
                    </a:solidFill>
                  </a:tcPr>
                </a:tc>
                <a:tc>
                  <a:txBody>
                    <a:bodyPr/>
                    <a:lstStyle/>
                    <a:p>
                      <a:pPr indent="0" lvl="0" marL="0" marR="0" rtl="0" algn="ctr">
                        <a:spcBef>
                          <a:spcPts val="0"/>
                        </a:spcBef>
                        <a:spcAft>
                          <a:spcPts val="0"/>
                        </a:spcAft>
                        <a:buNone/>
                      </a:pPr>
                      <a:r>
                        <a:rPr i="0" lang="en" sz="1200" u="none" cap="none" strike="noStrike">
                          <a:solidFill>
                            <a:schemeClr val="dk1"/>
                          </a:solidFill>
                          <a:latin typeface="Poppins Light"/>
                          <a:ea typeface="Poppins Light"/>
                          <a:cs typeface="Poppins Light"/>
                          <a:sym typeface="Poppins Light"/>
                        </a:rPr>
                        <a:t>3.2 weeks*</a:t>
                      </a:r>
                      <a:endParaRPr sz="2800" u="none" cap="none" strike="noStrike">
                        <a:solidFill>
                          <a:schemeClr val="dk1"/>
                        </a:solidFill>
                        <a:latin typeface="Poppins Light"/>
                        <a:ea typeface="Poppins Light"/>
                        <a:cs typeface="Poppins Light"/>
                        <a:sym typeface="Poppins Light"/>
                      </a:endParaRPr>
                    </a:p>
                  </a:txBody>
                  <a:tcPr marT="47625" marB="47625" marR="95250" marL="95250" anchor="ctr">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9050">
                      <a:solidFill>
                        <a:schemeClr val="accent1"/>
                      </a:solidFill>
                      <a:prstDash val="solid"/>
                      <a:round/>
                      <a:headEnd len="sm" w="sm" type="none"/>
                      <a:tailEnd len="sm" w="sm" type="none"/>
                    </a:lnB>
                    <a:solidFill>
                      <a:schemeClr val="accent6"/>
                    </a:solidFill>
                  </a:tcPr>
                </a:tc>
              </a:tr>
              <a:tr h="435250">
                <a:tc>
                  <a:txBody>
                    <a:bodyPr/>
                    <a:lstStyle/>
                    <a:p>
                      <a:pPr indent="0" lvl="0" marL="0" marR="0" rtl="0" algn="ctr">
                        <a:spcBef>
                          <a:spcPts val="0"/>
                        </a:spcBef>
                        <a:spcAft>
                          <a:spcPts val="0"/>
                        </a:spcAft>
                        <a:buNone/>
                      </a:pPr>
                      <a:r>
                        <a:rPr b="1" i="0" lang="en" sz="1200" u="none" cap="none" strike="noStrike">
                          <a:solidFill>
                            <a:schemeClr val="accent1"/>
                          </a:solidFill>
                          <a:latin typeface="Poppins"/>
                          <a:ea typeface="Poppins"/>
                          <a:cs typeface="Poppins"/>
                          <a:sym typeface="Poppins"/>
                        </a:rPr>
                        <a:t> </a:t>
                      </a:r>
                      <a:r>
                        <a:rPr b="1" i="0" lang="en" sz="1200" u="none" cap="none" strike="noStrike">
                          <a:solidFill>
                            <a:schemeClr val="accent1"/>
                          </a:solidFill>
                          <a:latin typeface="Poppins"/>
                          <a:ea typeface="Poppins"/>
                          <a:cs typeface="Poppins"/>
                          <a:sym typeface="Poppins"/>
                        </a:rPr>
                        <a:t>2</a:t>
                      </a:r>
                      <a:endParaRPr b="1" sz="2800" u="none" cap="none" strike="noStrike">
                        <a:solidFill>
                          <a:schemeClr val="accent1"/>
                        </a:solidFill>
                        <a:latin typeface="Poppins"/>
                        <a:ea typeface="Poppins"/>
                        <a:cs typeface="Poppins"/>
                        <a:sym typeface="Poppins"/>
                      </a:endParaRPr>
                    </a:p>
                  </a:txBody>
                  <a:tcPr marT="47625" marB="47625" marR="95250" marL="95250" anchor="ctr">
                    <a:lnL cap="flat" cmpd="sng" w="19050">
                      <a:solidFill>
                        <a:schemeClr val="accen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solidFill>
                      <a:schemeClr val="accent4"/>
                    </a:solidFill>
                  </a:tcPr>
                </a:tc>
                <a:tc>
                  <a:txBody>
                    <a:bodyPr/>
                    <a:lstStyle/>
                    <a:p>
                      <a:pPr indent="0" lvl="0" marL="0" marR="0" rtl="0" algn="ctr">
                        <a:spcBef>
                          <a:spcPts val="0"/>
                        </a:spcBef>
                        <a:spcAft>
                          <a:spcPts val="0"/>
                        </a:spcAft>
                        <a:buNone/>
                      </a:pPr>
                      <a:r>
                        <a:rPr b="1" i="0" lang="en" sz="1200" u="none" cap="none" strike="noStrike">
                          <a:solidFill>
                            <a:schemeClr val="accent1"/>
                          </a:solidFill>
                          <a:latin typeface="Poppins"/>
                          <a:ea typeface="Poppins"/>
                          <a:cs typeface="Poppins"/>
                          <a:sym typeface="Poppins"/>
                        </a:rPr>
                        <a:t>3.2 weeks*</a:t>
                      </a:r>
                      <a:endParaRPr b="1" sz="2800" u="none" cap="none" strike="noStrike">
                        <a:solidFill>
                          <a:schemeClr val="accent1"/>
                        </a:solidFill>
                        <a:latin typeface="Poppins"/>
                        <a:ea typeface="Poppins"/>
                        <a:cs typeface="Poppins"/>
                        <a:sym typeface="Poppins"/>
                      </a:endParaRPr>
                    </a:p>
                  </a:txBody>
                  <a:tcPr marT="47625" marB="47625" marR="95250" marL="95250" anchor="ctr">
                    <a:lnL cap="flat" cmpd="sng" w="19050">
                      <a:solidFill>
                        <a:schemeClr val="lt1"/>
                      </a:solidFill>
                      <a:prstDash val="solid"/>
                      <a:round/>
                      <a:headEnd len="sm" w="sm" type="none"/>
                      <a:tailEnd len="sm" w="sm" type="none"/>
                    </a:lnL>
                    <a:lnR cap="flat" cmpd="sng" w="19050">
                      <a:solidFill>
                        <a:schemeClr val="accent1"/>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solidFill>
                      <a:schemeClr val="accent4"/>
                    </a:solidFill>
                  </a:tcPr>
                </a:tc>
              </a:tr>
              <a:tr h="435250">
                <a:tc>
                  <a:txBody>
                    <a:bodyPr/>
                    <a:lstStyle/>
                    <a:p>
                      <a:pPr indent="0" lvl="0" marL="0" marR="0" rtl="0" algn="ctr">
                        <a:spcBef>
                          <a:spcPts val="0"/>
                        </a:spcBef>
                        <a:spcAft>
                          <a:spcPts val="0"/>
                        </a:spcAft>
                        <a:buNone/>
                      </a:pPr>
                      <a:r>
                        <a:rPr b="1" i="0" lang="en" sz="1200" u="none" cap="none" strike="noStrike">
                          <a:solidFill>
                            <a:schemeClr val="dk1"/>
                          </a:solidFill>
                          <a:latin typeface="Poppins"/>
                          <a:ea typeface="Poppins"/>
                          <a:cs typeface="Poppins"/>
                          <a:sym typeface="Poppins"/>
                        </a:rPr>
                        <a:t>3</a:t>
                      </a:r>
                      <a:endParaRPr b="1" sz="2800" u="none" cap="none" strike="noStrike">
                        <a:solidFill>
                          <a:schemeClr val="dk1"/>
                        </a:solidFill>
                        <a:latin typeface="Poppins"/>
                        <a:ea typeface="Poppins"/>
                        <a:cs typeface="Poppins"/>
                        <a:sym typeface="Poppins"/>
                      </a:endParaRPr>
                    </a:p>
                  </a:txBody>
                  <a:tcPr marT="47625" marB="47625" marR="95250" marL="95250" anchor="ctr">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2675">
                      <a:solidFill>
                        <a:srgbClr val="FFFFFF"/>
                      </a:solidFill>
                      <a:prstDash val="solid"/>
                      <a:round/>
                      <a:headEnd len="sm" w="sm" type="none"/>
                      <a:tailEnd len="sm" w="sm" type="none"/>
                    </a:lnB>
                    <a:solidFill>
                      <a:schemeClr val="accent6"/>
                    </a:solidFill>
                  </a:tcPr>
                </a:tc>
                <a:tc>
                  <a:txBody>
                    <a:bodyPr/>
                    <a:lstStyle/>
                    <a:p>
                      <a:pPr indent="0" lvl="0" marL="0" marR="0" rtl="0" algn="ctr">
                        <a:spcBef>
                          <a:spcPts val="0"/>
                        </a:spcBef>
                        <a:spcAft>
                          <a:spcPts val="0"/>
                        </a:spcAft>
                        <a:buNone/>
                      </a:pPr>
                      <a:r>
                        <a:rPr i="0" lang="en" sz="1200" u="none" cap="none" strike="noStrike">
                          <a:solidFill>
                            <a:schemeClr val="dk1"/>
                          </a:solidFill>
                          <a:latin typeface="Poppins Light"/>
                          <a:ea typeface="Poppins Light"/>
                          <a:cs typeface="Poppins Light"/>
                          <a:sym typeface="Poppins Light"/>
                        </a:rPr>
                        <a:t>4.2 weeks*</a:t>
                      </a:r>
                      <a:endParaRPr sz="2800" u="none" cap="none" strike="noStrike">
                        <a:solidFill>
                          <a:schemeClr val="dk1"/>
                        </a:solidFill>
                        <a:latin typeface="Poppins Light"/>
                        <a:ea typeface="Poppins Light"/>
                        <a:cs typeface="Poppins Light"/>
                        <a:sym typeface="Poppins Light"/>
                      </a:endParaRPr>
                    </a:p>
                  </a:txBody>
                  <a:tcPr marT="47625" marB="47625" marR="95250" marL="95250" anchor="ctr">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2675">
                      <a:solidFill>
                        <a:srgbClr val="FFFFFF"/>
                      </a:solidFill>
                      <a:prstDash val="solid"/>
                      <a:round/>
                      <a:headEnd len="sm" w="sm" type="none"/>
                      <a:tailEnd len="sm" w="sm" type="none"/>
                    </a:lnB>
                    <a:solidFill>
                      <a:schemeClr val="accent6"/>
                    </a:solidFill>
                  </a:tcPr>
                </a:tc>
              </a:tr>
              <a:tr h="435250">
                <a:tc>
                  <a:txBody>
                    <a:bodyPr/>
                    <a:lstStyle/>
                    <a:p>
                      <a:pPr indent="0" lvl="0" marL="0" marR="0" rtl="0" algn="ctr">
                        <a:spcBef>
                          <a:spcPts val="0"/>
                        </a:spcBef>
                        <a:spcAft>
                          <a:spcPts val="0"/>
                        </a:spcAft>
                        <a:buNone/>
                      </a:pPr>
                      <a:r>
                        <a:rPr b="1" i="0" lang="en" sz="1200" u="none" cap="none" strike="noStrike">
                          <a:solidFill>
                            <a:schemeClr val="dk1"/>
                          </a:solidFill>
                          <a:latin typeface="Poppins"/>
                          <a:ea typeface="Poppins"/>
                          <a:cs typeface="Poppins"/>
                          <a:sym typeface="Poppins"/>
                        </a:rPr>
                        <a:t>4</a:t>
                      </a:r>
                      <a:endParaRPr b="1" sz="2800" u="none" cap="none" strike="noStrike">
                        <a:solidFill>
                          <a:schemeClr val="dk1"/>
                        </a:solidFill>
                        <a:latin typeface="Poppins"/>
                        <a:ea typeface="Poppins"/>
                        <a:cs typeface="Poppins"/>
                        <a:sym typeface="Poppins"/>
                      </a:endParaRPr>
                    </a:p>
                  </a:txBody>
                  <a:tcPr marT="47625" marB="47625" marR="95250" marL="95250" anchor="ctr">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2675">
                      <a:solidFill>
                        <a:srgbClr val="FFFFFF"/>
                      </a:solidFill>
                      <a:prstDash val="solid"/>
                      <a:round/>
                      <a:headEnd len="sm" w="sm" type="none"/>
                      <a:tailEnd len="sm" w="sm" type="none"/>
                    </a:lnT>
                    <a:lnB cap="flat" cmpd="sng" w="12675">
                      <a:solidFill>
                        <a:srgbClr val="FFFFFF"/>
                      </a:solidFill>
                      <a:prstDash val="solid"/>
                      <a:round/>
                      <a:headEnd len="sm" w="sm" type="none"/>
                      <a:tailEnd len="sm" w="sm" type="none"/>
                    </a:lnB>
                    <a:solidFill>
                      <a:schemeClr val="accent6"/>
                    </a:solidFill>
                  </a:tcPr>
                </a:tc>
                <a:tc>
                  <a:txBody>
                    <a:bodyPr/>
                    <a:lstStyle/>
                    <a:p>
                      <a:pPr indent="0" lvl="0" marL="0" marR="0" rtl="0" algn="ctr">
                        <a:spcBef>
                          <a:spcPts val="0"/>
                        </a:spcBef>
                        <a:spcAft>
                          <a:spcPts val="0"/>
                        </a:spcAft>
                        <a:buNone/>
                      </a:pPr>
                      <a:r>
                        <a:rPr i="0" lang="en" sz="1200" u="none" cap="none" strike="noStrike">
                          <a:solidFill>
                            <a:schemeClr val="dk1"/>
                          </a:solidFill>
                          <a:latin typeface="Poppins Light"/>
                          <a:ea typeface="Poppins Light"/>
                          <a:cs typeface="Poppins Light"/>
                          <a:sym typeface="Poppins Light"/>
                        </a:rPr>
                        <a:t>Unlimited PTO</a:t>
                      </a:r>
                      <a:endParaRPr sz="2800" u="none" cap="none" strike="noStrike">
                        <a:solidFill>
                          <a:schemeClr val="dk1"/>
                        </a:solidFill>
                        <a:latin typeface="Poppins Light"/>
                        <a:ea typeface="Poppins Light"/>
                        <a:cs typeface="Poppins Light"/>
                        <a:sym typeface="Poppins Light"/>
                      </a:endParaRPr>
                    </a:p>
                  </a:txBody>
                  <a:tcPr marT="47625" marB="47625" marR="95250" marL="95250" anchor="ctr">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2675">
                      <a:solidFill>
                        <a:srgbClr val="FFFFFF"/>
                      </a:solidFill>
                      <a:prstDash val="solid"/>
                      <a:round/>
                      <a:headEnd len="sm" w="sm" type="none"/>
                      <a:tailEnd len="sm" w="sm" type="none"/>
                    </a:lnT>
                    <a:lnB cap="flat" cmpd="sng" w="12675">
                      <a:solidFill>
                        <a:srgbClr val="FFFFFF"/>
                      </a:solidFill>
                      <a:prstDash val="solid"/>
                      <a:round/>
                      <a:headEnd len="sm" w="sm" type="none"/>
                      <a:tailEnd len="sm" w="sm" type="none"/>
                    </a:lnB>
                    <a:solidFill>
                      <a:schemeClr val="accent6"/>
                    </a:solidFill>
                  </a:tcPr>
                </a:tc>
              </a:tr>
            </a:tbl>
          </a:graphicData>
        </a:graphic>
      </p:graphicFrame>
      <p:sp>
        <p:nvSpPr>
          <p:cNvPr id="835" name="Google Shape;835;p74"/>
          <p:cNvSpPr txBox="1"/>
          <p:nvPr/>
        </p:nvSpPr>
        <p:spPr>
          <a:xfrm>
            <a:off x="4600200" y="1565575"/>
            <a:ext cx="4543800" cy="164400"/>
          </a:xfrm>
          <a:prstGeom prst="rect">
            <a:avLst/>
          </a:prstGeom>
          <a:noFill/>
          <a:ln>
            <a:noFill/>
          </a:ln>
        </p:spPr>
        <p:txBody>
          <a:bodyPr anchorCtr="0" anchor="t" bIns="0" lIns="0" spcFirstLastPara="1" rIns="0" wrap="square" tIns="12700">
            <a:noAutofit/>
          </a:bodyPr>
          <a:lstStyle/>
          <a:p>
            <a:pPr indent="0" lvl="0" marL="12700" marR="0" rtl="0" algn="ctr">
              <a:spcBef>
                <a:spcPts val="0"/>
              </a:spcBef>
              <a:spcAft>
                <a:spcPts val="0"/>
              </a:spcAft>
              <a:buNone/>
            </a:pPr>
            <a:r>
              <a:rPr lang="en" sz="1100">
                <a:solidFill>
                  <a:schemeClr val="dk1"/>
                </a:solidFill>
                <a:latin typeface="Poppins"/>
                <a:ea typeface="Poppins"/>
                <a:cs typeface="Poppins"/>
                <a:sym typeface="Poppins"/>
              </a:rPr>
              <a:t>Two-Column Table </a:t>
            </a:r>
            <a:r>
              <a:rPr b="1" lang="en" sz="1100">
                <a:solidFill>
                  <a:schemeClr val="dk1"/>
                </a:solidFill>
                <a:latin typeface="Poppins"/>
                <a:ea typeface="Poppins"/>
                <a:cs typeface="Poppins"/>
                <a:sym typeface="Poppins"/>
              </a:rPr>
              <a:t>WITH</a:t>
            </a:r>
            <a:r>
              <a:rPr lang="en" sz="1100">
                <a:solidFill>
                  <a:schemeClr val="dk1"/>
                </a:solidFill>
                <a:latin typeface="Poppins"/>
                <a:ea typeface="Poppins"/>
                <a:cs typeface="Poppins"/>
                <a:sym typeface="Poppins"/>
              </a:rPr>
              <a:t> Highlighted Row</a:t>
            </a:r>
            <a:endParaRPr sz="1100">
              <a:solidFill>
                <a:schemeClr val="dk1"/>
              </a:solidFill>
              <a:latin typeface="Poppins"/>
              <a:ea typeface="Poppins"/>
              <a:cs typeface="Poppins"/>
              <a:sym typeface="Poppins"/>
            </a:endParaRPr>
          </a:p>
        </p:txBody>
      </p:sp>
      <p:sp>
        <p:nvSpPr>
          <p:cNvPr id="836" name="Google Shape;836;p74"/>
          <p:cNvSpPr txBox="1"/>
          <p:nvPr/>
        </p:nvSpPr>
        <p:spPr>
          <a:xfrm>
            <a:off x="5234900" y="4305700"/>
            <a:ext cx="3417600" cy="334500"/>
          </a:xfrm>
          <a:prstGeom prst="rect">
            <a:avLst/>
          </a:prstGeom>
          <a:noFill/>
          <a:ln>
            <a:noFill/>
          </a:ln>
        </p:spPr>
        <p:txBody>
          <a:bodyPr anchorCtr="0" anchor="t" bIns="0" lIns="0" spcFirstLastPara="1" rIns="0" wrap="square" tIns="12700">
            <a:noAutofit/>
          </a:bodyPr>
          <a:lstStyle/>
          <a:p>
            <a:pPr indent="0" lvl="0" marL="12700" marR="0" rtl="0" algn="ctr">
              <a:spcBef>
                <a:spcPts val="0"/>
              </a:spcBef>
              <a:spcAft>
                <a:spcPts val="0"/>
              </a:spcAft>
              <a:buNone/>
            </a:pPr>
            <a:r>
              <a:rPr i="1" lang="en" sz="900">
                <a:solidFill>
                  <a:schemeClr val="dk1"/>
                </a:solidFill>
                <a:latin typeface="Poppins Light"/>
                <a:ea typeface="Poppins Light"/>
                <a:cs typeface="Poppins Light"/>
                <a:sym typeface="Poppins Light"/>
              </a:rPr>
              <a:t>Use brand purple text in </a:t>
            </a:r>
            <a:r>
              <a:rPr i="1" lang="en" sz="900">
                <a:solidFill>
                  <a:schemeClr val="dk1"/>
                </a:solidFill>
                <a:latin typeface="Poppins SemiBold"/>
                <a:ea typeface="Poppins SemiBold"/>
                <a:cs typeface="Poppins SemiBold"/>
                <a:sym typeface="Poppins SemiBold"/>
              </a:rPr>
              <a:t>bold</a:t>
            </a:r>
            <a:r>
              <a:rPr i="1" lang="en" sz="900">
                <a:solidFill>
                  <a:schemeClr val="dk1"/>
                </a:solidFill>
                <a:latin typeface="Poppins Light"/>
                <a:ea typeface="Poppins Light"/>
                <a:cs typeface="Poppins Light"/>
                <a:sym typeface="Poppins Light"/>
              </a:rPr>
              <a:t> format with brand purple lines set to 2px width to highlight a specific row.</a:t>
            </a:r>
            <a:endParaRPr i="1" sz="900">
              <a:solidFill>
                <a:schemeClr val="dk1"/>
              </a:solidFill>
              <a:latin typeface="Poppins Light"/>
              <a:ea typeface="Poppins Light"/>
              <a:cs typeface="Poppins Light"/>
              <a:sym typeface="Poppins Light"/>
            </a:endParaRPr>
          </a:p>
        </p:txBody>
      </p:sp>
      <p:sp>
        <p:nvSpPr>
          <p:cNvPr id="837" name="Google Shape;837;p74"/>
          <p:cNvSpPr txBox="1"/>
          <p:nvPr>
            <p:ph type="title"/>
          </p:nvPr>
        </p:nvSpPr>
        <p:spPr>
          <a:xfrm>
            <a:off x="374550" y="338328"/>
            <a:ext cx="8394900" cy="2964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Table Assets</a:t>
            </a:r>
            <a:endParaRPr/>
          </a:p>
        </p:txBody>
      </p:sp>
      <p:sp>
        <p:nvSpPr>
          <p:cNvPr id="838" name="Google Shape;838;p74"/>
          <p:cNvSpPr txBox="1"/>
          <p:nvPr>
            <p:ph idx="1" type="subTitle"/>
          </p:nvPr>
        </p:nvSpPr>
        <p:spPr>
          <a:xfrm>
            <a:off x="374550" y="759700"/>
            <a:ext cx="8394900" cy="3171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1100">
                <a:solidFill>
                  <a:schemeClr val="dk1"/>
                </a:solidFill>
              </a:rPr>
              <a:t>Copy and paste tables as needed, and feel free to scale for size.</a:t>
            </a:r>
            <a:endParaRPr sz="1100">
              <a:solidFill>
                <a:schemeClr val="dk1"/>
              </a:solidFill>
            </a:endParaRPr>
          </a:p>
          <a:p>
            <a:pPr indent="0" lvl="0" marL="0" rtl="0" algn="ctr">
              <a:spcBef>
                <a:spcPts val="0"/>
              </a:spcBef>
              <a:spcAft>
                <a:spcPts val="0"/>
              </a:spcAft>
              <a:buNone/>
            </a:pPr>
            <a:r>
              <a:rPr lang="en" sz="1100">
                <a:solidFill>
                  <a:schemeClr val="dk1"/>
                </a:solidFill>
              </a:rPr>
              <a:t>If more columns or rows are need:</a:t>
            </a:r>
            <a:r>
              <a:rPr lang="en" sz="1100">
                <a:solidFill>
                  <a:schemeClr val="dk1"/>
                </a:solidFill>
                <a:latin typeface="Poppins Light"/>
                <a:ea typeface="Poppins Light"/>
                <a:cs typeface="Poppins Light"/>
                <a:sym typeface="Poppins Light"/>
              </a:rPr>
              <a:t> </a:t>
            </a:r>
            <a:r>
              <a:rPr b="1" lang="en" sz="1100">
                <a:solidFill>
                  <a:schemeClr val="dk1"/>
                </a:solidFill>
              </a:rPr>
              <a:t>Highlight column or row &gt; Right click &gt; </a:t>
            </a:r>
            <a:br>
              <a:rPr b="1" lang="en" sz="1100">
                <a:solidFill>
                  <a:schemeClr val="dk1"/>
                </a:solidFill>
              </a:rPr>
            </a:br>
            <a:r>
              <a:rPr b="1" lang="en" sz="1100">
                <a:solidFill>
                  <a:schemeClr val="dk1"/>
                </a:solidFill>
              </a:rPr>
              <a:t>Insert either column or row.</a:t>
            </a:r>
            <a:endParaRPr b="1" sz="1100">
              <a:solidFill>
                <a:schemeClr val="dk1"/>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sp>
        <p:nvSpPr>
          <p:cNvPr id="843" name="Google Shape;843;p75"/>
          <p:cNvSpPr/>
          <p:nvPr/>
        </p:nvSpPr>
        <p:spPr>
          <a:xfrm>
            <a:off x="788238" y="1829025"/>
            <a:ext cx="517200" cy="969900"/>
          </a:xfrm>
          <a:prstGeom prst="chevron">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Poppins"/>
              <a:ea typeface="Poppins"/>
              <a:cs typeface="Poppins"/>
              <a:sym typeface="Poppins"/>
            </a:endParaRPr>
          </a:p>
        </p:txBody>
      </p:sp>
      <p:sp>
        <p:nvSpPr>
          <p:cNvPr id="844" name="Google Shape;844;p75"/>
          <p:cNvSpPr/>
          <p:nvPr/>
        </p:nvSpPr>
        <p:spPr>
          <a:xfrm>
            <a:off x="788238" y="3204775"/>
            <a:ext cx="517200" cy="969900"/>
          </a:xfrm>
          <a:prstGeom prst="chevron">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Poppins"/>
              <a:ea typeface="Poppins"/>
              <a:cs typeface="Poppins"/>
              <a:sym typeface="Poppins"/>
            </a:endParaRPr>
          </a:p>
        </p:txBody>
      </p:sp>
      <p:sp>
        <p:nvSpPr>
          <p:cNvPr id="845" name="Google Shape;845;p75"/>
          <p:cNvSpPr txBox="1"/>
          <p:nvPr/>
        </p:nvSpPr>
        <p:spPr>
          <a:xfrm>
            <a:off x="0" y="1304875"/>
            <a:ext cx="3163500" cy="164400"/>
          </a:xfrm>
          <a:prstGeom prst="rect">
            <a:avLst/>
          </a:prstGeom>
          <a:noFill/>
          <a:ln>
            <a:noFill/>
          </a:ln>
        </p:spPr>
        <p:txBody>
          <a:bodyPr anchorCtr="0" anchor="t" bIns="0" lIns="0" spcFirstLastPara="1" rIns="0" wrap="square" tIns="12700">
            <a:noAutofit/>
          </a:bodyPr>
          <a:lstStyle/>
          <a:p>
            <a:pPr indent="0" lvl="0" marL="12700" marR="0" rtl="0" algn="ctr">
              <a:spcBef>
                <a:spcPts val="0"/>
              </a:spcBef>
              <a:spcAft>
                <a:spcPts val="0"/>
              </a:spcAft>
              <a:buNone/>
            </a:pPr>
            <a:r>
              <a:rPr lang="en" sz="1100">
                <a:solidFill>
                  <a:schemeClr val="dk1"/>
                </a:solidFill>
                <a:latin typeface="Poppins"/>
                <a:ea typeface="Poppins"/>
                <a:cs typeface="Poppins"/>
                <a:sym typeface="Poppins"/>
              </a:rPr>
              <a:t>Transitional Arrows</a:t>
            </a:r>
            <a:endParaRPr sz="1100">
              <a:solidFill>
                <a:schemeClr val="dk1"/>
              </a:solidFill>
              <a:latin typeface="Poppins"/>
              <a:ea typeface="Poppins"/>
              <a:cs typeface="Poppins"/>
              <a:sym typeface="Poppins"/>
            </a:endParaRPr>
          </a:p>
        </p:txBody>
      </p:sp>
      <p:sp>
        <p:nvSpPr>
          <p:cNvPr id="846" name="Google Shape;846;p75"/>
          <p:cNvSpPr txBox="1"/>
          <p:nvPr/>
        </p:nvSpPr>
        <p:spPr>
          <a:xfrm>
            <a:off x="3152325" y="1304875"/>
            <a:ext cx="5991600" cy="164400"/>
          </a:xfrm>
          <a:prstGeom prst="rect">
            <a:avLst/>
          </a:prstGeom>
          <a:noFill/>
          <a:ln>
            <a:noFill/>
          </a:ln>
        </p:spPr>
        <p:txBody>
          <a:bodyPr anchorCtr="0" anchor="t" bIns="0" lIns="0" spcFirstLastPara="1" rIns="0" wrap="square" tIns="12700">
            <a:noAutofit/>
          </a:bodyPr>
          <a:lstStyle/>
          <a:p>
            <a:pPr indent="0" lvl="0" marL="12700" marR="0" rtl="0" algn="ctr">
              <a:spcBef>
                <a:spcPts val="0"/>
              </a:spcBef>
              <a:spcAft>
                <a:spcPts val="0"/>
              </a:spcAft>
              <a:buNone/>
            </a:pPr>
            <a:r>
              <a:rPr lang="en" sz="1100">
                <a:solidFill>
                  <a:schemeClr val="dk1"/>
                </a:solidFill>
                <a:latin typeface="Poppins"/>
                <a:ea typeface="Poppins"/>
                <a:cs typeface="Poppins"/>
                <a:sym typeface="Poppins"/>
              </a:rPr>
              <a:t>In-Context Examples</a:t>
            </a:r>
            <a:endParaRPr sz="1100">
              <a:solidFill>
                <a:schemeClr val="dk1"/>
              </a:solidFill>
              <a:latin typeface="Poppins"/>
              <a:ea typeface="Poppins"/>
              <a:cs typeface="Poppins"/>
              <a:sym typeface="Poppins"/>
            </a:endParaRPr>
          </a:p>
        </p:txBody>
      </p:sp>
      <p:sp>
        <p:nvSpPr>
          <p:cNvPr id="847" name="Google Shape;847;p75"/>
          <p:cNvSpPr/>
          <p:nvPr/>
        </p:nvSpPr>
        <p:spPr>
          <a:xfrm>
            <a:off x="3855525" y="1829025"/>
            <a:ext cx="4839300" cy="1074000"/>
          </a:xfrm>
          <a:prstGeom prst="rect">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848" name="Google Shape;848;p75"/>
          <p:cNvSpPr/>
          <p:nvPr/>
        </p:nvSpPr>
        <p:spPr>
          <a:xfrm>
            <a:off x="7216375" y="2109700"/>
            <a:ext cx="1478100" cy="51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2"/>
                </a:solidFill>
                <a:latin typeface="Poppins"/>
                <a:ea typeface="Poppins"/>
                <a:cs typeface="Poppins"/>
                <a:sym typeface="Poppins"/>
              </a:rPr>
              <a:t>Text 3</a:t>
            </a:r>
            <a:endParaRPr b="1">
              <a:solidFill>
                <a:schemeClr val="dk2"/>
              </a:solidFill>
              <a:latin typeface="Poppins"/>
              <a:ea typeface="Poppins"/>
              <a:cs typeface="Poppins"/>
              <a:sym typeface="Poppins"/>
            </a:endParaRPr>
          </a:p>
        </p:txBody>
      </p:sp>
      <p:sp>
        <p:nvSpPr>
          <p:cNvPr id="849" name="Google Shape;849;p75"/>
          <p:cNvSpPr/>
          <p:nvPr/>
        </p:nvSpPr>
        <p:spPr>
          <a:xfrm>
            <a:off x="3855522" y="2109825"/>
            <a:ext cx="1555500" cy="51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2"/>
                </a:solidFill>
                <a:latin typeface="Poppins"/>
                <a:ea typeface="Poppins"/>
                <a:cs typeface="Poppins"/>
                <a:sym typeface="Poppins"/>
              </a:rPr>
              <a:t>Marketing</a:t>
            </a:r>
            <a:endParaRPr b="1">
              <a:solidFill>
                <a:schemeClr val="dk2"/>
              </a:solidFill>
              <a:latin typeface="Poppins"/>
              <a:ea typeface="Poppins"/>
              <a:cs typeface="Poppins"/>
              <a:sym typeface="Poppins"/>
            </a:endParaRPr>
          </a:p>
        </p:txBody>
      </p:sp>
      <p:sp>
        <p:nvSpPr>
          <p:cNvPr id="850" name="Google Shape;850;p75"/>
          <p:cNvSpPr/>
          <p:nvPr/>
        </p:nvSpPr>
        <p:spPr>
          <a:xfrm>
            <a:off x="5326071" y="2058525"/>
            <a:ext cx="359100" cy="673200"/>
          </a:xfrm>
          <a:prstGeom prst="chevron">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75"/>
          <p:cNvSpPr/>
          <p:nvPr/>
        </p:nvSpPr>
        <p:spPr>
          <a:xfrm>
            <a:off x="7015621" y="2058525"/>
            <a:ext cx="359100" cy="673200"/>
          </a:xfrm>
          <a:prstGeom prst="chevron">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75"/>
          <p:cNvSpPr/>
          <p:nvPr/>
        </p:nvSpPr>
        <p:spPr>
          <a:xfrm>
            <a:off x="5535775" y="2109825"/>
            <a:ext cx="1680600" cy="51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2"/>
                </a:solidFill>
                <a:latin typeface="Poppins"/>
                <a:ea typeface="Poppins"/>
                <a:cs typeface="Poppins"/>
                <a:sym typeface="Poppins"/>
              </a:rPr>
              <a:t>Text 2</a:t>
            </a:r>
            <a:endParaRPr b="1">
              <a:solidFill>
                <a:schemeClr val="dk2"/>
              </a:solidFill>
              <a:latin typeface="Poppins"/>
              <a:ea typeface="Poppins"/>
              <a:cs typeface="Poppins"/>
              <a:sym typeface="Poppins"/>
            </a:endParaRPr>
          </a:p>
        </p:txBody>
      </p:sp>
      <p:sp>
        <p:nvSpPr>
          <p:cNvPr id="853" name="Google Shape;853;p75"/>
          <p:cNvSpPr txBox="1"/>
          <p:nvPr/>
        </p:nvSpPr>
        <p:spPr>
          <a:xfrm>
            <a:off x="4042300" y="3599175"/>
            <a:ext cx="998100" cy="8373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None/>
            </a:pPr>
            <a:r>
              <a:rPr b="1" lang="en" sz="1000">
                <a:solidFill>
                  <a:schemeClr val="dk2"/>
                </a:solidFill>
                <a:latin typeface="Poppins"/>
                <a:ea typeface="Poppins"/>
                <a:cs typeface="Poppins"/>
                <a:sym typeface="Poppins"/>
              </a:rPr>
              <a:t>Example Subhead</a:t>
            </a:r>
            <a:endParaRPr b="1" sz="1000">
              <a:solidFill>
                <a:schemeClr val="dk2"/>
              </a:solidFill>
              <a:latin typeface="Poppins"/>
              <a:ea typeface="Poppins"/>
              <a:cs typeface="Poppins"/>
              <a:sym typeface="Poppins"/>
            </a:endParaRPr>
          </a:p>
          <a:p>
            <a:pPr indent="0" lvl="0" marL="0" marR="0" rtl="0" algn="l">
              <a:lnSpc>
                <a:spcPct val="100000"/>
              </a:lnSpc>
              <a:spcBef>
                <a:spcPts val="0"/>
              </a:spcBef>
              <a:spcAft>
                <a:spcPts val="0"/>
              </a:spcAft>
              <a:buNone/>
            </a:pPr>
            <a:r>
              <a:t/>
            </a:r>
            <a:endParaRPr sz="700">
              <a:solidFill>
                <a:schemeClr val="dk2"/>
              </a:solidFill>
              <a:latin typeface="Poppins"/>
              <a:ea typeface="Poppins"/>
              <a:cs typeface="Poppins"/>
              <a:sym typeface="Poppins"/>
            </a:endParaRPr>
          </a:p>
          <a:p>
            <a:pPr indent="0" lvl="0" marL="0" marR="0" rtl="0" algn="l">
              <a:lnSpc>
                <a:spcPct val="100000"/>
              </a:lnSpc>
              <a:spcBef>
                <a:spcPts val="0"/>
              </a:spcBef>
              <a:spcAft>
                <a:spcPts val="0"/>
              </a:spcAft>
              <a:buNone/>
            </a:pPr>
            <a:r>
              <a:rPr lang="en" sz="1000">
                <a:solidFill>
                  <a:schemeClr val="dk2"/>
                </a:solidFill>
                <a:latin typeface="Poppins"/>
                <a:ea typeface="Poppins"/>
                <a:cs typeface="Poppins"/>
                <a:sym typeface="Poppins"/>
              </a:rPr>
              <a:t>Example copy goes here.</a:t>
            </a:r>
            <a:endParaRPr i="0" sz="1000" u="none" cap="none" strike="noStrike">
              <a:solidFill>
                <a:schemeClr val="dk2"/>
              </a:solidFill>
              <a:latin typeface="Poppins"/>
              <a:ea typeface="Poppins"/>
              <a:cs typeface="Poppins"/>
              <a:sym typeface="Poppins"/>
            </a:endParaRPr>
          </a:p>
        </p:txBody>
      </p:sp>
      <p:sp>
        <p:nvSpPr>
          <p:cNvPr id="854" name="Google Shape;854;p75"/>
          <p:cNvSpPr/>
          <p:nvPr/>
        </p:nvSpPr>
        <p:spPr>
          <a:xfrm>
            <a:off x="5294938" y="3601275"/>
            <a:ext cx="359100" cy="673500"/>
          </a:xfrm>
          <a:prstGeom prst="chevron">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75"/>
          <p:cNvSpPr/>
          <p:nvPr/>
        </p:nvSpPr>
        <p:spPr>
          <a:xfrm>
            <a:off x="1858088" y="3204775"/>
            <a:ext cx="517200" cy="969900"/>
          </a:xfrm>
          <a:prstGeom prst="chevron">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Poppins"/>
              <a:ea typeface="Poppins"/>
              <a:cs typeface="Poppins"/>
              <a:sym typeface="Poppins"/>
            </a:endParaRPr>
          </a:p>
        </p:txBody>
      </p:sp>
      <p:pic>
        <p:nvPicPr>
          <p:cNvPr id="856" name="Google Shape;856;p75"/>
          <p:cNvPicPr preferRelativeResize="0"/>
          <p:nvPr/>
        </p:nvPicPr>
        <p:blipFill>
          <a:blip r:embed="rId3">
            <a:alphaModFix/>
          </a:blip>
          <a:stretch>
            <a:fillRect/>
          </a:stretch>
        </p:blipFill>
        <p:spPr>
          <a:xfrm>
            <a:off x="4065700" y="3172050"/>
            <a:ext cx="428100" cy="430342"/>
          </a:xfrm>
          <a:prstGeom prst="rect">
            <a:avLst/>
          </a:prstGeom>
          <a:noFill/>
          <a:ln>
            <a:noFill/>
          </a:ln>
        </p:spPr>
      </p:pic>
      <p:sp>
        <p:nvSpPr>
          <p:cNvPr id="857" name="Google Shape;857;p75"/>
          <p:cNvSpPr/>
          <p:nvPr/>
        </p:nvSpPr>
        <p:spPr>
          <a:xfrm>
            <a:off x="3186900" y="1277500"/>
            <a:ext cx="43800" cy="3434029"/>
          </a:xfrm>
          <a:custGeom>
            <a:rect b="b" l="l" r="r" t="t"/>
            <a:pathLst>
              <a:path extrusionOk="0" h="4640580" w="120000">
                <a:moveTo>
                  <a:pt x="0" y="4640262"/>
                </a:moveTo>
                <a:lnTo>
                  <a:pt x="0" y="0"/>
                </a:lnTo>
              </a:path>
            </a:pathLst>
          </a:custGeom>
          <a:noFill/>
          <a:ln cap="flat" cmpd="sng" w="9525">
            <a:solidFill>
              <a:srgbClr val="D9D9D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rgbClr val="000000"/>
              </a:solidFill>
              <a:latin typeface="Poppins"/>
              <a:ea typeface="Poppins"/>
              <a:cs typeface="Poppins"/>
              <a:sym typeface="Poppins"/>
            </a:endParaRPr>
          </a:p>
        </p:txBody>
      </p:sp>
      <p:sp>
        <p:nvSpPr>
          <p:cNvPr id="858" name="Google Shape;858;p75"/>
          <p:cNvSpPr txBox="1"/>
          <p:nvPr>
            <p:ph type="title"/>
          </p:nvPr>
        </p:nvSpPr>
        <p:spPr>
          <a:xfrm>
            <a:off x="374550" y="354553"/>
            <a:ext cx="8394900" cy="2964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Transitional Arrows</a:t>
            </a:r>
            <a:endParaRPr/>
          </a:p>
        </p:txBody>
      </p:sp>
      <p:sp>
        <p:nvSpPr>
          <p:cNvPr id="859" name="Google Shape;859;p75"/>
          <p:cNvSpPr txBox="1"/>
          <p:nvPr>
            <p:ph idx="1" type="subTitle"/>
          </p:nvPr>
        </p:nvSpPr>
        <p:spPr>
          <a:xfrm>
            <a:off x="374550" y="775925"/>
            <a:ext cx="8394900" cy="169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1100">
                <a:solidFill>
                  <a:schemeClr val="dk1"/>
                </a:solidFill>
              </a:rPr>
              <a:t>Use these arrows to show transitions between text boxes or shapes.</a:t>
            </a:r>
            <a:endParaRPr sz="1100">
              <a:solidFill>
                <a:schemeClr val="dk1"/>
              </a:solidFill>
            </a:endParaRPr>
          </a:p>
        </p:txBody>
      </p:sp>
      <p:sp>
        <p:nvSpPr>
          <p:cNvPr id="860" name="Google Shape;860;p75"/>
          <p:cNvSpPr/>
          <p:nvPr/>
        </p:nvSpPr>
        <p:spPr>
          <a:xfrm>
            <a:off x="1858063" y="1829025"/>
            <a:ext cx="517200" cy="969900"/>
          </a:xfrm>
          <a:prstGeom prst="chevron">
            <a:avLst>
              <a:gd fmla="val 500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Poppins"/>
              <a:ea typeface="Poppins"/>
              <a:cs typeface="Poppins"/>
              <a:sym typeface="Poppins"/>
            </a:endParaRPr>
          </a:p>
        </p:txBody>
      </p:sp>
      <p:sp>
        <p:nvSpPr>
          <p:cNvPr id="861" name="Google Shape;861;p75"/>
          <p:cNvSpPr txBox="1"/>
          <p:nvPr/>
        </p:nvSpPr>
        <p:spPr>
          <a:xfrm>
            <a:off x="6184200" y="3489449"/>
            <a:ext cx="1816800" cy="400200"/>
          </a:xfrm>
          <a:prstGeom prst="rect">
            <a:avLst/>
          </a:prstGeom>
          <a:solidFill>
            <a:schemeClr val="accent4"/>
          </a:solidFill>
          <a:ln>
            <a:noFill/>
          </a:ln>
        </p:spPr>
        <p:txBody>
          <a:bodyPr anchorCtr="0" anchor="t" bIns="45700" lIns="45700" spcFirstLastPara="1" rIns="45700" wrap="square" tIns="45700">
            <a:spAutoFit/>
          </a:bodyPr>
          <a:lstStyle/>
          <a:p>
            <a:pPr indent="0" lvl="0" marL="0" rtl="0" algn="l">
              <a:spcBef>
                <a:spcPts val="0"/>
              </a:spcBef>
              <a:spcAft>
                <a:spcPts val="0"/>
              </a:spcAft>
              <a:buNone/>
            </a:pPr>
            <a:r>
              <a:rPr b="1" lang="en" sz="1000">
                <a:solidFill>
                  <a:srgbClr val="7B189F"/>
                </a:solidFill>
                <a:latin typeface="Poppins"/>
                <a:ea typeface="Poppins"/>
                <a:cs typeface="Poppins"/>
                <a:sym typeface="Poppins"/>
              </a:rPr>
              <a:t>Text here for callouts </a:t>
            </a:r>
            <a:br>
              <a:rPr b="1" lang="en" sz="1000">
                <a:solidFill>
                  <a:srgbClr val="7B189F"/>
                </a:solidFill>
                <a:latin typeface="Poppins"/>
                <a:ea typeface="Poppins"/>
                <a:cs typeface="Poppins"/>
                <a:sym typeface="Poppins"/>
              </a:rPr>
            </a:br>
            <a:r>
              <a:rPr b="1" lang="en" sz="1000">
                <a:solidFill>
                  <a:srgbClr val="7B189F"/>
                </a:solidFill>
                <a:latin typeface="Poppins"/>
                <a:ea typeface="Poppins"/>
                <a:cs typeface="Poppins"/>
                <a:sym typeface="Poppins"/>
              </a:rPr>
              <a:t>and mentions.</a:t>
            </a:r>
            <a:endParaRPr b="1" sz="1000">
              <a:solidFill>
                <a:srgbClr val="7B189F"/>
              </a:solidFill>
              <a:latin typeface="Poppins"/>
              <a:ea typeface="Poppins"/>
              <a:cs typeface="Poppins"/>
              <a:sym typeface="Poppins"/>
            </a:endParaRPr>
          </a:p>
        </p:txBody>
      </p:sp>
      <p:sp>
        <p:nvSpPr>
          <p:cNvPr id="862" name="Google Shape;862;p75"/>
          <p:cNvSpPr txBox="1"/>
          <p:nvPr/>
        </p:nvSpPr>
        <p:spPr>
          <a:xfrm>
            <a:off x="6184200" y="3986399"/>
            <a:ext cx="1816800" cy="400200"/>
          </a:xfrm>
          <a:prstGeom prst="rect">
            <a:avLst/>
          </a:prstGeom>
          <a:solidFill>
            <a:schemeClr val="lt2"/>
          </a:solidFill>
          <a:ln>
            <a:noFill/>
          </a:ln>
        </p:spPr>
        <p:txBody>
          <a:bodyPr anchorCtr="0" anchor="t" bIns="45700" lIns="45700" spcFirstLastPara="1" rIns="45700" wrap="square" tIns="45700">
            <a:spAutoFit/>
          </a:bodyPr>
          <a:lstStyle/>
          <a:p>
            <a:pPr indent="0" lvl="0" marL="0" rtl="0" algn="l">
              <a:spcBef>
                <a:spcPts val="0"/>
              </a:spcBef>
              <a:spcAft>
                <a:spcPts val="0"/>
              </a:spcAft>
              <a:buNone/>
            </a:pPr>
            <a:r>
              <a:rPr b="1" lang="en" sz="1000">
                <a:solidFill>
                  <a:srgbClr val="7B189F"/>
                </a:solidFill>
                <a:latin typeface="Poppins"/>
                <a:ea typeface="Poppins"/>
                <a:cs typeface="Poppins"/>
                <a:sym typeface="Poppins"/>
              </a:rPr>
              <a:t>Text here for callouts </a:t>
            </a:r>
            <a:br>
              <a:rPr b="1" lang="en" sz="1000">
                <a:solidFill>
                  <a:srgbClr val="7B189F"/>
                </a:solidFill>
                <a:latin typeface="Poppins"/>
                <a:ea typeface="Poppins"/>
                <a:cs typeface="Poppins"/>
                <a:sym typeface="Poppins"/>
              </a:rPr>
            </a:br>
            <a:r>
              <a:rPr b="1" lang="en" sz="1000">
                <a:solidFill>
                  <a:srgbClr val="7B189F"/>
                </a:solidFill>
                <a:latin typeface="Poppins"/>
                <a:ea typeface="Poppins"/>
                <a:cs typeface="Poppins"/>
                <a:sym typeface="Poppins"/>
              </a:rPr>
              <a:t>and mentions.</a:t>
            </a:r>
            <a:endParaRPr b="1" sz="1000">
              <a:solidFill>
                <a:srgbClr val="7B189F"/>
              </a:solidFill>
              <a:latin typeface="Poppins"/>
              <a:ea typeface="Poppins"/>
              <a:cs typeface="Poppins"/>
              <a:sym typeface="Poppins"/>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 name="Shape 866"/>
        <p:cNvGrpSpPr/>
        <p:nvPr/>
      </p:nvGrpSpPr>
      <p:grpSpPr>
        <a:xfrm>
          <a:off x="0" y="0"/>
          <a:ext cx="0" cy="0"/>
          <a:chOff x="0" y="0"/>
          <a:chExt cx="0" cy="0"/>
        </a:xfrm>
      </p:grpSpPr>
      <p:sp>
        <p:nvSpPr>
          <p:cNvPr id="867" name="Google Shape;867;p76"/>
          <p:cNvSpPr/>
          <p:nvPr/>
        </p:nvSpPr>
        <p:spPr>
          <a:xfrm>
            <a:off x="347950" y="1152900"/>
            <a:ext cx="3747000" cy="3571500"/>
          </a:xfrm>
          <a:prstGeom prst="rect">
            <a:avLst/>
          </a:prstGeom>
          <a:solidFill>
            <a:srgbClr val="FAF2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sp>
        <p:nvSpPr>
          <p:cNvPr id="868" name="Google Shape;868;p76"/>
          <p:cNvSpPr/>
          <p:nvPr/>
        </p:nvSpPr>
        <p:spPr>
          <a:xfrm>
            <a:off x="500350" y="1717650"/>
            <a:ext cx="1662600" cy="1393200"/>
          </a:xfrm>
          <a:prstGeom prst="rect">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sp>
        <p:nvSpPr>
          <p:cNvPr id="869" name="Google Shape;869;p76"/>
          <p:cNvSpPr/>
          <p:nvPr/>
        </p:nvSpPr>
        <p:spPr>
          <a:xfrm>
            <a:off x="500350" y="3204225"/>
            <a:ext cx="1662600" cy="1393200"/>
          </a:xfrm>
          <a:prstGeom prst="rect">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sp>
        <p:nvSpPr>
          <p:cNvPr id="870" name="Google Shape;870;p76"/>
          <p:cNvSpPr/>
          <p:nvPr/>
        </p:nvSpPr>
        <p:spPr>
          <a:xfrm>
            <a:off x="2279957" y="1717650"/>
            <a:ext cx="1662600" cy="1393200"/>
          </a:xfrm>
          <a:prstGeom prst="rect">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sp>
        <p:nvSpPr>
          <p:cNvPr id="871" name="Google Shape;871;p76"/>
          <p:cNvSpPr/>
          <p:nvPr/>
        </p:nvSpPr>
        <p:spPr>
          <a:xfrm>
            <a:off x="2279957" y="3204225"/>
            <a:ext cx="1662600" cy="1393200"/>
          </a:xfrm>
          <a:prstGeom prst="rect">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sp>
        <p:nvSpPr>
          <p:cNvPr id="872" name="Google Shape;872;p76"/>
          <p:cNvSpPr/>
          <p:nvPr/>
        </p:nvSpPr>
        <p:spPr>
          <a:xfrm>
            <a:off x="5049050" y="1152900"/>
            <a:ext cx="3747000" cy="3571500"/>
          </a:xfrm>
          <a:prstGeom prst="rect">
            <a:avLst/>
          </a:prstGeom>
          <a:solidFill>
            <a:srgbClr val="FAF2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sp>
        <p:nvSpPr>
          <p:cNvPr id="873" name="Google Shape;873;p76"/>
          <p:cNvSpPr/>
          <p:nvPr/>
        </p:nvSpPr>
        <p:spPr>
          <a:xfrm>
            <a:off x="5049050" y="1106458"/>
            <a:ext cx="3747000" cy="49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sp>
        <p:nvSpPr>
          <p:cNvPr id="874" name="Google Shape;874;p76"/>
          <p:cNvSpPr/>
          <p:nvPr/>
        </p:nvSpPr>
        <p:spPr>
          <a:xfrm>
            <a:off x="347950" y="1106458"/>
            <a:ext cx="3747000" cy="49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pic>
        <p:nvPicPr>
          <p:cNvPr id="875" name="Google Shape;875;p76"/>
          <p:cNvPicPr preferRelativeResize="0"/>
          <p:nvPr/>
        </p:nvPicPr>
        <p:blipFill rotWithShape="1">
          <a:blip r:embed="rId3">
            <a:alphaModFix/>
          </a:blip>
          <a:srcRect b="0" l="0" r="0" t="0"/>
          <a:stretch/>
        </p:blipFill>
        <p:spPr>
          <a:xfrm>
            <a:off x="5624942" y="1949985"/>
            <a:ext cx="2699400" cy="2732400"/>
          </a:xfrm>
          <a:prstGeom prst="rect">
            <a:avLst/>
          </a:prstGeom>
          <a:noFill/>
          <a:ln>
            <a:noFill/>
          </a:ln>
        </p:spPr>
      </p:pic>
      <p:sp>
        <p:nvSpPr>
          <p:cNvPr id="876" name="Google Shape;876;p76"/>
          <p:cNvSpPr/>
          <p:nvPr/>
        </p:nvSpPr>
        <p:spPr>
          <a:xfrm>
            <a:off x="778125" y="3751223"/>
            <a:ext cx="1150500" cy="7110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rPr b="1" i="0" lang="en" sz="2700" u="none" cap="none" strike="noStrike">
                <a:solidFill>
                  <a:schemeClr val="dk2"/>
                </a:solidFill>
                <a:latin typeface="Poppins"/>
                <a:ea typeface="Poppins"/>
                <a:cs typeface="Poppins"/>
                <a:sym typeface="Poppins"/>
              </a:rPr>
              <a:t>4</a:t>
            </a:r>
            <a:r>
              <a:rPr b="1" lang="en" sz="2700">
                <a:solidFill>
                  <a:schemeClr val="dk2"/>
                </a:solidFill>
                <a:latin typeface="Poppins"/>
                <a:ea typeface="Poppins"/>
                <a:cs typeface="Poppins"/>
                <a:sym typeface="Poppins"/>
              </a:rPr>
              <a:t>x</a:t>
            </a:r>
            <a:endParaRPr b="1" i="0" sz="2700" u="none" cap="none" strike="noStrike">
              <a:solidFill>
                <a:schemeClr val="dk2"/>
              </a:solidFill>
              <a:latin typeface="Poppins"/>
              <a:ea typeface="Poppins"/>
              <a:cs typeface="Poppins"/>
              <a:sym typeface="Poppins"/>
            </a:endParaRPr>
          </a:p>
          <a:p>
            <a:pPr indent="0" lvl="0" marL="0" marR="0" rtl="0" algn="ctr">
              <a:lnSpc>
                <a:spcPct val="100000"/>
              </a:lnSpc>
              <a:spcBef>
                <a:spcPts val="0"/>
              </a:spcBef>
              <a:spcAft>
                <a:spcPts val="0"/>
              </a:spcAft>
              <a:buClr>
                <a:srgbClr val="000000"/>
              </a:buClr>
              <a:buSzPts val="800"/>
              <a:buFont typeface="Arial"/>
              <a:buNone/>
            </a:pPr>
            <a:r>
              <a:rPr b="1" i="1" lang="en" sz="1100">
                <a:solidFill>
                  <a:schemeClr val="dk2"/>
                </a:solidFill>
                <a:latin typeface="Poppins"/>
                <a:ea typeface="Poppins"/>
                <a:cs typeface="Poppins"/>
                <a:sym typeface="Poppins"/>
              </a:rPr>
              <a:t>more images</a:t>
            </a:r>
            <a:endParaRPr b="1" sz="1300">
              <a:solidFill>
                <a:schemeClr val="dk2"/>
              </a:solidFill>
              <a:latin typeface="Poppins"/>
              <a:ea typeface="Poppins"/>
              <a:cs typeface="Poppins"/>
              <a:sym typeface="Poppins"/>
            </a:endParaRPr>
          </a:p>
        </p:txBody>
      </p:sp>
      <p:sp>
        <p:nvSpPr>
          <p:cNvPr id="877" name="Google Shape;877;p76"/>
          <p:cNvSpPr/>
          <p:nvPr/>
        </p:nvSpPr>
        <p:spPr>
          <a:xfrm>
            <a:off x="2424050" y="3702249"/>
            <a:ext cx="1392600" cy="8262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rPr b="1" lang="en" sz="2700">
                <a:solidFill>
                  <a:schemeClr val="dk2"/>
                </a:solidFill>
                <a:latin typeface="Poppins"/>
                <a:ea typeface="Poppins"/>
                <a:cs typeface="Poppins"/>
                <a:sym typeface="Poppins"/>
              </a:rPr>
              <a:t>7x</a:t>
            </a:r>
            <a:endParaRPr b="1" i="0" sz="2700" u="none" cap="none" strike="noStrike">
              <a:solidFill>
                <a:schemeClr val="dk2"/>
              </a:solidFill>
              <a:latin typeface="Poppins"/>
              <a:ea typeface="Poppins"/>
              <a:cs typeface="Poppins"/>
              <a:sym typeface="Poppins"/>
            </a:endParaRPr>
          </a:p>
          <a:p>
            <a:pPr indent="0" lvl="0" marL="0" marR="0" rtl="0" algn="ctr">
              <a:lnSpc>
                <a:spcPct val="100000"/>
              </a:lnSpc>
              <a:spcBef>
                <a:spcPts val="0"/>
              </a:spcBef>
              <a:spcAft>
                <a:spcPts val="0"/>
              </a:spcAft>
              <a:buClr>
                <a:srgbClr val="000000"/>
              </a:buClr>
              <a:buSzPts val="800"/>
              <a:buFont typeface="Arial"/>
              <a:buNone/>
            </a:pPr>
            <a:r>
              <a:rPr b="1" i="1" lang="en" sz="1100">
                <a:solidFill>
                  <a:schemeClr val="dk2"/>
                </a:solidFill>
                <a:latin typeface="Poppins"/>
                <a:ea typeface="Poppins"/>
                <a:cs typeface="Poppins"/>
                <a:sym typeface="Poppins"/>
              </a:rPr>
              <a:t>more product</a:t>
            </a:r>
            <a:endParaRPr b="1" i="1" sz="1100">
              <a:solidFill>
                <a:schemeClr val="dk2"/>
              </a:solidFill>
              <a:latin typeface="Poppins"/>
              <a:ea typeface="Poppins"/>
              <a:cs typeface="Poppins"/>
              <a:sym typeface="Poppins"/>
            </a:endParaRPr>
          </a:p>
          <a:p>
            <a:pPr indent="0" lvl="0" marL="0" marR="0" rtl="0" algn="ctr">
              <a:lnSpc>
                <a:spcPct val="100000"/>
              </a:lnSpc>
              <a:spcBef>
                <a:spcPts val="0"/>
              </a:spcBef>
              <a:spcAft>
                <a:spcPts val="0"/>
              </a:spcAft>
              <a:buClr>
                <a:srgbClr val="000000"/>
              </a:buClr>
              <a:buSzPts val="800"/>
              <a:buFont typeface="Arial"/>
              <a:buNone/>
            </a:pPr>
            <a:r>
              <a:rPr b="1" i="1" lang="en" sz="1100">
                <a:solidFill>
                  <a:schemeClr val="dk2"/>
                </a:solidFill>
                <a:latin typeface="Poppins"/>
                <a:ea typeface="Poppins"/>
                <a:cs typeface="Poppins"/>
                <a:sym typeface="Poppins"/>
              </a:rPr>
              <a:t>content</a:t>
            </a:r>
            <a:endParaRPr b="1" sz="1500">
              <a:solidFill>
                <a:schemeClr val="dk2"/>
              </a:solidFill>
              <a:latin typeface="Poppins"/>
              <a:ea typeface="Poppins"/>
              <a:cs typeface="Poppins"/>
              <a:sym typeface="Poppins"/>
            </a:endParaRPr>
          </a:p>
        </p:txBody>
      </p:sp>
      <p:sp>
        <p:nvSpPr>
          <p:cNvPr id="878" name="Google Shape;878;p76"/>
          <p:cNvSpPr/>
          <p:nvPr/>
        </p:nvSpPr>
        <p:spPr>
          <a:xfrm>
            <a:off x="2430075" y="2233747"/>
            <a:ext cx="1392600" cy="8049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rPr b="1" lang="en" sz="2700">
                <a:solidFill>
                  <a:schemeClr val="dk2"/>
                </a:solidFill>
                <a:latin typeface="Poppins"/>
                <a:ea typeface="Poppins"/>
                <a:cs typeface="Poppins"/>
                <a:sym typeface="Poppins"/>
              </a:rPr>
              <a:t>1.3x</a:t>
            </a:r>
            <a:endParaRPr b="1" i="0" sz="2300" u="none" cap="none" strike="noStrike">
              <a:solidFill>
                <a:schemeClr val="dk2"/>
              </a:solidFill>
              <a:latin typeface="Poppins"/>
              <a:ea typeface="Poppins"/>
              <a:cs typeface="Poppins"/>
              <a:sym typeface="Poppins"/>
            </a:endParaRPr>
          </a:p>
          <a:p>
            <a:pPr indent="0" lvl="0" marL="0" marR="0" rtl="0" algn="ctr">
              <a:lnSpc>
                <a:spcPct val="100000"/>
              </a:lnSpc>
              <a:spcBef>
                <a:spcPts val="0"/>
              </a:spcBef>
              <a:spcAft>
                <a:spcPts val="0"/>
              </a:spcAft>
              <a:buClr>
                <a:srgbClr val="000000"/>
              </a:buClr>
              <a:buSzPts val="800"/>
              <a:buFont typeface="Arial"/>
              <a:buNone/>
            </a:pPr>
            <a:r>
              <a:rPr b="1" i="1" lang="en" sz="1100">
                <a:solidFill>
                  <a:schemeClr val="dk2"/>
                </a:solidFill>
                <a:latin typeface="Poppins"/>
                <a:ea typeface="Poppins"/>
                <a:cs typeface="Poppins"/>
                <a:sym typeface="Poppins"/>
              </a:rPr>
              <a:t>more attribute</a:t>
            </a:r>
            <a:endParaRPr b="1" i="1" sz="1100">
              <a:solidFill>
                <a:schemeClr val="dk2"/>
              </a:solidFill>
              <a:latin typeface="Poppins"/>
              <a:ea typeface="Poppins"/>
              <a:cs typeface="Poppins"/>
              <a:sym typeface="Poppins"/>
            </a:endParaRPr>
          </a:p>
          <a:p>
            <a:pPr indent="0" lvl="0" marL="0" marR="0" rtl="0" algn="ctr">
              <a:lnSpc>
                <a:spcPct val="100000"/>
              </a:lnSpc>
              <a:spcBef>
                <a:spcPts val="0"/>
              </a:spcBef>
              <a:spcAft>
                <a:spcPts val="0"/>
              </a:spcAft>
              <a:buClr>
                <a:srgbClr val="000000"/>
              </a:buClr>
              <a:buSzPts val="800"/>
              <a:buFont typeface="Arial"/>
              <a:buNone/>
            </a:pPr>
            <a:r>
              <a:rPr b="1" i="1" lang="en" sz="1100">
                <a:solidFill>
                  <a:schemeClr val="dk2"/>
                </a:solidFill>
                <a:latin typeface="Poppins"/>
                <a:ea typeface="Poppins"/>
                <a:cs typeface="Poppins"/>
                <a:sym typeface="Poppins"/>
              </a:rPr>
              <a:t>coverage</a:t>
            </a:r>
            <a:endParaRPr b="1" sz="800">
              <a:solidFill>
                <a:schemeClr val="dk2"/>
              </a:solidFill>
              <a:latin typeface="Poppins"/>
              <a:ea typeface="Poppins"/>
              <a:cs typeface="Poppins"/>
              <a:sym typeface="Poppins"/>
            </a:endParaRPr>
          </a:p>
        </p:txBody>
      </p:sp>
      <p:sp>
        <p:nvSpPr>
          <p:cNvPr id="879" name="Google Shape;879;p76"/>
          <p:cNvSpPr/>
          <p:nvPr/>
        </p:nvSpPr>
        <p:spPr>
          <a:xfrm>
            <a:off x="566325" y="2232401"/>
            <a:ext cx="1574100" cy="8049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rPr b="1" lang="en" sz="2700">
                <a:solidFill>
                  <a:schemeClr val="dk2"/>
                </a:solidFill>
                <a:latin typeface="Poppins"/>
                <a:ea typeface="Poppins"/>
                <a:cs typeface="Poppins"/>
                <a:sym typeface="Poppins"/>
              </a:rPr>
              <a:t>1.2x</a:t>
            </a:r>
            <a:endParaRPr b="1" i="0" sz="2700" u="none" cap="none" strike="noStrike">
              <a:solidFill>
                <a:schemeClr val="dk2"/>
              </a:solidFill>
              <a:latin typeface="Poppins"/>
              <a:ea typeface="Poppins"/>
              <a:cs typeface="Poppins"/>
              <a:sym typeface="Poppins"/>
            </a:endParaRPr>
          </a:p>
          <a:p>
            <a:pPr indent="0" lvl="0" marL="0" marR="0" rtl="0" algn="ctr">
              <a:lnSpc>
                <a:spcPct val="100000"/>
              </a:lnSpc>
              <a:spcBef>
                <a:spcPts val="0"/>
              </a:spcBef>
              <a:spcAft>
                <a:spcPts val="0"/>
              </a:spcAft>
              <a:buClr>
                <a:srgbClr val="000000"/>
              </a:buClr>
              <a:buSzPts val="800"/>
              <a:buFont typeface="Arial"/>
              <a:buNone/>
            </a:pPr>
            <a:r>
              <a:rPr b="1" i="1" lang="en" sz="1100" u="none" cap="none" strike="noStrike">
                <a:solidFill>
                  <a:schemeClr val="dk2"/>
                </a:solidFill>
                <a:latin typeface="Poppins"/>
                <a:ea typeface="Poppins"/>
                <a:cs typeface="Poppins"/>
                <a:sym typeface="Poppins"/>
              </a:rPr>
              <a:t>basket building</a:t>
            </a:r>
            <a:endParaRPr b="1" i="1" sz="1100">
              <a:solidFill>
                <a:schemeClr val="dk2"/>
              </a:solidFill>
              <a:latin typeface="Poppins"/>
              <a:ea typeface="Poppins"/>
              <a:cs typeface="Poppins"/>
              <a:sym typeface="Poppins"/>
            </a:endParaRPr>
          </a:p>
          <a:p>
            <a:pPr indent="0" lvl="0" marL="0" marR="0" rtl="0" algn="ctr">
              <a:lnSpc>
                <a:spcPct val="100000"/>
              </a:lnSpc>
              <a:spcBef>
                <a:spcPts val="0"/>
              </a:spcBef>
              <a:spcAft>
                <a:spcPts val="0"/>
              </a:spcAft>
              <a:buClr>
                <a:srgbClr val="000000"/>
              </a:buClr>
              <a:buSzPts val="800"/>
              <a:buFont typeface="Arial"/>
              <a:buNone/>
            </a:pPr>
            <a:r>
              <a:rPr b="1" i="1" lang="en" sz="1100" u="none" cap="none" strike="noStrike">
                <a:solidFill>
                  <a:schemeClr val="dk2"/>
                </a:solidFill>
                <a:latin typeface="Poppins"/>
                <a:ea typeface="Poppins"/>
                <a:cs typeface="Poppins"/>
                <a:sym typeface="Poppins"/>
              </a:rPr>
              <a:t>features</a:t>
            </a:r>
            <a:endParaRPr b="1" i="1" sz="1100">
              <a:solidFill>
                <a:schemeClr val="dk2"/>
              </a:solidFill>
              <a:latin typeface="Poppins"/>
              <a:ea typeface="Poppins"/>
              <a:cs typeface="Poppins"/>
              <a:sym typeface="Poppins"/>
            </a:endParaRPr>
          </a:p>
        </p:txBody>
      </p:sp>
      <p:sp>
        <p:nvSpPr>
          <p:cNvPr id="880" name="Google Shape;880;p76"/>
          <p:cNvSpPr/>
          <p:nvPr/>
        </p:nvSpPr>
        <p:spPr>
          <a:xfrm>
            <a:off x="7441559" y="1723008"/>
            <a:ext cx="705600" cy="333900"/>
          </a:xfrm>
          <a:prstGeom prst="wedgeRectCallout">
            <a:avLst>
              <a:gd fmla="val -21419" name="adj1"/>
              <a:gd fmla="val 95510" name="adj2"/>
            </a:avLst>
          </a:prstGeom>
          <a:solidFill>
            <a:schemeClr val="dk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200"/>
              <a:buFont typeface="Arial"/>
              <a:buNone/>
            </a:pPr>
            <a:r>
              <a:rPr b="1" i="0" lang="en" sz="1400" u="none" cap="none" strike="noStrike">
                <a:solidFill>
                  <a:schemeClr val="lt1"/>
                </a:solidFill>
                <a:latin typeface="Poppins"/>
                <a:ea typeface="Poppins"/>
                <a:cs typeface="Poppins"/>
                <a:sym typeface="Poppins"/>
              </a:rPr>
              <a:t>+5</a:t>
            </a:r>
            <a:r>
              <a:rPr b="1" lang="en">
                <a:solidFill>
                  <a:schemeClr val="lt1"/>
                </a:solidFill>
                <a:latin typeface="Poppins"/>
                <a:ea typeface="Poppins"/>
                <a:cs typeface="Poppins"/>
                <a:sym typeface="Poppins"/>
              </a:rPr>
              <a:t>0</a:t>
            </a:r>
            <a:r>
              <a:rPr b="1" i="0" lang="en" sz="1400" u="none" cap="none" strike="noStrike">
                <a:solidFill>
                  <a:schemeClr val="lt1"/>
                </a:solidFill>
                <a:latin typeface="Poppins"/>
                <a:ea typeface="Poppins"/>
                <a:cs typeface="Poppins"/>
                <a:sym typeface="Poppins"/>
              </a:rPr>
              <a:t>%</a:t>
            </a:r>
            <a:endParaRPr b="1" i="0" sz="1400" u="none" cap="none" strike="noStrike">
              <a:solidFill>
                <a:schemeClr val="lt1"/>
              </a:solidFill>
              <a:latin typeface="Poppins"/>
              <a:ea typeface="Poppins"/>
              <a:cs typeface="Poppins"/>
              <a:sym typeface="Poppins"/>
            </a:endParaRPr>
          </a:p>
        </p:txBody>
      </p:sp>
      <p:sp>
        <p:nvSpPr>
          <p:cNvPr id="881" name="Google Shape;881;p76"/>
          <p:cNvSpPr/>
          <p:nvPr/>
        </p:nvSpPr>
        <p:spPr>
          <a:xfrm>
            <a:off x="6259209" y="2203424"/>
            <a:ext cx="705600" cy="333900"/>
          </a:xfrm>
          <a:prstGeom prst="wedgeRectCallout">
            <a:avLst>
              <a:gd fmla="val -24215" name="adj1"/>
              <a:gd fmla="val 92316" name="adj2"/>
            </a:avLst>
          </a:prstGeom>
          <a:solidFill>
            <a:schemeClr val="dk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200"/>
              <a:buFont typeface="Arial"/>
              <a:buNone/>
            </a:pPr>
            <a:r>
              <a:rPr b="1" lang="en">
                <a:solidFill>
                  <a:schemeClr val="lt1"/>
                </a:solidFill>
                <a:latin typeface="Poppins"/>
                <a:ea typeface="Poppins"/>
                <a:cs typeface="Poppins"/>
                <a:sym typeface="Poppins"/>
              </a:rPr>
              <a:t>+40%</a:t>
            </a:r>
            <a:endParaRPr b="1">
              <a:solidFill>
                <a:schemeClr val="lt1"/>
              </a:solidFill>
              <a:latin typeface="Poppins"/>
              <a:ea typeface="Poppins"/>
              <a:cs typeface="Poppins"/>
              <a:sym typeface="Poppins"/>
            </a:endParaRPr>
          </a:p>
        </p:txBody>
      </p:sp>
      <p:sp>
        <p:nvSpPr>
          <p:cNvPr id="882" name="Google Shape;882;p76"/>
          <p:cNvSpPr/>
          <p:nvPr/>
        </p:nvSpPr>
        <p:spPr>
          <a:xfrm>
            <a:off x="6147459" y="4391644"/>
            <a:ext cx="1799400" cy="2301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rPr b="1" i="1" lang="en" sz="1300" u="none" cap="none" strike="noStrike">
                <a:solidFill>
                  <a:schemeClr val="dk2"/>
                </a:solidFill>
                <a:latin typeface="Poppins"/>
                <a:ea typeface="Poppins"/>
                <a:cs typeface="Poppins"/>
                <a:sym typeface="Poppins"/>
              </a:rPr>
              <a:t>vs. peers</a:t>
            </a:r>
            <a:endParaRPr b="1" sz="1300">
              <a:solidFill>
                <a:schemeClr val="dk2"/>
              </a:solidFill>
              <a:latin typeface="Poppins"/>
              <a:ea typeface="Poppins"/>
              <a:cs typeface="Poppins"/>
              <a:sym typeface="Poppins"/>
            </a:endParaRPr>
          </a:p>
        </p:txBody>
      </p:sp>
      <p:sp>
        <p:nvSpPr>
          <p:cNvPr id="883" name="Google Shape;883;p76"/>
          <p:cNvSpPr/>
          <p:nvPr/>
        </p:nvSpPr>
        <p:spPr>
          <a:xfrm>
            <a:off x="500350" y="1168925"/>
            <a:ext cx="3442200" cy="3588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FFFFFF"/>
              </a:buClr>
              <a:buSzPts val="1200"/>
              <a:buFont typeface="Arial"/>
              <a:buNone/>
            </a:pPr>
            <a:r>
              <a:rPr b="1" i="0" lang="en" sz="1800" u="none" cap="none" strike="noStrike">
                <a:solidFill>
                  <a:srgbClr val="FFFFFF"/>
                </a:solidFill>
                <a:latin typeface="Poppins"/>
                <a:ea typeface="Poppins"/>
                <a:cs typeface="Poppins"/>
                <a:sym typeface="Poppins"/>
              </a:rPr>
              <a:t>The best SKUs have…</a:t>
            </a:r>
            <a:endParaRPr b="1" sz="1800">
              <a:solidFill>
                <a:srgbClr val="FFFFFF"/>
              </a:solidFill>
              <a:latin typeface="Poppins"/>
              <a:ea typeface="Poppins"/>
              <a:cs typeface="Poppins"/>
              <a:sym typeface="Poppins"/>
            </a:endParaRPr>
          </a:p>
        </p:txBody>
      </p:sp>
      <p:sp>
        <p:nvSpPr>
          <p:cNvPr id="884" name="Google Shape;884;p76"/>
          <p:cNvSpPr/>
          <p:nvPr/>
        </p:nvSpPr>
        <p:spPr>
          <a:xfrm>
            <a:off x="5201450" y="1175775"/>
            <a:ext cx="3442200" cy="3588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FFFFFF"/>
              </a:buClr>
              <a:buSzPts val="1200"/>
              <a:buFont typeface="Arial"/>
              <a:buNone/>
            </a:pPr>
            <a:r>
              <a:rPr b="1" lang="en" sz="1800">
                <a:solidFill>
                  <a:srgbClr val="FFFFFF"/>
                </a:solidFill>
                <a:latin typeface="Poppins"/>
                <a:ea typeface="Poppins"/>
                <a:cs typeface="Poppins"/>
                <a:sym typeface="Poppins"/>
              </a:rPr>
              <a:t>…with p</a:t>
            </a:r>
            <a:r>
              <a:rPr b="1" i="0" lang="en" sz="1800" u="none" cap="none" strike="noStrike">
                <a:solidFill>
                  <a:srgbClr val="FFFFFF"/>
                </a:solidFill>
                <a:latin typeface="Poppins"/>
                <a:ea typeface="Poppins"/>
                <a:cs typeface="Poppins"/>
                <a:sym typeface="Poppins"/>
              </a:rPr>
              <a:t>roven </a:t>
            </a:r>
            <a:r>
              <a:rPr b="1" lang="en" sz="1800">
                <a:solidFill>
                  <a:srgbClr val="FFFFFF"/>
                </a:solidFill>
                <a:latin typeface="Poppins"/>
                <a:ea typeface="Poppins"/>
                <a:cs typeface="Poppins"/>
                <a:sym typeface="Poppins"/>
              </a:rPr>
              <a:t>r</a:t>
            </a:r>
            <a:r>
              <a:rPr b="1" i="0" lang="en" sz="1800" u="none" cap="none" strike="noStrike">
                <a:solidFill>
                  <a:srgbClr val="FFFFFF"/>
                </a:solidFill>
                <a:latin typeface="Poppins"/>
                <a:ea typeface="Poppins"/>
                <a:cs typeface="Poppins"/>
                <a:sym typeface="Poppins"/>
              </a:rPr>
              <a:t>esults.</a:t>
            </a:r>
            <a:endParaRPr b="1" sz="1800">
              <a:solidFill>
                <a:srgbClr val="FFFFFF"/>
              </a:solidFill>
              <a:latin typeface="Poppins"/>
              <a:ea typeface="Poppins"/>
              <a:cs typeface="Poppins"/>
              <a:sym typeface="Poppins"/>
            </a:endParaRPr>
          </a:p>
        </p:txBody>
      </p:sp>
      <p:sp>
        <p:nvSpPr>
          <p:cNvPr id="885" name="Google Shape;885;p76"/>
          <p:cNvSpPr/>
          <p:nvPr/>
        </p:nvSpPr>
        <p:spPr>
          <a:xfrm>
            <a:off x="7433518" y="2258724"/>
            <a:ext cx="462600" cy="1851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A77AD7"/>
              </a:solidFill>
            </a:endParaRPr>
          </a:p>
        </p:txBody>
      </p:sp>
      <p:sp>
        <p:nvSpPr>
          <p:cNvPr id="886" name="Google Shape;886;p76"/>
          <p:cNvSpPr/>
          <p:nvPr/>
        </p:nvSpPr>
        <p:spPr>
          <a:xfrm>
            <a:off x="6292242" y="2736151"/>
            <a:ext cx="462600" cy="1393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A77AD7"/>
              </a:solidFill>
            </a:endParaRPr>
          </a:p>
        </p:txBody>
      </p:sp>
      <p:pic>
        <p:nvPicPr>
          <p:cNvPr id="887" name="Google Shape;887;p76"/>
          <p:cNvPicPr preferRelativeResize="0"/>
          <p:nvPr/>
        </p:nvPicPr>
        <p:blipFill>
          <a:blip r:embed="rId4">
            <a:alphaModFix/>
          </a:blip>
          <a:stretch>
            <a:fillRect/>
          </a:stretch>
        </p:blipFill>
        <p:spPr>
          <a:xfrm>
            <a:off x="2812885" y="1678311"/>
            <a:ext cx="659803" cy="659777"/>
          </a:xfrm>
          <a:prstGeom prst="rect">
            <a:avLst/>
          </a:prstGeom>
          <a:noFill/>
          <a:ln>
            <a:noFill/>
          </a:ln>
        </p:spPr>
      </p:pic>
      <p:pic>
        <p:nvPicPr>
          <p:cNvPr id="888" name="Google Shape;888;p76"/>
          <p:cNvPicPr preferRelativeResize="0"/>
          <p:nvPr/>
        </p:nvPicPr>
        <p:blipFill>
          <a:blip r:embed="rId5">
            <a:alphaModFix/>
          </a:blip>
          <a:stretch>
            <a:fillRect/>
          </a:stretch>
        </p:blipFill>
        <p:spPr>
          <a:xfrm>
            <a:off x="1115425" y="3301973"/>
            <a:ext cx="522164" cy="513025"/>
          </a:xfrm>
          <a:prstGeom prst="rect">
            <a:avLst/>
          </a:prstGeom>
          <a:noFill/>
          <a:ln>
            <a:noFill/>
          </a:ln>
        </p:spPr>
      </p:pic>
      <p:pic>
        <p:nvPicPr>
          <p:cNvPr id="889" name="Google Shape;889;p76"/>
          <p:cNvPicPr preferRelativeResize="0"/>
          <p:nvPr/>
        </p:nvPicPr>
        <p:blipFill>
          <a:blip r:embed="rId6">
            <a:alphaModFix/>
          </a:blip>
          <a:stretch>
            <a:fillRect/>
          </a:stretch>
        </p:blipFill>
        <p:spPr>
          <a:xfrm>
            <a:off x="1077025" y="1754375"/>
            <a:ext cx="509250" cy="509250"/>
          </a:xfrm>
          <a:prstGeom prst="rect">
            <a:avLst/>
          </a:prstGeom>
          <a:noFill/>
          <a:ln>
            <a:noFill/>
          </a:ln>
        </p:spPr>
      </p:pic>
      <p:pic>
        <p:nvPicPr>
          <p:cNvPr id="890" name="Google Shape;890;p76"/>
          <p:cNvPicPr preferRelativeResize="0"/>
          <p:nvPr/>
        </p:nvPicPr>
        <p:blipFill>
          <a:blip r:embed="rId7">
            <a:alphaModFix/>
          </a:blip>
          <a:stretch>
            <a:fillRect/>
          </a:stretch>
        </p:blipFill>
        <p:spPr>
          <a:xfrm>
            <a:off x="2763700" y="3197125"/>
            <a:ext cx="712100" cy="699636"/>
          </a:xfrm>
          <a:prstGeom prst="rect">
            <a:avLst/>
          </a:prstGeom>
          <a:noFill/>
          <a:ln>
            <a:noFill/>
          </a:ln>
        </p:spPr>
      </p:pic>
      <p:sp>
        <p:nvSpPr>
          <p:cNvPr id="891" name="Google Shape;891;p76"/>
          <p:cNvSpPr txBox="1"/>
          <p:nvPr>
            <p:ph type="title"/>
          </p:nvPr>
        </p:nvSpPr>
        <p:spPr>
          <a:xfrm>
            <a:off x="374550" y="312503"/>
            <a:ext cx="8394900" cy="2964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Cause &amp; Effect Charts</a:t>
            </a:r>
            <a:endParaRPr/>
          </a:p>
        </p:txBody>
      </p:sp>
      <p:sp>
        <p:nvSpPr>
          <p:cNvPr id="892" name="Google Shape;892;p76"/>
          <p:cNvSpPr txBox="1"/>
          <p:nvPr>
            <p:ph idx="1" type="subTitle"/>
          </p:nvPr>
        </p:nvSpPr>
        <p:spPr>
          <a:xfrm>
            <a:off x="374550" y="773075"/>
            <a:ext cx="8394900" cy="169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1100">
                <a:solidFill>
                  <a:schemeClr val="dk1"/>
                </a:solidFill>
              </a:rPr>
              <a:t>Please refer to the chart below for inspiration.</a:t>
            </a:r>
            <a:endParaRPr sz="1100">
              <a:solidFill>
                <a:schemeClr val="dk1"/>
              </a:solidFill>
            </a:endParaRPr>
          </a:p>
        </p:txBody>
      </p:sp>
      <p:sp>
        <p:nvSpPr>
          <p:cNvPr id="893" name="Google Shape;893;p76"/>
          <p:cNvSpPr/>
          <p:nvPr/>
        </p:nvSpPr>
        <p:spPr>
          <a:xfrm>
            <a:off x="4313388" y="2453700"/>
            <a:ext cx="517200" cy="969900"/>
          </a:xfrm>
          <a:prstGeom prst="chevron">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Poppins"/>
              <a:ea typeface="Poppins"/>
              <a:cs typeface="Poppins"/>
              <a:sym typeface="Poppins"/>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7" name="Shape 897"/>
        <p:cNvGrpSpPr/>
        <p:nvPr/>
      </p:nvGrpSpPr>
      <p:grpSpPr>
        <a:xfrm>
          <a:off x="0" y="0"/>
          <a:ext cx="0" cy="0"/>
          <a:chOff x="0" y="0"/>
          <a:chExt cx="0" cy="0"/>
        </a:xfrm>
      </p:grpSpPr>
      <p:pic>
        <p:nvPicPr>
          <p:cNvPr id="898" name="Google Shape;898;p77" title="Points scored"/>
          <p:cNvPicPr preferRelativeResize="0"/>
          <p:nvPr/>
        </p:nvPicPr>
        <p:blipFill>
          <a:blip r:embed="rId3">
            <a:alphaModFix/>
          </a:blip>
          <a:stretch>
            <a:fillRect/>
          </a:stretch>
        </p:blipFill>
        <p:spPr>
          <a:xfrm>
            <a:off x="1187149" y="1188725"/>
            <a:ext cx="2838996" cy="1755450"/>
          </a:xfrm>
          <a:prstGeom prst="rect">
            <a:avLst/>
          </a:prstGeom>
          <a:noFill/>
          <a:ln>
            <a:noFill/>
          </a:ln>
        </p:spPr>
      </p:pic>
      <p:sp>
        <p:nvSpPr>
          <p:cNvPr id="899" name="Google Shape;899;p77"/>
          <p:cNvSpPr txBox="1"/>
          <p:nvPr/>
        </p:nvSpPr>
        <p:spPr>
          <a:xfrm>
            <a:off x="4976701" y="1970450"/>
            <a:ext cx="1166100" cy="192000"/>
          </a:xfrm>
          <a:prstGeom prst="rect">
            <a:avLst/>
          </a:prstGeom>
          <a:noFill/>
          <a:ln>
            <a:noFill/>
          </a:ln>
        </p:spPr>
        <p:txBody>
          <a:bodyPr anchorCtr="0" anchor="t" bIns="0" lIns="0" spcFirstLastPara="1" rIns="0" wrap="square" tIns="12700">
            <a:noAutofit/>
          </a:bodyPr>
          <a:lstStyle/>
          <a:p>
            <a:pPr indent="0" lvl="0" marL="12700" marR="0" rtl="0" algn="l">
              <a:spcBef>
                <a:spcPts val="0"/>
              </a:spcBef>
              <a:spcAft>
                <a:spcPts val="0"/>
              </a:spcAft>
              <a:buNone/>
            </a:pPr>
            <a:r>
              <a:rPr b="1" lang="en" sz="1000">
                <a:solidFill>
                  <a:schemeClr val="dk1"/>
                </a:solidFill>
                <a:latin typeface="Poppins"/>
                <a:ea typeface="Poppins"/>
                <a:cs typeface="Poppins"/>
                <a:sym typeface="Poppins"/>
              </a:rPr>
              <a:t>Pie Chart</a:t>
            </a:r>
            <a:endParaRPr b="1" sz="1000">
              <a:solidFill>
                <a:schemeClr val="dk1"/>
              </a:solidFill>
              <a:latin typeface="Poppins"/>
              <a:ea typeface="Poppins"/>
              <a:cs typeface="Poppins"/>
              <a:sym typeface="Poppins"/>
            </a:endParaRPr>
          </a:p>
        </p:txBody>
      </p:sp>
      <p:sp>
        <p:nvSpPr>
          <p:cNvPr id="900" name="Google Shape;900;p77"/>
          <p:cNvSpPr/>
          <p:nvPr/>
        </p:nvSpPr>
        <p:spPr>
          <a:xfrm>
            <a:off x="4505600" y="1324250"/>
            <a:ext cx="94200" cy="3666058"/>
          </a:xfrm>
          <a:custGeom>
            <a:rect b="b" l="l" r="r" t="t"/>
            <a:pathLst>
              <a:path extrusionOk="0" h="4640580" w="120000">
                <a:moveTo>
                  <a:pt x="0" y="4640262"/>
                </a:moveTo>
                <a:lnTo>
                  <a:pt x="0" y="0"/>
                </a:lnTo>
              </a:path>
            </a:pathLst>
          </a:custGeom>
          <a:noFill/>
          <a:ln cap="flat" cmpd="sng" w="9525">
            <a:solidFill>
              <a:srgbClr val="D9D9D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1" name="Google Shape;901;p77"/>
          <p:cNvSpPr/>
          <p:nvPr/>
        </p:nvSpPr>
        <p:spPr>
          <a:xfrm rot="5400000">
            <a:off x="4533906" y="-1253769"/>
            <a:ext cx="96300" cy="8712689"/>
          </a:xfrm>
          <a:custGeom>
            <a:rect b="b" l="l" r="r" t="t"/>
            <a:pathLst>
              <a:path extrusionOk="0" h="4640580" w="120000">
                <a:moveTo>
                  <a:pt x="0" y="4640262"/>
                </a:moveTo>
                <a:lnTo>
                  <a:pt x="0" y="0"/>
                </a:lnTo>
              </a:path>
            </a:pathLst>
          </a:custGeom>
          <a:noFill/>
          <a:ln cap="flat" cmpd="sng" w="9525">
            <a:solidFill>
              <a:srgbClr val="D9D9D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2" name="Google Shape;902;p77"/>
          <p:cNvSpPr txBox="1"/>
          <p:nvPr/>
        </p:nvSpPr>
        <p:spPr>
          <a:xfrm>
            <a:off x="4505600" y="3213450"/>
            <a:ext cx="4638300" cy="174600"/>
          </a:xfrm>
          <a:prstGeom prst="rect">
            <a:avLst/>
          </a:prstGeom>
          <a:noFill/>
          <a:ln>
            <a:noFill/>
          </a:ln>
        </p:spPr>
        <p:txBody>
          <a:bodyPr anchorCtr="0" anchor="t" bIns="0" lIns="0" spcFirstLastPara="1" rIns="0" wrap="square" tIns="12700">
            <a:noAutofit/>
          </a:bodyPr>
          <a:lstStyle/>
          <a:p>
            <a:pPr indent="0" lvl="0" marL="12700" marR="0" rtl="0" algn="ctr">
              <a:spcBef>
                <a:spcPts val="0"/>
              </a:spcBef>
              <a:spcAft>
                <a:spcPts val="0"/>
              </a:spcAft>
              <a:buNone/>
            </a:pPr>
            <a:r>
              <a:rPr b="1" lang="en" sz="1000">
                <a:solidFill>
                  <a:schemeClr val="dk1"/>
                </a:solidFill>
                <a:latin typeface="Poppins"/>
                <a:ea typeface="Poppins"/>
                <a:cs typeface="Poppins"/>
                <a:sym typeface="Poppins"/>
              </a:rPr>
              <a:t>Bell Curve/Normal Distribution </a:t>
            </a:r>
            <a:r>
              <a:rPr b="1" lang="en" sz="1000">
                <a:solidFill>
                  <a:schemeClr val="dk1"/>
                </a:solidFill>
                <a:latin typeface="Poppins"/>
                <a:ea typeface="Poppins"/>
                <a:cs typeface="Poppins"/>
                <a:sym typeface="Poppins"/>
              </a:rPr>
              <a:t>Graph</a:t>
            </a:r>
            <a:endParaRPr b="1" sz="1000">
              <a:solidFill>
                <a:schemeClr val="dk1"/>
              </a:solidFill>
              <a:latin typeface="Poppins"/>
              <a:ea typeface="Poppins"/>
              <a:cs typeface="Poppins"/>
              <a:sym typeface="Poppins"/>
            </a:endParaRPr>
          </a:p>
        </p:txBody>
      </p:sp>
      <p:sp>
        <p:nvSpPr>
          <p:cNvPr id="903" name="Google Shape;903;p77"/>
          <p:cNvSpPr/>
          <p:nvPr/>
        </p:nvSpPr>
        <p:spPr>
          <a:xfrm>
            <a:off x="5164841" y="3661457"/>
            <a:ext cx="864879" cy="1097536"/>
          </a:xfrm>
          <a:custGeom>
            <a:rect b="b" l="l" r="r" t="t"/>
            <a:pathLst>
              <a:path extrusionOk="0" h="1240154" w="977264">
                <a:moveTo>
                  <a:pt x="0" y="1239570"/>
                </a:moveTo>
                <a:lnTo>
                  <a:pt x="976871" y="1239570"/>
                </a:lnTo>
                <a:lnTo>
                  <a:pt x="976871" y="0"/>
                </a:lnTo>
                <a:lnTo>
                  <a:pt x="0" y="0"/>
                </a:lnTo>
                <a:lnTo>
                  <a:pt x="0" y="1239570"/>
                </a:lnTo>
                <a:close/>
              </a:path>
            </a:pathLst>
          </a:custGeom>
          <a:solidFill>
            <a:srgbClr val="FAF2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rgbClr val="000000"/>
              </a:solidFill>
              <a:latin typeface="Poppins Light"/>
              <a:ea typeface="Poppins Light"/>
              <a:cs typeface="Poppins Light"/>
              <a:sym typeface="Poppins Light"/>
            </a:endParaRPr>
          </a:p>
        </p:txBody>
      </p:sp>
      <p:sp>
        <p:nvSpPr>
          <p:cNvPr id="904" name="Google Shape;904;p77"/>
          <p:cNvSpPr/>
          <p:nvPr/>
        </p:nvSpPr>
        <p:spPr>
          <a:xfrm>
            <a:off x="7659941" y="3661451"/>
            <a:ext cx="0" cy="1098098"/>
          </a:xfrm>
          <a:custGeom>
            <a:rect b="b" l="l" r="r" t="t"/>
            <a:pathLst>
              <a:path extrusionOk="0" h="1240789" w="120000">
                <a:moveTo>
                  <a:pt x="0" y="1240434"/>
                </a:moveTo>
                <a:lnTo>
                  <a:pt x="0" y="0"/>
                </a:lnTo>
              </a:path>
            </a:pathLst>
          </a:custGeom>
          <a:noFill/>
          <a:ln cap="flat" cmpd="sng" w="9525">
            <a:solidFill>
              <a:schemeClr val="accent3"/>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rgbClr val="000000"/>
              </a:solidFill>
              <a:latin typeface="Poppins Light"/>
              <a:ea typeface="Poppins Light"/>
              <a:cs typeface="Poppins Light"/>
              <a:sym typeface="Poppins Light"/>
            </a:endParaRPr>
          </a:p>
        </p:txBody>
      </p:sp>
      <p:sp>
        <p:nvSpPr>
          <p:cNvPr id="905" name="Google Shape;905;p77"/>
          <p:cNvSpPr/>
          <p:nvPr/>
        </p:nvSpPr>
        <p:spPr>
          <a:xfrm>
            <a:off x="5169011" y="3670777"/>
            <a:ext cx="3315653" cy="1068876"/>
          </a:xfrm>
          <a:custGeom>
            <a:rect b="b" l="l" r="r" t="t"/>
            <a:pathLst>
              <a:path extrusionOk="0" h="1207770" w="3746500">
                <a:moveTo>
                  <a:pt x="0" y="1207504"/>
                </a:moveTo>
                <a:lnTo>
                  <a:pt x="87707" y="1206011"/>
                </a:lnTo>
                <a:lnTo>
                  <a:pt x="148571" y="1204077"/>
                </a:lnTo>
                <a:lnTo>
                  <a:pt x="213316" y="1201293"/>
                </a:lnTo>
                <a:lnTo>
                  <a:pt x="276349" y="1197613"/>
                </a:lnTo>
                <a:lnTo>
                  <a:pt x="332076" y="1192993"/>
                </a:lnTo>
                <a:lnTo>
                  <a:pt x="374904" y="1187388"/>
                </a:lnTo>
                <a:lnTo>
                  <a:pt x="438481" y="1174547"/>
                </a:lnTo>
                <a:lnTo>
                  <a:pt x="497541" y="1159737"/>
                </a:lnTo>
                <a:lnTo>
                  <a:pt x="552084" y="1143550"/>
                </a:lnTo>
                <a:lnTo>
                  <a:pt x="602111" y="1126580"/>
                </a:lnTo>
                <a:lnTo>
                  <a:pt x="647623" y="1109420"/>
                </a:lnTo>
                <a:lnTo>
                  <a:pt x="688619" y="1092662"/>
                </a:lnTo>
                <a:lnTo>
                  <a:pt x="725102" y="1076899"/>
                </a:lnTo>
                <a:lnTo>
                  <a:pt x="790634" y="1046139"/>
                </a:lnTo>
                <a:lnTo>
                  <a:pt x="831134" y="1022874"/>
                </a:lnTo>
                <a:lnTo>
                  <a:pt x="876490" y="993543"/>
                </a:lnTo>
                <a:lnTo>
                  <a:pt x="924623" y="958756"/>
                </a:lnTo>
                <a:lnTo>
                  <a:pt x="973454" y="919124"/>
                </a:lnTo>
                <a:lnTo>
                  <a:pt x="1020902" y="875260"/>
                </a:lnTo>
                <a:lnTo>
                  <a:pt x="1053866" y="841499"/>
                </a:lnTo>
                <a:lnTo>
                  <a:pt x="1090307" y="802463"/>
                </a:lnTo>
                <a:lnTo>
                  <a:pt x="1128689" y="759982"/>
                </a:lnTo>
                <a:lnTo>
                  <a:pt x="1167476" y="715887"/>
                </a:lnTo>
                <a:lnTo>
                  <a:pt x="1205131" y="672006"/>
                </a:lnTo>
                <a:lnTo>
                  <a:pt x="1240118" y="630170"/>
                </a:lnTo>
                <a:lnTo>
                  <a:pt x="1270899" y="592209"/>
                </a:lnTo>
                <a:lnTo>
                  <a:pt x="1295939" y="559952"/>
                </a:lnTo>
                <a:lnTo>
                  <a:pt x="1324396" y="518563"/>
                </a:lnTo>
                <a:lnTo>
                  <a:pt x="1339860" y="493823"/>
                </a:lnTo>
                <a:lnTo>
                  <a:pt x="1359655" y="462284"/>
                </a:lnTo>
                <a:lnTo>
                  <a:pt x="1383345" y="425217"/>
                </a:lnTo>
                <a:lnTo>
                  <a:pt x="1410494" y="383893"/>
                </a:lnTo>
                <a:lnTo>
                  <a:pt x="1440665" y="339587"/>
                </a:lnTo>
                <a:lnTo>
                  <a:pt x="1473421" y="293568"/>
                </a:lnTo>
                <a:lnTo>
                  <a:pt x="1508326" y="247110"/>
                </a:lnTo>
                <a:lnTo>
                  <a:pt x="1544943" y="201484"/>
                </a:lnTo>
                <a:lnTo>
                  <a:pt x="1582836" y="157963"/>
                </a:lnTo>
                <a:lnTo>
                  <a:pt x="1621568" y="117818"/>
                </a:lnTo>
                <a:lnTo>
                  <a:pt x="1660703" y="82322"/>
                </a:lnTo>
                <a:lnTo>
                  <a:pt x="1699804" y="52747"/>
                </a:lnTo>
                <a:lnTo>
                  <a:pt x="1738434" y="30365"/>
                </a:lnTo>
                <a:lnTo>
                  <a:pt x="1776158" y="16448"/>
                </a:lnTo>
                <a:lnTo>
                  <a:pt x="1837070" y="4882"/>
                </a:lnTo>
                <a:lnTo>
                  <a:pt x="1896671" y="0"/>
                </a:lnTo>
                <a:lnTo>
                  <a:pt x="1953331" y="851"/>
                </a:lnTo>
                <a:lnTo>
                  <a:pt x="2005420" y="6487"/>
                </a:lnTo>
                <a:lnTo>
                  <a:pt x="2051311" y="15958"/>
                </a:lnTo>
                <a:lnTo>
                  <a:pt x="2089373" y="28316"/>
                </a:lnTo>
                <a:lnTo>
                  <a:pt x="2153734" y="67121"/>
                </a:lnTo>
                <a:lnTo>
                  <a:pt x="2186520" y="93824"/>
                </a:lnTo>
                <a:lnTo>
                  <a:pt x="2217928" y="125056"/>
                </a:lnTo>
                <a:lnTo>
                  <a:pt x="2249547" y="163154"/>
                </a:lnTo>
                <a:lnTo>
                  <a:pt x="2282968" y="210454"/>
                </a:lnTo>
                <a:lnTo>
                  <a:pt x="2319782" y="269292"/>
                </a:lnTo>
                <a:lnTo>
                  <a:pt x="2340207" y="302651"/>
                </a:lnTo>
                <a:lnTo>
                  <a:pt x="2364948" y="341635"/>
                </a:lnTo>
                <a:lnTo>
                  <a:pt x="2393254" y="385162"/>
                </a:lnTo>
                <a:lnTo>
                  <a:pt x="2424376" y="432146"/>
                </a:lnTo>
                <a:lnTo>
                  <a:pt x="2457564" y="481503"/>
                </a:lnTo>
                <a:lnTo>
                  <a:pt x="2492067" y="532149"/>
                </a:lnTo>
                <a:lnTo>
                  <a:pt x="2527137" y="583000"/>
                </a:lnTo>
                <a:lnTo>
                  <a:pt x="2562023" y="632971"/>
                </a:lnTo>
                <a:lnTo>
                  <a:pt x="2595977" y="680977"/>
                </a:lnTo>
                <a:lnTo>
                  <a:pt x="2628247" y="725935"/>
                </a:lnTo>
                <a:lnTo>
                  <a:pt x="2658084" y="766760"/>
                </a:lnTo>
                <a:lnTo>
                  <a:pt x="2684739" y="802367"/>
                </a:lnTo>
                <a:lnTo>
                  <a:pt x="2737503" y="866288"/>
                </a:lnTo>
                <a:lnTo>
                  <a:pt x="2772258" y="900865"/>
                </a:lnTo>
                <a:lnTo>
                  <a:pt x="2810912" y="934931"/>
                </a:lnTo>
                <a:lnTo>
                  <a:pt x="2852646" y="968015"/>
                </a:lnTo>
                <a:lnTo>
                  <a:pt x="2896645" y="999645"/>
                </a:lnTo>
                <a:lnTo>
                  <a:pt x="2942090" y="1029350"/>
                </a:lnTo>
                <a:lnTo>
                  <a:pt x="2988165" y="1056657"/>
                </a:lnTo>
                <a:lnTo>
                  <a:pt x="3034053" y="1081094"/>
                </a:lnTo>
                <a:lnTo>
                  <a:pt x="3078938" y="1102191"/>
                </a:lnTo>
                <a:lnTo>
                  <a:pt x="3122001" y="1119474"/>
                </a:lnTo>
                <a:lnTo>
                  <a:pt x="3162427" y="1132473"/>
                </a:lnTo>
                <a:lnTo>
                  <a:pt x="3225300" y="1148166"/>
                </a:lnTo>
                <a:lnTo>
                  <a:pt x="3267521" y="1157203"/>
                </a:lnTo>
                <a:lnTo>
                  <a:pt x="3316412" y="1166398"/>
                </a:lnTo>
                <a:lnTo>
                  <a:pt x="3371588" y="1175275"/>
                </a:lnTo>
                <a:lnTo>
                  <a:pt x="3432658" y="1183358"/>
                </a:lnTo>
                <a:lnTo>
                  <a:pt x="3499237" y="1190170"/>
                </a:lnTo>
                <a:lnTo>
                  <a:pt x="3570935" y="1195236"/>
                </a:lnTo>
                <a:lnTo>
                  <a:pt x="3613244" y="1196911"/>
                </a:lnTo>
                <a:lnTo>
                  <a:pt x="3661286" y="1197903"/>
                </a:lnTo>
                <a:lnTo>
                  <a:pt x="3707913" y="1198219"/>
                </a:lnTo>
                <a:lnTo>
                  <a:pt x="3745979" y="1197865"/>
                </a:lnTo>
              </a:path>
            </a:pathLst>
          </a:custGeom>
          <a:noFill/>
          <a:ln cap="flat" cmpd="sng" w="9525">
            <a:solidFill>
              <a:schemeClr val="accent3"/>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rgbClr val="000000"/>
              </a:solidFill>
              <a:latin typeface="Poppins Light"/>
              <a:ea typeface="Poppins Light"/>
              <a:cs typeface="Poppins Light"/>
              <a:sym typeface="Poppins Light"/>
            </a:endParaRPr>
          </a:p>
        </p:txBody>
      </p:sp>
      <p:sp>
        <p:nvSpPr>
          <p:cNvPr id="906" name="Google Shape;906;p77"/>
          <p:cNvSpPr/>
          <p:nvPr/>
        </p:nvSpPr>
        <p:spPr>
          <a:xfrm>
            <a:off x="5251196" y="3757192"/>
            <a:ext cx="655263" cy="0"/>
          </a:xfrm>
          <a:custGeom>
            <a:rect b="b" l="l" r="r" t="t"/>
            <a:pathLst>
              <a:path extrusionOk="0" h="120000" w="740410">
                <a:moveTo>
                  <a:pt x="740346" y="0"/>
                </a:moveTo>
                <a:lnTo>
                  <a:pt x="0" y="0"/>
                </a:lnTo>
              </a:path>
            </a:pathLst>
          </a:custGeom>
          <a:noFill/>
          <a:ln cap="flat" cmpd="sng" w="9525">
            <a:solidFill>
              <a:schemeClr val="accent3"/>
            </a:solidFill>
            <a:prstDash val="solid"/>
            <a:round/>
            <a:headEnd len="med" w="med" type="triangl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rgbClr val="000000"/>
              </a:solidFill>
              <a:latin typeface="Poppins Light"/>
              <a:ea typeface="Poppins Light"/>
              <a:cs typeface="Poppins Light"/>
              <a:sym typeface="Poppins Light"/>
            </a:endParaRPr>
          </a:p>
        </p:txBody>
      </p:sp>
      <p:sp>
        <p:nvSpPr>
          <p:cNvPr id="907" name="Google Shape;907;p77"/>
          <p:cNvSpPr txBox="1"/>
          <p:nvPr/>
        </p:nvSpPr>
        <p:spPr>
          <a:xfrm>
            <a:off x="5251200" y="3803450"/>
            <a:ext cx="744000" cy="7557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1050"/>
              <a:buFont typeface="Arial"/>
              <a:buNone/>
            </a:pPr>
            <a:r>
              <a:rPr i="0" lang="en" sz="1050">
                <a:solidFill>
                  <a:schemeClr val="dk1"/>
                </a:solidFill>
                <a:latin typeface="Poppins"/>
                <a:ea typeface="Poppins"/>
                <a:cs typeface="Poppins"/>
                <a:sym typeface="Poppins"/>
              </a:rPr>
              <a:t>Caption</a:t>
            </a:r>
            <a:endParaRPr>
              <a:solidFill>
                <a:schemeClr val="dk1"/>
              </a:solidFill>
              <a:latin typeface="Poppins"/>
              <a:ea typeface="Poppins"/>
              <a:cs typeface="Poppins"/>
              <a:sym typeface="Poppins"/>
            </a:endParaRPr>
          </a:p>
        </p:txBody>
      </p:sp>
      <p:sp>
        <p:nvSpPr>
          <p:cNvPr id="908" name="Google Shape;908;p77"/>
          <p:cNvSpPr/>
          <p:nvPr/>
        </p:nvSpPr>
        <p:spPr>
          <a:xfrm>
            <a:off x="6028567" y="3661451"/>
            <a:ext cx="0" cy="1098098"/>
          </a:xfrm>
          <a:custGeom>
            <a:rect b="b" l="l" r="r" t="t"/>
            <a:pathLst>
              <a:path extrusionOk="0" h="1240789" w="120000">
                <a:moveTo>
                  <a:pt x="0" y="1240434"/>
                </a:moveTo>
                <a:lnTo>
                  <a:pt x="0" y="0"/>
                </a:lnTo>
              </a:path>
            </a:pathLst>
          </a:custGeom>
          <a:noFill/>
          <a:ln cap="flat" cmpd="sng" w="9525">
            <a:solidFill>
              <a:schemeClr val="accent3"/>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rgbClr val="000000"/>
              </a:solidFill>
              <a:latin typeface="Poppins Light"/>
              <a:ea typeface="Poppins Light"/>
              <a:cs typeface="Poppins Light"/>
              <a:sym typeface="Poppins Light"/>
            </a:endParaRPr>
          </a:p>
        </p:txBody>
      </p:sp>
      <p:sp>
        <p:nvSpPr>
          <p:cNvPr id="909" name="Google Shape;909;p77"/>
          <p:cNvSpPr txBox="1"/>
          <p:nvPr/>
        </p:nvSpPr>
        <p:spPr>
          <a:xfrm>
            <a:off x="6316953" y="4810650"/>
            <a:ext cx="1058100" cy="174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900"/>
              <a:buFont typeface="Arial"/>
              <a:buNone/>
            </a:pPr>
            <a:r>
              <a:rPr i="1" lang="en" sz="900">
                <a:solidFill>
                  <a:schemeClr val="dk2"/>
                </a:solidFill>
                <a:latin typeface="Poppins"/>
                <a:ea typeface="Poppins"/>
                <a:cs typeface="Poppins"/>
                <a:sym typeface="Poppins"/>
              </a:rPr>
              <a:t>Caption here</a:t>
            </a:r>
            <a:endParaRPr>
              <a:solidFill>
                <a:schemeClr val="dk2"/>
              </a:solidFill>
              <a:latin typeface="Poppins"/>
              <a:ea typeface="Poppins"/>
              <a:cs typeface="Poppins"/>
              <a:sym typeface="Poppins"/>
            </a:endParaRPr>
          </a:p>
        </p:txBody>
      </p:sp>
      <p:sp>
        <p:nvSpPr>
          <p:cNvPr id="910" name="Google Shape;910;p77"/>
          <p:cNvSpPr txBox="1"/>
          <p:nvPr/>
        </p:nvSpPr>
        <p:spPr>
          <a:xfrm>
            <a:off x="324000" y="1970450"/>
            <a:ext cx="789000" cy="192000"/>
          </a:xfrm>
          <a:prstGeom prst="rect">
            <a:avLst/>
          </a:prstGeom>
          <a:noFill/>
          <a:ln>
            <a:noFill/>
          </a:ln>
        </p:spPr>
        <p:txBody>
          <a:bodyPr anchorCtr="0" anchor="t" bIns="0" lIns="0" spcFirstLastPara="1" rIns="0" wrap="square" tIns="12700">
            <a:noAutofit/>
          </a:bodyPr>
          <a:lstStyle/>
          <a:p>
            <a:pPr indent="0" lvl="0" marL="12700" marR="0" rtl="0" algn="l">
              <a:spcBef>
                <a:spcPts val="0"/>
              </a:spcBef>
              <a:spcAft>
                <a:spcPts val="0"/>
              </a:spcAft>
              <a:buNone/>
            </a:pPr>
            <a:r>
              <a:rPr b="1" lang="en" sz="1000">
                <a:solidFill>
                  <a:schemeClr val="dk1"/>
                </a:solidFill>
                <a:latin typeface="Poppins"/>
                <a:ea typeface="Poppins"/>
                <a:cs typeface="Poppins"/>
                <a:sym typeface="Poppins"/>
              </a:rPr>
              <a:t>Bar Graph</a:t>
            </a:r>
            <a:endParaRPr b="1" sz="1000">
              <a:solidFill>
                <a:schemeClr val="dk1"/>
              </a:solidFill>
              <a:latin typeface="Poppins"/>
              <a:ea typeface="Poppins"/>
              <a:cs typeface="Poppins"/>
              <a:sym typeface="Poppins"/>
            </a:endParaRPr>
          </a:p>
        </p:txBody>
      </p:sp>
      <p:sp>
        <p:nvSpPr>
          <p:cNvPr id="911" name="Google Shape;911;p77"/>
          <p:cNvSpPr txBox="1"/>
          <p:nvPr/>
        </p:nvSpPr>
        <p:spPr>
          <a:xfrm>
            <a:off x="324000" y="3784250"/>
            <a:ext cx="789000" cy="192000"/>
          </a:xfrm>
          <a:prstGeom prst="rect">
            <a:avLst/>
          </a:prstGeom>
          <a:noFill/>
          <a:ln>
            <a:noFill/>
          </a:ln>
        </p:spPr>
        <p:txBody>
          <a:bodyPr anchorCtr="0" anchor="t" bIns="0" lIns="0" spcFirstLastPara="1" rIns="0" wrap="square" tIns="12700">
            <a:noAutofit/>
          </a:bodyPr>
          <a:lstStyle/>
          <a:p>
            <a:pPr indent="0" lvl="0" marL="12700" marR="0" rtl="0" algn="l">
              <a:spcBef>
                <a:spcPts val="0"/>
              </a:spcBef>
              <a:spcAft>
                <a:spcPts val="0"/>
              </a:spcAft>
              <a:buNone/>
            </a:pPr>
            <a:r>
              <a:rPr b="1" lang="en" sz="1000">
                <a:solidFill>
                  <a:schemeClr val="dk1"/>
                </a:solidFill>
                <a:latin typeface="Poppins"/>
                <a:ea typeface="Poppins"/>
                <a:cs typeface="Poppins"/>
                <a:sym typeface="Poppins"/>
              </a:rPr>
              <a:t>Line Graph</a:t>
            </a:r>
            <a:endParaRPr b="1" sz="1000">
              <a:solidFill>
                <a:schemeClr val="dk1"/>
              </a:solidFill>
              <a:latin typeface="Poppins"/>
              <a:ea typeface="Poppins"/>
              <a:cs typeface="Poppins"/>
              <a:sym typeface="Poppins"/>
            </a:endParaRPr>
          </a:p>
        </p:txBody>
      </p:sp>
      <p:pic>
        <p:nvPicPr>
          <p:cNvPr id="912" name="Google Shape;912;p77" title="Points scored"/>
          <p:cNvPicPr preferRelativeResize="0"/>
          <p:nvPr/>
        </p:nvPicPr>
        <p:blipFill>
          <a:blip r:embed="rId4">
            <a:alphaModFix/>
          </a:blip>
          <a:stretch>
            <a:fillRect/>
          </a:stretch>
        </p:blipFill>
        <p:spPr>
          <a:xfrm>
            <a:off x="5604723" y="1184622"/>
            <a:ext cx="2838999" cy="1755435"/>
          </a:xfrm>
          <a:prstGeom prst="rect">
            <a:avLst/>
          </a:prstGeom>
          <a:noFill/>
          <a:ln>
            <a:noFill/>
          </a:ln>
        </p:spPr>
      </p:pic>
      <p:pic>
        <p:nvPicPr>
          <p:cNvPr id="913" name="Google Shape;913;p77" title="Points scored"/>
          <p:cNvPicPr preferRelativeResize="0"/>
          <p:nvPr/>
        </p:nvPicPr>
        <p:blipFill>
          <a:blip r:embed="rId5">
            <a:alphaModFix/>
          </a:blip>
          <a:stretch>
            <a:fillRect/>
          </a:stretch>
        </p:blipFill>
        <p:spPr>
          <a:xfrm>
            <a:off x="1210838" y="1188725"/>
            <a:ext cx="2838999" cy="1755450"/>
          </a:xfrm>
          <a:prstGeom prst="rect">
            <a:avLst/>
          </a:prstGeom>
          <a:noFill/>
          <a:ln>
            <a:noFill/>
          </a:ln>
        </p:spPr>
      </p:pic>
      <p:pic>
        <p:nvPicPr>
          <p:cNvPr id="914" name="Google Shape;914;p77" title="Points scored"/>
          <p:cNvPicPr preferRelativeResize="0"/>
          <p:nvPr/>
        </p:nvPicPr>
        <p:blipFill>
          <a:blip r:embed="rId6">
            <a:alphaModFix/>
          </a:blip>
          <a:stretch>
            <a:fillRect/>
          </a:stretch>
        </p:blipFill>
        <p:spPr>
          <a:xfrm>
            <a:off x="1210839" y="3150731"/>
            <a:ext cx="2838999" cy="1755440"/>
          </a:xfrm>
          <a:prstGeom prst="rect">
            <a:avLst/>
          </a:prstGeom>
          <a:noFill/>
          <a:ln>
            <a:noFill/>
          </a:ln>
        </p:spPr>
      </p:pic>
      <p:sp>
        <p:nvSpPr>
          <p:cNvPr id="915" name="Google Shape;915;p77"/>
          <p:cNvSpPr txBox="1"/>
          <p:nvPr>
            <p:ph type="title"/>
          </p:nvPr>
        </p:nvSpPr>
        <p:spPr>
          <a:xfrm>
            <a:off x="374550" y="342903"/>
            <a:ext cx="8394900" cy="2964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Graph Examples</a:t>
            </a:r>
            <a:endParaRPr/>
          </a:p>
        </p:txBody>
      </p:sp>
      <p:sp>
        <p:nvSpPr>
          <p:cNvPr id="916" name="Google Shape;916;p77"/>
          <p:cNvSpPr txBox="1"/>
          <p:nvPr>
            <p:ph idx="1" type="subTitle"/>
          </p:nvPr>
        </p:nvSpPr>
        <p:spPr>
          <a:xfrm>
            <a:off x="374550" y="764275"/>
            <a:ext cx="8394900" cy="381000"/>
          </a:xfrm>
          <a:prstGeom prst="rect">
            <a:avLst/>
          </a:prstGeom>
        </p:spPr>
        <p:txBody>
          <a:bodyPr anchorCtr="0" anchor="t" bIns="0" lIns="0" spcFirstLastPara="1" rIns="0" wrap="square" tIns="0">
            <a:spAutoFit/>
          </a:bodyPr>
          <a:lstStyle/>
          <a:p>
            <a:pPr indent="0" lvl="0" marL="0" rtl="0" algn="ctr">
              <a:spcBef>
                <a:spcPts val="0"/>
              </a:spcBef>
              <a:spcAft>
                <a:spcPts val="0"/>
              </a:spcAft>
              <a:buNone/>
            </a:pPr>
            <a:r>
              <a:rPr lang="en" sz="1100">
                <a:solidFill>
                  <a:schemeClr val="dk1"/>
                </a:solidFill>
              </a:rPr>
              <a:t>Please refer to the graphs below for inspiration. </a:t>
            </a:r>
            <a:br>
              <a:rPr lang="en" sz="1100">
                <a:solidFill>
                  <a:schemeClr val="dk1"/>
                </a:solidFill>
              </a:rPr>
            </a:br>
            <a:r>
              <a:rPr lang="en" sz="1100">
                <a:solidFill>
                  <a:schemeClr val="dk1"/>
                </a:solidFill>
              </a:rPr>
              <a:t>Use our brand purple for Wayfair data and default theme colors for other data.</a:t>
            </a:r>
            <a:endParaRPr sz="11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Wayfair Presentation Template 2024">
  <a:themeElements>
    <a:clrScheme name="Simple Light">
      <a:dk1>
        <a:srgbClr val="363038"/>
      </a:dk1>
      <a:lt1>
        <a:srgbClr val="FFFFFF"/>
      </a:lt1>
      <a:dk2>
        <a:srgbClr val="363038"/>
      </a:dk2>
      <a:lt2>
        <a:srgbClr val="F6F0F0"/>
      </a:lt2>
      <a:accent1>
        <a:srgbClr val="7B189F"/>
      </a:accent1>
      <a:accent2>
        <a:srgbClr val="51006A"/>
      </a:accent2>
      <a:accent3>
        <a:srgbClr val="7B189F"/>
      </a:accent3>
      <a:accent4>
        <a:srgbClr val="FAF2FF"/>
      </a:accent4>
      <a:accent5>
        <a:srgbClr val="FAF2FF"/>
      </a:accent5>
      <a:accent6>
        <a:srgbClr val="FAF2FF"/>
      </a:accent6>
      <a:hlink>
        <a:srgbClr val="7B189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